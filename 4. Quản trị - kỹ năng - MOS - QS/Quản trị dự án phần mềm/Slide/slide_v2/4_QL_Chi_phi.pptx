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5" r:id="rId1"/>
  </p:sldMasterIdLst>
  <p:notesMasterIdLst>
    <p:notesMasterId r:id="rId59"/>
  </p:notesMasterIdLst>
  <p:handoutMasterIdLst>
    <p:handoutMasterId r:id="rId60"/>
  </p:handoutMasterIdLst>
  <p:sldIdLst>
    <p:sldId id="256" r:id="rId2"/>
    <p:sldId id="257" r:id="rId3"/>
    <p:sldId id="352" r:id="rId4"/>
    <p:sldId id="520" r:id="rId5"/>
    <p:sldId id="521" r:id="rId6"/>
    <p:sldId id="522" r:id="rId7"/>
    <p:sldId id="523" r:id="rId8"/>
    <p:sldId id="524" r:id="rId9"/>
    <p:sldId id="525" r:id="rId10"/>
    <p:sldId id="568" r:id="rId11"/>
    <p:sldId id="569" r:id="rId12"/>
    <p:sldId id="526" r:id="rId13"/>
    <p:sldId id="527" r:id="rId14"/>
    <p:sldId id="528" r:id="rId15"/>
    <p:sldId id="529" r:id="rId16"/>
    <p:sldId id="530" r:id="rId17"/>
    <p:sldId id="531" r:id="rId18"/>
    <p:sldId id="532" r:id="rId19"/>
    <p:sldId id="533" r:id="rId20"/>
    <p:sldId id="534" r:id="rId21"/>
    <p:sldId id="535" r:id="rId22"/>
    <p:sldId id="536" r:id="rId23"/>
    <p:sldId id="537" r:id="rId24"/>
    <p:sldId id="538" r:id="rId25"/>
    <p:sldId id="540" r:id="rId26"/>
    <p:sldId id="541" r:id="rId27"/>
    <p:sldId id="543" r:id="rId28"/>
    <p:sldId id="544" r:id="rId29"/>
    <p:sldId id="545" r:id="rId30"/>
    <p:sldId id="546" r:id="rId31"/>
    <p:sldId id="547" r:id="rId32"/>
    <p:sldId id="548" r:id="rId33"/>
    <p:sldId id="549" r:id="rId34"/>
    <p:sldId id="571" r:id="rId35"/>
    <p:sldId id="572" r:id="rId36"/>
    <p:sldId id="573" r:id="rId37"/>
    <p:sldId id="550" r:id="rId38"/>
    <p:sldId id="553" r:id="rId39"/>
    <p:sldId id="551" r:id="rId40"/>
    <p:sldId id="552" r:id="rId41"/>
    <p:sldId id="554" r:id="rId42"/>
    <p:sldId id="555" r:id="rId43"/>
    <p:sldId id="556" r:id="rId44"/>
    <p:sldId id="557" r:id="rId45"/>
    <p:sldId id="558" r:id="rId46"/>
    <p:sldId id="559" r:id="rId47"/>
    <p:sldId id="560" r:id="rId48"/>
    <p:sldId id="561" r:id="rId49"/>
    <p:sldId id="562" r:id="rId50"/>
    <p:sldId id="563" r:id="rId51"/>
    <p:sldId id="564" r:id="rId52"/>
    <p:sldId id="565" r:id="rId53"/>
    <p:sldId id="567" r:id="rId54"/>
    <p:sldId id="570" r:id="rId55"/>
    <p:sldId id="575" r:id="rId56"/>
    <p:sldId id="574" r:id="rId57"/>
    <p:sldId id="576" r:id="rId58"/>
  </p:sldIdLst>
  <p:sldSz cx="9144000" cy="6858000" type="screen4x3"/>
  <p:notesSz cx="7315200" cy="9601200"/>
  <p:defaultTextStyle>
    <a:defPPr>
      <a:defRPr lang="en-US"/>
    </a:defPPr>
    <a:lvl1pPr algn="ctr" rtl="0" eaLnBrk="0" fontAlgn="base" hangingPunct="0">
      <a:spcBef>
        <a:spcPct val="0"/>
      </a:spcBef>
      <a:spcAft>
        <a:spcPct val="0"/>
      </a:spcAft>
      <a:defRPr b="1" kern="1200">
        <a:solidFill>
          <a:schemeClr val="tx1"/>
        </a:solidFill>
        <a:latin typeface="Tahoma" panose="020B0604030504040204" pitchFamily="34" charset="0"/>
        <a:ea typeface="+mn-ea"/>
        <a:cs typeface="+mn-cs"/>
      </a:defRPr>
    </a:lvl1pPr>
    <a:lvl2pPr marL="457200" algn="ctr" rtl="0" eaLnBrk="0" fontAlgn="base" hangingPunct="0">
      <a:spcBef>
        <a:spcPct val="0"/>
      </a:spcBef>
      <a:spcAft>
        <a:spcPct val="0"/>
      </a:spcAft>
      <a:defRPr b="1" kern="1200">
        <a:solidFill>
          <a:schemeClr val="tx1"/>
        </a:solidFill>
        <a:latin typeface="Tahoma" panose="020B0604030504040204" pitchFamily="34" charset="0"/>
        <a:ea typeface="+mn-ea"/>
        <a:cs typeface="+mn-cs"/>
      </a:defRPr>
    </a:lvl2pPr>
    <a:lvl3pPr marL="914400" algn="ctr" rtl="0" eaLnBrk="0" fontAlgn="base" hangingPunct="0">
      <a:spcBef>
        <a:spcPct val="0"/>
      </a:spcBef>
      <a:spcAft>
        <a:spcPct val="0"/>
      </a:spcAft>
      <a:defRPr b="1" kern="1200">
        <a:solidFill>
          <a:schemeClr val="tx1"/>
        </a:solidFill>
        <a:latin typeface="Tahoma" panose="020B0604030504040204" pitchFamily="34" charset="0"/>
        <a:ea typeface="+mn-ea"/>
        <a:cs typeface="+mn-cs"/>
      </a:defRPr>
    </a:lvl3pPr>
    <a:lvl4pPr marL="1371600" algn="ctr" rtl="0" eaLnBrk="0" fontAlgn="base" hangingPunct="0">
      <a:spcBef>
        <a:spcPct val="0"/>
      </a:spcBef>
      <a:spcAft>
        <a:spcPct val="0"/>
      </a:spcAft>
      <a:defRPr b="1" kern="1200">
        <a:solidFill>
          <a:schemeClr val="tx1"/>
        </a:solidFill>
        <a:latin typeface="Tahoma" panose="020B0604030504040204" pitchFamily="34" charset="0"/>
        <a:ea typeface="+mn-ea"/>
        <a:cs typeface="+mn-cs"/>
      </a:defRPr>
    </a:lvl4pPr>
    <a:lvl5pPr marL="1828800" algn="ctr" rtl="0" eaLnBrk="0" fontAlgn="base" hangingPunct="0">
      <a:spcBef>
        <a:spcPct val="0"/>
      </a:spcBef>
      <a:spcAft>
        <a:spcPct val="0"/>
      </a:spcAft>
      <a:defRPr b="1" kern="1200">
        <a:solidFill>
          <a:schemeClr val="tx1"/>
        </a:solidFill>
        <a:latin typeface="Tahoma" panose="020B0604030504040204" pitchFamily="34" charset="0"/>
        <a:ea typeface="+mn-ea"/>
        <a:cs typeface="+mn-cs"/>
      </a:defRPr>
    </a:lvl5pPr>
    <a:lvl6pPr marL="2286000" algn="l" defTabSz="914400" rtl="0" eaLnBrk="1" latinLnBrk="0" hangingPunct="1">
      <a:defRPr b="1" kern="1200">
        <a:solidFill>
          <a:schemeClr val="tx1"/>
        </a:solidFill>
        <a:latin typeface="Tahoma" panose="020B0604030504040204" pitchFamily="34" charset="0"/>
        <a:ea typeface="+mn-ea"/>
        <a:cs typeface="+mn-cs"/>
      </a:defRPr>
    </a:lvl6pPr>
    <a:lvl7pPr marL="2743200" algn="l" defTabSz="914400" rtl="0" eaLnBrk="1" latinLnBrk="0" hangingPunct="1">
      <a:defRPr b="1" kern="1200">
        <a:solidFill>
          <a:schemeClr val="tx1"/>
        </a:solidFill>
        <a:latin typeface="Tahoma" panose="020B0604030504040204" pitchFamily="34" charset="0"/>
        <a:ea typeface="+mn-ea"/>
        <a:cs typeface="+mn-cs"/>
      </a:defRPr>
    </a:lvl7pPr>
    <a:lvl8pPr marL="3200400" algn="l" defTabSz="914400" rtl="0" eaLnBrk="1" latinLnBrk="0" hangingPunct="1">
      <a:defRPr b="1" kern="1200">
        <a:solidFill>
          <a:schemeClr val="tx1"/>
        </a:solidFill>
        <a:latin typeface="Tahoma" panose="020B0604030504040204" pitchFamily="34" charset="0"/>
        <a:ea typeface="+mn-ea"/>
        <a:cs typeface="+mn-cs"/>
      </a:defRPr>
    </a:lvl8pPr>
    <a:lvl9pPr marL="3657600" algn="l" defTabSz="914400" rtl="0" eaLnBrk="1" latinLnBrk="0" hangingPunct="1">
      <a:defRPr b="1"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uong"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E8F907"/>
    <a:srgbClr val="FF9900"/>
    <a:srgbClr val="2ADF21"/>
    <a:srgbClr val="EA2A16"/>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99" autoAdjust="0"/>
    <p:restoredTop sz="68431" autoAdjust="0"/>
  </p:normalViewPr>
  <p:slideViewPr>
    <p:cSldViewPr>
      <p:cViewPr varScale="1">
        <p:scale>
          <a:sx n="89" d="100"/>
          <a:sy n="89" d="100"/>
        </p:scale>
        <p:origin x="2244"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commentAuthors" Target="commentAuthor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3954" name="Rectangle 2">
            <a:extLst>
              <a:ext uri="{FF2B5EF4-FFF2-40B4-BE49-F238E27FC236}">
                <a16:creationId xmlns:a16="http://schemas.microsoft.com/office/drawing/2014/main" id="{ABD8E0A8-1B5B-934E-8FB4-8C7BDDFB8B40}"/>
              </a:ext>
            </a:extLst>
          </p:cNvPr>
          <p:cNvSpPr>
            <a:spLocks noGrp="1" noChangeArrowheads="1"/>
          </p:cNvSpPr>
          <p:nvPr>
            <p:ph type="hdr" sz="quarter"/>
          </p:nvPr>
        </p:nvSpPr>
        <p:spPr bwMode="auto">
          <a:xfrm>
            <a:off x="0" y="0"/>
            <a:ext cx="3170238" cy="48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823" tIns="47411" rIns="94823" bIns="47411" numCol="1" anchor="t" anchorCtr="0" compatLnSpc="1">
            <a:prstTxWarp prst="textNoShape">
              <a:avLst/>
            </a:prstTxWarp>
          </a:bodyPr>
          <a:lstStyle>
            <a:lvl1pPr algn="l" defTabSz="944563" eaLnBrk="1" hangingPunct="1">
              <a:defRPr sz="1200" b="0">
                <a:latin typeface="Arial" panose="020B0604020202020204" pitchFamily="34" charset="0"/>
              </a:defRPr>
            </a:lvl1pPr>
          </a:lstStyle>
          <a:p>
            <a:endParaRPr lang="en-US" altLang="en-US"/>
          </a:p>
        </p:txBody>
      </p:sp>
      <p:sp>
        <p:nvSpPr>
          <p:cNvPr id="253955" name="Rectangle 3">
            <a:extLst>
              <a:ext uri="{FF2B5EF4-FFF2-40B4-BE49-F238E27FC236}">
                <a16:creationId xmlns:a16="http://schemas.microsoft.com/office/drawing/2014/main" id="{E20D6A26-2B08-CD92-9A5A-5E697458D9BC}"/>
              </a:ext>
            </a:extLst>
          </p:cNvPr>
          <p:cNvSpPr>
            <a:spLocks noGrp="1" noChangeArrowheads="1"/>
          </p:cNvSpPr>
          <p:nvPr>
            <p:ph type="dt" sz="quarter" idx="1"/>
          </p:nvPr>
        </p:nvSpPr>
        <p:spPr bwMode="auto">
          <a:xfrm>
            <a:off x="4143375" y="0"/>
            <a:ext cx="3170238" cy="48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823" tIns="47411" rIns="94823" bIns="47411" numCol="1" anchor="t" anchorCtr="0" compatLnSpc="1">
            <a:prstTxWarp prst="textNoShape">
              <a:avLst/>
            </a:prstTxWarp>
          </a:bodyPr>
          <a:lstStyle>
            <a:lvl1pPr algn="r" defTabSz="944563" eaLnBrk="1" hangingPunct="1">
              <a:defRPr sz="1200" b="0">
                <a:latin typeface="Arial" panose="020B0604020202020204" pitchFamily="34" charset="0"/>
              </a:defRPr>
            </a:lvl1pPr>
          </a:lstStyle>
          <a:p>
            <a:endParaRPr lang="en-US" altLang="en-US"/>
          </a:p>
        </p:txBody>
      </p:sp>
      <p:sp>
        <p:nvSpPr>
          <p:cNvPr id="253956" name="Rectangle 4">
            <a:extLst>
              <a:ext uri="{FF2B5EF4-FFF2-40B4-BE49-F238E27FC236}">
                <a16:creationId xmlns:a16="http://schemas.microsoft.com/office/drawing/2014/main" id="{918311D8-266E-B56B-733D-22E661D0DC8F}"/>
              </a:ext>
            </a:extLst>
          </p:cNvPr>
          <p:cNvSpPr>
            <a:spLocks noGrp="1" noChangeArrowheads="1"/>
          </p:cNvSpPr>
          <p:nvPr>
            <p:ph type="ftr" sz="quarter" idx="2"/>
          </p:nvPr>
        </p:nvSpPr>
        <p:spPr bwMode="auto">
          <a:xfrm>
            <a:off x="0" y="9118600"/>
            <a:ext cx="3170238" cy="48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823" tIns="47411" rIns="94823" bIns="47411" numCol="1" anchor="b" anchorCtr="0" compatLnSpc="1">
            <a:prstTxWarp prst="textNoShape">
              <a:avLst/>
            </a:prstTxWarp>
          </a:bodyPr>
          <a:lstStyle>
            <a:lvl1pPr algn="l" defTabSz="944563" eaLnBrk="1" hangingPunct="1">
              <a:defRPr sz="1200" b="0">
                <a:latin typeface="Arial" panose="020B0604020202020204" pitchFamily="34" charset="0"/>
              </a:defRPr>
            </a:lvl1pPr>
          </a:lstStyle>
          <a:p>
            <a:endParaRPr lang="en-US" altLang="en-US"/>
          </a:p>
        </p:txBody>
      </p:sp>
      <p:sp>
        <p:nvSpPr>
          <p:cNvPr id="253957" name="Rectangle 5">
            <a:extLst>
              <a:ext uri="{FF2B5EF4-FFF2-40B4-BE49-F238E27FC236}">
                <a16:creationId xmlns:a16="http://schemas.microsoft.com/office/drawing/2014/main" id="{C8F68F58-DCBA-8E97-6725-271E9CFB9BEA}"/>
              </a:ext>
            </a:extLst>
          </p:cNvPr>
          <p:cNvSpPr>
            <a:spLocks noGrp="1" noChangeArrowheads="1"/>
          </p:cNvSpPr>
          <p:nvPr>
            <p:ph type="sldNum" sz="quarter" idx="3"/>
          </p:nvPr>
        </p:nvSpPr>
        <p:spPr bwMode="auto">
          <a:xfrm>
            <a:off x="4143375" y="9118600"/>
            <a:ext cx="3170238" cy="48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823" tIns="47411" rIns="94823" bIns="47411" numCol="1" anchor="b" anchorCtr="0" compatLnSpc="1">
            <a:prstTxWarp prst="textNoShape">
              <a:avLst/>
            </a:prstTxWarp>
          </a:bodyPr>
          <a:lstStyle>
            <a:lvl1pPr algn="r" defTabSz="944563" eaLnBrk="1" hangingPunct="1">
              <a:defRPr sz="1200" b="0">
                <a:latin typeface="Arial" panose="020B0604020202020204" pitchFamily="34" charset="0"/>
              </a:defRPr>
            </a:lvl1pPr>
          </a:lstStyle>
          <a:p>
            <a:fld id="{9D7BB2C1-66C0-4691-AA6B-B6DA7A5543B6}" type="slidenum">
              <a:rPr lang="en-US" altLang="en-US"/>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7634" name="Rectangle 2">
            <a:extLst>
              <a:ext uri="{FF2B5EF4-FFF2-40B4-BE49-F238E27FC236}">
                <a16:creationId xmlns:a16="http://schemas.microsoft.com/office/drawing/2014/main" id="{F7412647-56AD-3B9A-1381-D4E11C2708D0}"/>
              </a:ext>
            </a:extLst>
          </p:cNvPr>
          <p:cNvSpPr>
            <a:spLocks noGrp="1" noChangeArrowheads="1"/>
          </p:cNvSpPr>
          <p:nvPr>
            <p:ph type="hdr" sz="quarter"/>
          </p:nvPr>
        </p:nvSpPr>
        <p:spPr bwMode="auto">
          <a:xfrm>
            <a:off x="0" y="0"/>
            <a:ext cx="3170238" cy="48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823" tIns="47411" rIns="94823" bIns="47411" numCol="1" anchor="t" anchorCtr="0" compatLnSpc="1">
            <a:prstTxWarp prst="textNoShape">
              <a:avLst/>
            </a:prstTxWarp>
          </a:bodyPr>
          <a:lstStyle>
            <a:lvl1pPr algn="l" defTabSz="944563" eaLnBrk="1" hangingPunct="1">
              <a:defRPr sz="1200" b="0">
                <a:latin typeface="Arial" panose="020B0604020202020204" pitchFamily="34" charset="0"/>
              </a:defRPr>
            </a:lvl1pPr>
          </a:lstStyle>
          <a:p>
            <a:endParaRPr lang="en-US" altLang="en-US"/>
          </a:p>
        </p:txBody>
      </p:sp>
      <p:sp>
        <p:nvSpPr>
          <p:cNvPr id="197635" name="Rectangle 3">
            <a:extLst>
              <a:ext uri="{FF2B5EF4-FFF2-40B4-BE49-F238E27FC236}">
                <a16:creationId xmlns:a16="http://schemas.microsoft.com/office/drawing/2014/main" id="{5FB371C5-E251-252F-407F-CB312837178F}"/>
              </a:ext>
            </a:extLst>
          </p:cNvPr>
          <p:cNvSpPr>
            <a:spLocks noGrp="1" noChangeArrowheads="1"/>
          </p:cNvSpPr>
          <p:nvPr>
            <p:ph type="dt" idx="1"/>
          </p:nvPr>
        </p:nvSpPr>
        <p:spPr bwMode="auto">
          <a:xfrm>
            <a:off x="4143375" y="0"/>
            <a:ext cx="3170238" cy="48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823" tIns="47411" rIns="94823" bIns="47411" numCol="1" anchor="t" anchorCtr="0" compatLnSpc="1">
            <a:prstTxWarp prst="textNoShape">
              <a:avLst/>
            </a:prstTxWarp>
          </a:bodyPr>
          <a:lstStyle>
            <a:lvl1pPr algn="r" defTabSz="944563" eaLnBrk="1" hangingPunct="1">
              <a:defRPr sz="1200" b="0">
                <a:latin typeface="Arial" panose="020B0604020202020204" pitchFamily="34" charset="0"/>
              </a:defRPr>
            </a:lvl1pPr>
          </a:lstStyle>
          <a:p>
            <a:endParaRPr lang="en-US" altLang="en-US"/>
          </a:p>
        </p:txBody>
      </p:sp>
      <p:sp>
        <p:nvSpPr>
          <p:cNvPr id="197636" name="Rectangle 4">
            <a:extLst>
              <a:ext uri="{FF2B5EF4-FFF2-40B4-BE49-F238E27FC236}">
                <a16:creationId xmlns:a16="http://schemas.microsoft.com/office/drawing/2014/main" id="{9F7F39CC-672C-C7E0-9E4C-988B5E9D0A81}"/>
              </a:ext>
            </a:extLst>
          </p:cNvPr>
          <p:cNvSpPr>
            <a:spLocks noRot="1" noChangeArrowheads="1" noTextEdit="1"/>
          </p:cNvSpPr>
          <p:nvPr>
            <p:ph type="sldImg" idx="2"/>
          </p:nvPr>
        </p:nvSpPr>
        <p:spPr bwMode="auto">
          <a:xfrm>
            <a:off x="1257300" y="719138"/>
            <a:ext cx="4800600" cy="360045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97637" name="Rectangle 5">
            <a:extLst>
              <a:ext uri="{FF2B5EF4-FFF2-40B4-BE49-F238E27FC236}">
                <a16:creationId xmlns:a16="http://schemas.microsoft.com/office/drawing/2014/main" id="{877FADA8-8D5C-F112-3C78-4D6737CC4D9D}"/>
              </a:ext>
            </a:extLst>
          </p:cNvPr>
          <p:cNvSpPr>
            <a:spLocks noGrp="1" noChangeArrowheads="1"/>
          </p:cNvSpPr>
          <p:nvPr>
            <p:ph type="body" sz="quarter" idx="3"/>
          </p:nvPr>
        </p:nvSpPr>
        <p:spPr bwMode="auto">
          <a:xfrm>
            <a:off x="731838" y="4560888"/>
            <a:ext cx="5851525" cy="432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823" tIns="47411" rIns="94823" bIns="47411"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97638" name="Rectangle 6">
            <a:extLst>
              <a:ext uri="{FF2B5EF4-FFF2-40B4-BE49-F238E27FC236}">
                <a16:creationId xmlns:a16="http://schemas.microsoft.com/office/drawing/2014/main" id="{0E95A068-7965-E95B-3E85-146B76F42ECB}"/>
              </a:ext>
            </a:extLst>
          </p:cNvPr>
          <p:cNvSpPr>
            <a:spLocks noGrp="1" noChangeArrowheads="1"/>
          </p:cNvSpPr>
          <p:nvPr>
            <p:ph type="ftr" sz="quarter" idx="4"/>
          </p:nvPr>
        </p:nvSpPr>
        <p:spPr bwMode="auto">
          <a:xfrm>
            <a:off x="0" y="9118600"/>
            <a:ext cx="3170238" cy="48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823" tIns="47411" rIns="94823" bIns="47411" numCol="1" anchor="b" anchorCtr="0" compatLnSpc="1">
            <a:prstTxWarp prst="textNoShape">
              <a:avLst/>
            </a:prstTxWarp>
          </a:bodyPr>
          <a:lstStyle>
            <a:lvl1pPr algn="l" defTabSz="944563" eaLnBrk="1" hangingPunct="1">
              <a:defRPr sz="1200" b="0">
                <a:latin typeface="Arial" panose="020B0604020202020204" pitchFamily="34" charset="0"/>
              </a:defRPr>
            </a:lvl1pPr>
          </a:lstStyle>
          <a:p>
            <a:endParaRPr lang="en-US" altLang="en-US"/>
          </a:p>
        </p:txBody>
      </p:sp>
      <p:sp>
        <p:nvSpPr>
          <p:cNvPr id="197639" name="Rectangle 7">
            <a:extLst>
              <a:ext uri="{FF2B5EF4-FFF2-40B4-BE49-F238E27FC236}">
                <a16:creationId xmlns:a16="http://schemas.microsoft.com/office/drawing/2014/main" id="{52500F6D-23B5-1E64-93E1-0F5FB5A5889B}"/>
              </a:ext>
            </a:extLst>
          </p:cNvPr>
          <p:cNvSpPr>
            <a:spLocks noGrp="1" noChangeArrowheads="1"/>
          </p:cNvSpPr>
          <p:nvPr>
            <p:ph type="sldNum" sz="quarter" idx="5"/>
          </p:nvPr>
        </p:nvSpPr>
        <p:spPr bwMode="auto">
          <a:xfrm>
            <a:off x="4143375" y="9118600"/>
            <a:ext cx="3170238" cy="48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823" tIns="47411" rIns="94823" bIns="47411" numCol="1" anchor="b" anchorCtr="0" compatLnSpc="1">
            <a:prstTxWarp prst="textNoShape">
              <a:avLst/>
            </a:prstTxWarp>
          </a:bodyPr>
          <a:lstStyle>
            <a:lvl1pPr algn="r" defTabSz="944563" eaLnBrk="1" hangingPunct="1">
              <a:defRPr sz="1200" b="0">
                <a:latin typeface="Arial" panose="020B0604020202020204" pitchFamily="34" charset="0"/>
              </a:defRPr>
            </a:lvl1pPr>
          </a:lstStyle>
          <a:p>
            <a:fld id="{F720A826-03C1-4D72-9A3F-2EA52E300F3B}"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AFC9AB81-0525-EE7C-CC68-FCDD30CFF2DC}"/>
              </a:ext>
            </a:extLst>
          </p:cNvPr>
          <p:cNvSpPr>
            <a:spLocks noGrp="1" noChangeArrowheads="1"/>
          </p:cNvSpPr>
          <p:nvPr>
            <p:ph type="sldNum" sz="quarter" idx="5"/>
          </p:nvPr>
        </p:nvSpPr>
        <p:spPr>
          <a:ln/>
        </p:spPr>
        <p:txBody>
          <a:bodyPr/>
          <a:lstStyle/>
          <a:p>
            <a:fld id="{46357484-B382-465F-8C21-ABF3CECBEBFE}" type="slidenum">
              <a:rPr lang="en-US" altLang="en-US"/>
              <a:pPr/>
              <a:t>1</a:t>
            </a:fld>
            <a:endParaRPr lang="en-US" altLang="en-US"/>
          </a:p>
        </p:txBody>
      </p:sp>
      <p:sp>
        <p:nvSpPr>
          <p:cNvPr id="206850" name="Rectangle 2">
            <a:extLst>
              <a:ext uri="{FF2B5EF4-FFF2-40B4-BE49-F238E27FC236}">
                <a16:creationId xmlns:a16="http://schemas.microsoft.com/office/drawing/2014/main" id="{9A51DA79-836B-E6EC-F331-74BBBF453B8E}"/>
              </a:ext>
            </a:extLst>
          </p:cNvPr>
          <p:cNvSpPr>
            <a:spLocks noRot="1" noChangeArrowheads="1" noTextEdit="1"/>
          </p:cNvSpPr>
          <p:nvPr>
            <p:ph type="sldImg"/>
          </p:nvPr>
        </p:nvSpPr>
        <p:spPr>
          <a:ln/>
        </p:spPr>
      </p:sp>
      <p:sp>
        <p:nvSpPr>
          <p:cNvPr id="206851" name="Rectangle 3">
            <a:extLst>
              <a:ext uri="{FF2B5EF4-FFF2-40B4-BE49-F238E27FC236}">
                <a16:creationId xmlns:a16="http://schemas.microsoft.com/office/drawing/2014/main" id="{3088ACD5-B92B-AED7-6C2E-7CF680B2CADF}"/>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5B6718DE-15DF-98EC-19A7-474B6D9686B3}"/>
              </a:ext>
            </a:extLst>
          </p:cNvPr>
          <p:cNvSpPr>
            <a:spLocks noGrp="1" noChangeArrowheads="1"/>
          </p:cNvSpPr>
          <p:nvPr>
            <p:ph type="sldNum" sz="quarter" idx="5"/>
          </p:nvPr>
        </p:nvSpPr>
        <p:spPr>
          <a:ln/>
        </p:spPr>
        <p:txBody>
          <a:bodyPr/>
          <a:lstStyle/>
          <a:p>
            <a:fld id="{62858DA4-C0B4-4293-986F-97194275096C}" type="slidenum">
              <a:rPr lang="en-US" altLang="en-US"/>
              <a:pPr/>
              <a:t>2</a:t>
            </a:fld>
            <a:endParaRPr lang="en-US" altLang="en-US"/>
          </a:p>
        </p:txBody>
      </p:sp>
      <p:sp>
        <p:nvSpPr>
          <p:cNvPr id="387074" name="Rectangle 2">
            <a:extLst>
              <a:ext uri="{FF2B5EF4-FFF2-40B4-BE49-F238E27FC236}">
                <a16:creationId xmlns:a16="http://schemas.microsoft.com/office/drawing/2014/main" id="{87E81AB0-34C7-6FDC-81D1-441BA3925793}"/>
              </a:ext>
            </a:extLst>
          </p:cNvPr>
          <p:cNvSpPr>
            <a:spLocks noRot="1" noChangeArrowheads="1" noTextEdit="1"/>
          </p:cNvSpPr>
          <p:nvPr>
            <p:ph type="sldImg"/>
          </p:nvPr>
        </p:nvSpPr>
        <p:spPr>
          <a:ln/>
        </p:spPr>
      </p:sp>
      <p:sp>
        <p:nvSpPr>
          <p:cNvPr id="387075" name="Rectangle 3">
            <a:extLst>
              <a:ext uri="{FF2B5EF4-FFF2-40B4-BE49-F238E27FC236}">
                <a16:creationId xmlns:a16="http://schemas.microsoft.com/office/drawing/2014/main" id="{BC635DA5-CA50-759E-5275-5086ECFCE91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2A262026-5901-4BBE-7DF4-38561183D2EA}"/>
              </a:ext>
            </a:extLst>
          </p:cNvPr>
          <p:cNvSpPr>
            <a:spLocks noGrp="1" noChangeArrowheads="1"/>
          </p:cNvSpPr>
          <p:nvPr>
            <p:ph type="sldNum" sz="quarter" idx="5"/>
          </p:nvPr>
        </p:nvSpPr>
        <p:spPr>
          <a:ln/>
        </p:spPr>
        <p:txBody>
          <a:bodyPr/>
          <a:lstStyle/>
          <a:p>
            <a:fld id="{03A2C8A9-F7E6-4474-BDD7-AF53ADF29638}" type="slidenum">
              <a:rPr lang="en-US" altLang="en-US"/>
              <a:pPr/>
              <a:t>3</a:t>
            </a:fld>
            <a:endParaRPr lang="en-US" altLang="en-US"/>
          </a:p>
        </p:txBody>
      </p:sp>
      <p:sp>
        <p:nvSpPr>
          <p:cNvPr id="594946" name="Rectangle 2">
            <a:extLst>
              <a:ext uri="{FF2B5EF4-FFF2-40B4-BE49-F238E27FC236}">
                <a16:creationId xmlns:a16="http://schemas.microsoft.com/office/drawing/2014/main" id="{AC6FC74A-9CCB-F98E-8498-7679E57E0906}"/>
              </a:ext>
            </a:extLst>
          </p:cNvPr>
          <p:cNvSpPr>
            <a:spLocks noRot="1" noChangeArrowheads="1" noTextEdit="1"/>
          </p:cNvSpPr>
          <p:nvPr>
            <p:ph type="sldImg"/>
          </p:nvPr>
        </p:nvSpPr>
        <p:spPr>
          <a:ln/>
        </p:spPr>
      </p:sp>
      <p:sp>
        <p:nvSpPr>
          <p:cNvPr id="594947" name="Rectangle 3">
            <a:extLst>
              <a:ext uri="{FF2B5EF4-FFF2-40B4-BE49-F238E27FC236}">
                <a16:creationId xmlns:a16="http://schemas.microsoft.com/office/drawing/2014/main" id="{6A374219-37E0-F7FA-C246-19F39060EFB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7D714420-9C89-D225-EA71-0DE862AF0ABA}"/>
              </a:ext>
            </a:extLst>
          </p:cNvPr>
          <p:cNvSpPr>
            <a:spLocks noGrp="1" noChangeArrowheads="1"/>
          </p:cNvSpPr>
          <p:nvPr>
            <p:ph type="sldNum" sz="quarter" idx="5"/>
          </p:nvPr>
        </p:nvSpPr>
        <p:spPr>
          <a:ln/>
        </p:spPr>
        <p:txBody>
          <a:bodyPr/>
          <a:lstStyle/>
          <a:p>
            <a:fld id="{F5D8E9F3-52DB-4E94-B155-20DA18E3F449}" type="slidenum">
              <a:rPr lang="en-US" altLang="en-US"/>
              <a:pPr/>
              <a:t>4</a:t>
            </a:fld>
            <a:endParaRPr lang="en-US" altLang="en-US"/>
          </a:p>
        </p:txBody>
      </p:sp>
      <p:sp>
        <p:nvSpPr>
          <p:cNvPr id="1028098" name="Rectangle 2">
            <a:extLst>
              <a:ext uri="{FF2B5EF4-FFF2-40B4-BE49-F238E27FC236}">
                <a16:creationId xmlns:a16="http://schemas.microsoft.com/office/drawing/2014/main" id="{B852B397-4F0F-94A2-B854-9F7D97F5B7B9}"/>
              </a:ext>
            </a:extLst>
          </p:cNvPr>
          <p:cNvSpPr>
            <a:spLocks noRot="1" noChangeArrowheads="1" noTextEdit="1"/>
          </p:cNvSpPr>
          <p:nvPr>
            <p:ph type="sldImg"/>
          </p:nvPr>
        </p:nvSpPr>
        <p:spPr>
          <a:ln/>
        </p:spPr>
      </p:sp>
      <p:sp>
        <p:nvSpPr>
          <p:cNvPr id="1028099" name="Rectangle 3">
            <a:extLst>
              <a:ext uri="{FF2B5EF4-FFF2-40B4-BE49-F238E27FC236}">
                <a16:creationId xmlns:a16="http://schemas.microsoft.com/office/drawing/2014/main" id="{6DFC5BAE-27B2-DB99-D6C4-F1E46D771CCE}"/>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7AF18A11-0B8B-08D1-6958-0CC1DBB98A5A}"/>
              </a:ext>
            </a:extLst>
          </p:cNvPr>
          <p:cNvSpPr>
            <a:spLocks noGrp="1" noChangeArrowheads="1"/>
          </p:cNvSpPr>
          <p:nvPr>
            <p:ph type="sldNum" sz="quarter" idx="5"/>
          </p:nvPr>
        </p:nvSpPr>
        <p:spPr>
          <a:ln/>
        </p:spPr>
        <p:txBody>
          <a:bodyPr/>
          <a:lstStyle/>
          <a:p>
            <a:fld id="{AB93986E-5F0E-4726-8603-048F60F4BF2D}" type="slidenum">
              <a:rPr lang="en-US" altLang="en-US"/>
              <a:pPr/>
              <a:t>5</a:t>
            </a:fld>
            <a:endParaRPr lang="en-US" altLang="en-US"/>
          </a:p>
        </p:txBody>
      </p:sp>
      <p:sp>
        <p:nvSpPr>
          <p:cNvPr id="1030146" name="Rectangle 2">
            <a:extLst>
              <a:ext uri="{FF2B5EF4-FFF2-40B4-BE49-F238E27FC236}">
                <a16:creationId xmlns:a16="http://schemas.microsoft.com/office/drawing/2014/main" id="{1311DB63-FC5E-278A-24DA-440520F7488C}"/>
              </a:ext>
            </a:extLst>
          </p:cNvPr>
          <p:cNvSpPr>
            <a:spLocks noRot="1" noChangeArrowheads="1" noTextEdit="1"/>
          </p:cNvSpPr>
          <p:nvPr>
            <p:ph type="sldImg"/>
          </p:nvPr>
        </p:nvSpPr>
        <p:spPr>
          <a:ln/>
        </p:spPr>
      </p:sp>
      <p:sp>
        <p:nvSpPr>
          <p:cNvPr id="1030147" name="Rectangle 3">
            <a:extLst>
              <a:ext uri="{FF2B5EF4-FFF2-40B4-BE49-F238E27FC236}">
                <a16:creationId xmlns:a16="http://schemas.microsoft.com/office/drawing/2014/main" id="{5CFC02C4-AAE1-DD40-D3FE-ABF3DC18E03E}"/>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9345512C-5621-2CAB-B8A7-3D1B5411CD66}"/>
              </a:ext>
            </a:extLst>
          </p:cNvPr>
          <p:cNvSpPr>
            <a:spLocks noGrp="1" noChangeArrowheads="1"/>
          </p:cNvSpPr>
          <p:nvPr>
            <p:ph type="sldNum" sz="quarter" idx="5"/>
          </p:nvPr>
        </p:nvSpPr>
        <p:spPr>
          <a:ln/>
        </p:spPr>
        <p:txBody>
          <a:bodyPr/>
          <a:lstStyle/>
          <a:p>
            <a:fld id="{C5EB0A84-7ED1-4353-A110-2AE0B6509788}" type="slidenum">
              <a:rPr lang="en-US" altLang="en-US"/>
              <a:pPr/>
              <a:t>6</a:t>
            </a:fld>
            <a:endParaRPr lang="en-US" altLang="en-US"/>
          </a:p>
        </p:txBody>
      </p:sp>
      <p:sp>
        <p:nvSpPr>
          <p:cNvPr id="1032194" name="Rectangle 2">
            <a:extLst>
              <a:ext uri="{FF2B5EF4-FFF2-40B4-BE49-F238E27FC236}">
                <a16:creationId xmlns:a16="http://schemas.microsoft.com/office/drawing/2014/main" id="{F8D1BB31-BE08-7A08-E262-A4A5EA6FA680}"/>
              </a:ext>
            </a:extLst>
          </p:cNvPr>
          <p:cNvSpPr>
            <a:spLocks noRot="1" noChangeArrowheads="1" noTextEdit="1"/>
          </p:cNvSpPr>
          <p:nvPr>
            <p:ph type="sldImg"/>
          </p:nvPr>
        </p:nvSpPr>
        <p:spPr>
          <a:ln/>
        </p:spPr>
      </p:sp>
      <p:sp>
        <p:nvSpPr>
          <p:cNvPr id="1032195" name="Rectangle 3">
            <a:extLst>
              <a:ext uri="{FF2B5EF4-FFF2-40B4-BE49-F238E27FC236}">
                <a16:creationId xmlns:a16="http://schemas.microsoft.com/office/drawing/2014/main" id="{8DCFEEBF-7464-0521-2540-647916DC859A}"/>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31F2E5B7-03C7-79BC-BA18-39ACE5E44B73}"/>
              </a:ext>
            </a:extLst>
          </p:cNvPr>
          <p:cNvSpPr>
            <a:spLocks noGrp="1" noChangeArrowheads="1"/>
          </p:cNvSpPr>
          <p:nvPr>
            <p:ph type="sldNum" sz="quarter" idx="5"/>
          </p:nvPr>
        </p:nvSpPr>
        <p:spPr>
          <a:ln/>
        </p:spPr>
        <p:txBody>
          <a:bodyPr/>
          <a:lstStyle/>
          <a:p>
            <a:fld id="{B1EA7DCB-02D1-4578-9372-714264ECBAEC}" type="slidenum">
              <a:rPr lang="en-US" altLang="en-US"/>
              <a:pPr/>
              <a:t>7</a:t>
            </a:fld>
            <a:endParaRPr lang="en-US" altLang="en-US"/>
          </a:p>
        </p:txBody>
      </p:sp>
      <p:sp>
        <p:nvSpPr>
          <p:cNvPr id="1034242" name="Rectangle 2">
            <a:extLst>
              <a:ext uri="{FF2B5EF4-FFF2-40B4-BE49-F238E27FC236}">
                <a16:creationId xmlns:a16="http://schemas.microsoft.com/office/drawing/2014/main" id="{5933D093-C8EC-5F4B-E938-AA8101594A0B}"/>
              </a:ext>
            </a:extLst>
          </p:cNvPr>
          <p:cNvSpPr>
            <a:spLocks noRot="1" noChangeArrowheads="1" noTextEdit="1"/>
          </p:cNvSpPr>
          <p:nvPr>
            <p:ph type="sldImg"/>
          </p:nvPr>
        </p:nvSpPr>
        <p:spPr>
          <a:ln/>
        </p:spPr>
      </p:sp>
      <p:sp>
        <p:nvSpPr>
          <p:cNvPr id="1034243" name="Rectangle 3">
            <a:extLst>
              <a:ext uri="{FF2B5EF4-FFF2-40B4-BE49-F238E27FC236}">
                <a16:creationId xmlns:a16="http://schemas.microsoft.com/office/drawing/2014/main" id="{48AEEFB9-ED4B-25B9-86CD-B28CE7A4BEA6}"/>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DE63EC92-C5FD-E6CF-0E78-8BAED0E2C90A}"/>
              </a:ext>
            </a:extLst>
          </p:cNvPr>
          <p:cNvSpPr>
            <a:spLocks noGrp="1" noChangeArrowheads="1"/>
          </p:cNvSpPr>
          <p:nvPr>
            <p:ph type="sldNum" sz="quarter" idx="5"/>
          </p:nvPr>
        </p:nvSpPr>
        <p:spPr>
          <a:ln/>
        </p:spPr>
        <p:txBody>
          <a:bodyPr/>
          <a:lstStyle/>
          <a:p>
            <a:fld id="{5FC59978-592B-46D8-A828-391C91857F67}" type="slidenum">
              <a:rPr lang="en-US" altLang="en-US"/>
              <a:pPr/>
              <a:t>8</a:t>
            </a:fld>
            <a:endParaRPr lang="en-US" altLang="en-US"/>
          </a:p>
        </p:txBody>
      </p:sp>
      <p:sp>
        <p:nvSpPr>
          <p:cNvPr id="1036290" name="Rectangle 2">
            <a:extLst>
              <a:ext uri="{FF2B5EF4-FFF2-40B4-BE49-F238E27FC236}">
                <a16:creationId xmlns:a16="http://schemas.microsoft.com/office/drawing/2014/main" id="{9AD2BFFB-6FF5-CCF5-88E4-C97404591556}"/>
              </a:ext>
            </a:extLst>
          </p:cNvPr>
          <p:cNvSpPr>
            <a:spLocks noRot="1" noChangeArrowheads="1" noTextEdit="1"/>
          </p:cNvSpPr>
          <p:nvPr>
            <p:ph type="sldImg"/>
          </p:nvPr>
        </p:nvSpPr>
        <p:spPr>
          <a:ln/>
        </p:spPr>
      </p:sp>
      <p:sp>
        <p:nvSpPr>
          <p:cNvPr id="1036291" name="Rectangle 3">
            <a:extLst>
              <a:ext uri="{FF2B5EF4-FFF2-40B4-BE49-F238E27FC236}">
                <a16:creationId xmlns:a16="http://schemas.microsoft.com/office/drawing/2014/main" id="{7B760791-760A-FEBC-BB4F-678B1F0BB710}"/>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5EAAEB8A-BAE7-6EAA-57E0-ED348B0322D1}"/>
              </a:ext>
            </a:extLst>
          </p:cNvPr>
          <p:cNvSpPr>
            <a:spLocks noGrp="1" noChangeArrowheads="1"/>
          </p:cNvSpPr>
          <p:nvPr>
            <p:ph type="sldNum" sz="quarter" idx="5"/>
          </p:nvPr>
        </p:nvSpPr>
        <p:spPr>
          <a:ln/>
        </p:spPr>
        <p:txBody>
          <a:bodyPr/>
          <a:lstStyle/>
          <a:p>
            <a:fld id="{AA8DC3DD-F379-447D-8C0C-0C5AF49F3188}" type="slidenum">
              <a:rPr lang="en-US" altLang="en-US"/>
              <a:pPr/>
              <a:t>9</a:t>
            </a:fld>
            <a:endParaRPr lang="en-US" altLang="en-US"/>
          </a:p>
        </p:txBody>
      </p:sp>
      <p:sp>
        <p:nvSpPr>
          <p:cNvPr id="1038338" name="Rectangle 2">
            <a:extLst>
              <a:ext uri="{FF2B5EF4-FFF2-40B4-BE49-F238E27FC236}">
                <a16:creationId xmlns:a16="http://schemas.microsoft.com/office/drawing/2014/main" id="{D6949418-21F8-9BAC-F136-23D6BB3C6AB7}"/>
              </a:ext>
            </a:extLst>
          </p:cNvPr>
          <p:cNvSpPr>
            <a:spLocks noRot="1" noChangeArrowheads="1" noTextEdit="1"/>
          </p:cNvSpPr>
          <p:nvPr>
            <p:ph type="sldImg"/>
          </p:nvPr>
        </p:nvSpPr>
        <p:spPr>
          <a:ln/>
        </p:spPr>
      </p:sp>
      <p:sp>
        <p:nvSpPr>
          <p:cNvPr id="1038339" name="Rectangle 3">
            <a:extLst>
              <a:ext uri="{FF2B5EF4-FFF2-40B4-BE49-F238E27FC236}">
                <a16:creationId xmlns:a16="http://schemas.microsoft.com/office/drawing/2014/main" id="{505CB436-BC45-7BF1-1B68-7C3F2ACC90B8}"/>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7AFFF6EA-1ACF-57E3-D5F4-A5BD38ACE498}"/>
              </a:ext>
            </a:extLst>
          </p:cNvPr>
          <p:cNvSpPr>
            <a:spLocks noGrp="1" noChangeArrowheads="1"/>
          </p:cNvSpPr>
          <p:nvPr>
            <p:ph type="sldNum" sz="quarter" idx="5"/>
          </p:nvPr>
        </p:nvSpPr>
        <p:spPr>
          <a:ln/>
        </p:spPr>
        <p:txBody>
          <a:bodyPr/>
          <a:lstStyle/>
          <a:p>
            <a:fld id="{FD53C2C8-60FA-4E2E-8E70-95759D8134A2}" type="slidenum">
              <a:rPr lang="en-US" altLang="en-US"/>
              <a:pPr/>
              <a:t>10</a:t>
            </a:fld>
            <a:endParaRPr lang="en-US" altLang="en-US"/>
          </a:p>
        </p:txBody>
      </p:sp>
      <p:sp>
        <p:nvSpPr>
          <p:cNvPr id="1131522" name="Rectangle 2">
            <a:extLst>
              <a:ext uri="{FF2B5EF4-FFF2-40B4-BE49-F238E27FC236}">
                <a16:creationId xmlns:a16="http://schemas.microsoft.com/office/drawing/2014/main" id="{9F13AF0F-5D40-54A2-160C-6D74BCDFD285}"/>
              </a:ext>
            </a:extLst>
          </p:cNvPr>
          <p:cNvSpPr>
            <a:spLocks noRot="1" noChangeArrowheads="1" noTextEdit="1"/>
          </p:cNvSpPr>
          <p:nvPr>
            <p:ph type="sldImg"/>
          </p:nvPr>
        </p:nvSpPr>
        <p:spPr>
          <a:ln/>
        </p:spPr>
      </p:sp>
      <p:sp>
        <p:nvSpPr>
          <p:cNvPr id="1131523" name="Rectangle 3">
            <a:extLst>
              <a:ext uri="{FF2B5EF4-FFF2-40B4-BE49-F238E27FC236}">
                <a16:creationId xmlns:a16="http://schemas.microsoft.com/office/drawing/2014/main" id="{B1383982-ABEB-A985-6187-56685D48A62A}"/>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A85E4DB9-1A8A-4D31-4903-6FEC9EB0A09D}"/>
              </a:ext>
            </a:extLst>
          </p:cNvPr>
          <p:cNvSpPr>
            <a:spLocks noGrp="1" noChangeArrowheads="1"/>
          </p:cNvSpPr>
          <p:nvPr>
            <p:ph type="sldNum" sz="quarter" idx="5"/>
          </p:nvPr>
        </p:nvSpPr>
        <p:spPr>
          <a:ln/>
        </p:spPr>
        <p:txBody>
          <a:bodyPr/>
          <a:lstStyle/>
          <a:p>
            <a:fld id="{4FE9D800-AE2E-45D6-958E-2DBD8F59A434}" type="slidenum">
              <a:rPr lang="en-US" altLang="en-US"/>
              <a:pPr/>
              <a:t>11</a:t>
            </a:fld>
            <a:endParaRPr lang="en-US" altLang="en-US"/>
          </a:p>
        </p:txBody>
      </p:sp>
      <p:sp>
        <p:nvSpPr>
          <p:cNvPr id="1133570" name="Rectangle 2">
            <a:extLst>
              <a:ext uri="{FF2B5EF4-FFF2-40B4-BE49-F238E27FC236}">
                <a16:creationId xmlns:a16="http://schemas.microsoft.com/office/drawing/2014/main" id="{276FE08E-B071-D74B-B334-ED5EAFFFE2F3}"/>
              </a:ext>
            </a:extLst>
          </p:cNvPr>
          <p:cNvSpPr>
            <a:spLocks noRot="1" noChangeArrowheads="1" noTextEdit="1"/>
          </p:cNvSpPr>
          <p:nvPr>
            <p:ph type="sldImg"/>
          </p:nvPr>
        </p:nvSpPr>
        <p:spPr>
          <a:ln/>
        </p:spPr>
      </p:sp>
      <p:sp>
        <p:nvSpPr>
          <p:cNvPr id="1133571" name="Rectangle 3">
            <a:extLst>
              <a:ext uri="{FF2B5EF4-FFF2-40B4-BE49-F238E27FC236}">
                <a16:creationId xmlns:a16="http://schemas.microsoft.com/office/drawing/2014/main" id="{23ED7D16-C5DD-D457-717C-197FDB149749}"/>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6B58E8BE-7882-D893-F90E-7578BB2CBE56}"/>
              </a:ext>
            </a:extLst>
          </p:cNvPr>
          <p:cNvSpPr>
            <a:spLocks noGrp="1" noChangeArrowheads="1"/>
          </p:cNvSpPr>
          <p:nvPr>
            <p:ph type="sldNum" sz="quarter" idx="5"/>
          </p:nvPr>
        </p:nvSpPr>
        <p:spPr>
          <a:ln/>
        </p:spPr>
        <p:txBody>
          <a:bodyPr/>
          <a:lstStyle/>
          <a:p>
            <a:fld id="{9A593D55-5655-4325-9BD4-77ECC5079303}" type="slidenum">
              <a:rPr lang="en-US" altLang="en-US"/>
              <a:pPr/>
              <a:t>12</a:t>
            </a:fld>
            <a:endParaRPr lang="en-US" altLang="en-US"/>
          </a:p>
        </p:txBody>
      </p:sp>
      <p:sp>
        <p:nvSpPr>
          <p:cNvPr id="1040386" name="Rectangle 2">
            <a:extLst>
              <a:ext uri="{FF2B5EF4-FFF2-40B4-BE49-F238E27FC236}">
                <a16:creationId xmlns:a16="http://schemas.microsoft.com/office/drawing/2014/main" id="{6B5B7EDB-0DEB-3B3A-ED14-7BC8A549BDC6}"/>
              </a:ext>
            </a:extLst>
          </p:cNvPr>
          <p:cNvSpPr>
            <a:spLocks noRot="1" noChangeArrowheads="1" noTextEdit="1"/>
          </p:cNvSpPr>
          <p:nvPr>
            <p:ph type="sldImg"/>
          </p:nvPr>
        </p:nvSpPr>
        <p:spPr>
          <a:ln/>
        </p:spPr>
      </p:sp>
      <p:sp>
        <p:nvSpPr>
          <p:cNvPr id="1040387" name="Rectangle 3">
            <a:extLst>
              <a:ext uri="{FF2B5EF4-FFF2-40B4-BE49-F238E27FC236}">
                <a16:creationId xmlns:a16="http://schemas.microsoft.com/office/drawing/2014/main" id="{D9697CAB-9109-0BCC-2536-6801E9C97A98}"/>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18C1294D-7A2B-F2B2-28E0-198D933B5839}"/>
              </a:ext>
            </a:extLst>
          </p:cNvPr>
          <p:cNvSpPr>
            <a:spLocks noGrp="1" noChangeArrowheads="1"/>
          </p:cNvSpPr>
          <p:nvPr>
            <p:ph type="sldNum" sz="quarter" idx="5"/>
          </p:nvPr>
        </p:nvSpPr>
        <p:spPr>
          <a:ln/>
        </p:spPr>
        <p:txBody>
          <a:bodyPr/>
          <a:lstStyle/>
          <a:p>
            <a:fld id="{072F22CE-4ACA-4635-87B3-3CBC66BF0A62}" type="slidenum">
              <a:rPr lang="en-US" altLang="en-US"/>
              <a:pPr/>
              <a:t>13</a:t>
            </a:fld>
            <a:endParaRPr lang="en-US" altLang="en-US"/>
          </a:p>
        </p:txBody>
      </p:sp>
      <p:sp>
        <p:nvSpPr>
          <p:cNvPr id="1042434" name="Rectangle 2">
            <a:extLst>
              <a:ext uri="{FF2B5EF4-FFF2-40B4-BE49-F238E27FC236}">
                <a16:creationId xmlns:a16="http://schemas.microsoft.com/office/drawing/2014/main" id="{E7131B32-11AC-113C-73C4-DE91017A2A44}"/>
              </a:ext>
            </a:extLst>
          </p:cNvPr>
          <p:cNvSpPr>
            <a:spLocks noRot="1" noChangeArrowheads="1" noTextEdit="1"/>
          </p:cNvSpPr>
          <p:nvPr>
            <p:ph type="sldImg"/>
          </p:nvPr>
        </p:nvSpPr>
        <p:spPr>
          <a:ln/>
        </p:spPr>
      </p:sp>
      <p:sp>
        <p:nvSpPr>
          <p:cNvPr id="1042435" name="Rectangle 3">
            <a:extLst>
              <a:ext uri="{FF2B5EF4-FFF2-40B4-BE49-F238E27FC236}">
                <a16:creationId xmlns:a16="http://schemas.microsoft.com/office/drawing/2014/main" id="{55FDB5D5-DC57-1D8D-438D-B23BF4C667F6}"/>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679A6EFF-8526-C70D-71FF-6A25C1DD5C78}"/>
              </a:ext>
            </a:extLst>
          </p:cNvPr>
          <p:cNvSpPr>
            <a:spLocks noGrp="1" noChangeArrowheads="1"/>
          </p:cNvSpPr>
          <p:nvPr>
            <p:ph type="sldNum" sz="quarter" idx="5"/>
          </p:nvPr>
        </p:nvSpPr>
        <p:spPr>
          <a:ln/>
        </p:spPr>
        <p:txBody>
          <a:bodyPr/>
          <a:lstStyle/>
          <a:p>
            <a:fld id="{A2F7BEA2-709D-4246-92C1-E5168C0FB380}" type="slidenum">
              <a:rPr lang="en-US" altLang="en-US"/>
              <a:pPr/>
              <a:t>14</a:t>
            </a:fld>
            <a:endParaRPr lang="en-US" altLang="en-US"/>
          </a:p>
        </p:txBody>
      </p:sp>
      <p:sp>
        <p:nvSpPr>
          <p:cNvPr id="1044482" name="Rectangle 2">
            <a:extLst>
              <a:ext uri="{FF2B5EF4-FFF2-40B4-BE49-F238E27FC236}">
                <a16:creationId xmlns:a16="http://schemas.microsoft.com/office/drawing/2014/main" id="{5FB691E2-E2AC-E1B7-B2EA-E981C8689421}"/>
              </a:ext>
            </a:extLst>
          </p:cNvPr>
          <p:cNvSpPr>
            <a:spLocks noRot="1" noChangeArrowheads="1" noTextEdit="1"/>
          </p:cNvSpPr>
          <p:nvPr>
            <p:ph type="sldImg"/>
          </p:nvPr>
        </p:nvSpPr>
        <p:spPr>
          <a:ln/>
        </p:spPr>
      </p:sp>
      <p:sp>
        <p:nvSpPr>
          <p:cNvPr id="1044483" name="Rectangle 3">
            <a:extLst>
              <a:ext uri="{FF2B5EF4-FFF2-40B4-BE49-F238E27FC236}">
                <a16:creationId xmlns:a16="http://schemas.microsoft.com/office/drawing/2014/main" id="{76FB63B7-CFAC-4D01-40D1-6E7C7000FE59}"/>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68EBF025-3ADB-8767-34F1-697EB00E980D}"/>
              </a:ext>
            </a:extLst>
          </p:cNvPr>
          <p:cNvSpPr>
            <a:spLocks noGrp="1" noChangeArrowheads="1"/>
          </p:cNvSpPr>
          <p:nvPr>
            <p:ph type="sldNum" sz="quarter" idx="5"/>
          </p:nvPr>
        </p:nvSpPr>
        <p:spPr>
          <a:ln/>
        </p:spPr>
        <p:txBody>
          <a:bodyPr/>
          <a:lstStyle/>
          <a:p>
            <a:fld id="{F4F5A124-53EC-4C3A-86D8-8F4D7B462CE3}" type="slidenum">
              <a:rPr lang="en-US" altLang="en-US"/>
              <a:pPr/>
              <a:t>15</a:t>
            </a:fld>
            <a:endParaRPr lang="en-US" altLang="en-US"/>
          </a:p>
        </p:txBody>
      </p:sp>
      <p:sp>
        <p:nvSpPr>
          <p:cNvPr id="1046530" name="Rectangle 2">
            <a:extLst>
              <a:ext uri="{FF2B5EF4-FFF2-40B4-BE49-F238E27FC236}">
                <a16:creationId xmlns:a16="http://schemas.microsoft.com/office/drawing/2014/main" id="{7FBC3B80-3A81-3646-9B6A-EBEFB32C3D9D}"/>
              </a:ext>
            </a:extLst>
          </p:cNvPr>
          <p:cNvSpPr>
            <a:spLocks noRot="1" noChangeArrowheads="1" noTextEdit="1"/>
          </p:cNvSpPr>
          <p:nvPr>
            <p:ph type="sldImg"/>
          </p:nvPr>
        </p:nvSpPr>
        <p:spPr>
          <a:ln/>
        </p:spPr>
      </p:sp>
      <p:sp>
        <p:nvSpPr>
          <p:cNvPr id="1046531" name="Rectangle 3">
            <a:extLst>
              <a:ext uri="{FF2B5EF4-FFF2-40B4-BE49-F238E27FC236}">
                <a16:creationId xmlns:a16="http://schemas.microsoft.com/office/drawing/2014/main" id="{73D3C586-91A2-517C-DBBA-A79798681DBF}"/>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2822EC62-0CEA-A90E-2BFD-81CA6C6244E3}"/>
              </a:ext>
            </a:extLst>
          </p:cNvPr>
          <p:cNvSpPr>
            <a:spLocks noGrp="1" noChangeArrowheads="1"/>
          </p:cNvSpPr>
          <p:nvPr>
            <p:ph type="sldNum" sz="quarter" idx="5"/>
          </p:nvPr>
        </p:nvSpPr>
        <p:spPr>
          <a:ln/>
        </p:spPr>
        <p:txBody>
          <a:bodyPr/>
          <a:lstStyle/>
          <a:p>
            <a:fld id="{97E8BB26-52B9-4BBA-AD86-910D0E9317C2}" type="slidenum">
              <a:rPr lang="en-US" altLang="en-US"/>
              <a:pPr/>
              <a:t>16</a:t>
            </a:fld>
            <a:endParaRPr lang="en-US" altLang="en-US"/>
          </a:p>
        </p:txBody>
      </p:sp>
      <p:sp>
        <p:nvSpPr>
          <p:cNvPr id="1048578" name="Rectangle 2">
            <a:extLst>
              <a:ext uri="{FF2B5EF4-FFF2-40B4-BE49-F238E27FC236}">
                <a16:creationId xmlns:a16="http://schemas.microsoft.com/office/drawing/2014/main" id="{A228FDC6-613F-4512-85D5-60CECA896628}"/>
              </a:ext>
            </a:extLst>
          </p:cNvPr>
          <p:cNvSpPr>
            <a:spLocks noRot="1" noChangeArrowheads="1" noTextEdit="1"/>
          </p:cNvSpPr>
          <p:nvPr>
            <p:ph type="sldImg"/>
          </p:nvPr>
        </p:nvSpPr>
        <p:spPr>
          <a:ln/>
        </p:spPr>
      </p:sp>
      <p:sp>
        <p:nvSpPr>
          <p:cNvPr id="1048579" name="Rectangle 3">
            <a:extLst>
              <a:ext uri="{FF2B5EF4-FFF2-40B4-BE49-F238E27FC236}">
                <a16:creationId xmlns:a16="http://schemas.microsoft.com/office/drawing/2014/main" id="{0B582C2E-D203-44F7-2BE6-94730837753D}"/>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38E84A23-2190-30C3-9E7C-C8FB1C212363}"/>
              </a:ext>
            </a:extLst>
          </p:cNvPr>
          <p:cNvSpPr>
            <a:spLocks noGrp="1" noChangeArrowheads="1"/>
          </p:cNvSpPr>
          <p:nvPr>
            <p:ph type="sldNum" sz="quarter" idx="5"/>
          </p:nvPr>
        </p:nvSpPr>
        <p:spPr>
          <a:ln/>
        </p:spPr>
        <p:txBody>
          <a:bodyPr/>
          <a:lstStyle/>
          <a:p>
            <a:fld id="{2F2310E8-1009-44BE-AB3F-D531AD84947F}" type="slidenum">
              <a:rPr lang="en-US" altLang="en-US"/>
              <a:pPr/>
              <a:t>17</a:t>
            </a:fld>
            <a:endParaRPr lang="en-US" altLang="en-US"/>
          </a:p>
        </p:txBody>
      </p:sp>
      <p:sp>
        <p:nvSpPr>
          <p:cNvPr id="1050626" name="Rectangle 2">
            <a:extLst>
              <a:ext uri="{FF2B5EF4-FFF2-40B4-BE49-F238E27FC236}">
                <a16:creationId xmlns:a16="http://schemas.microsoft.com/office/drawing/2014/main" id="{E6AB891E-9A8F-EB42-2979-8FAFCEF6530C}"/>
              </a:ext>
            </a:extLst>
          </p:cNvPr>
          <p:cNvSpPr>
            <a:spLocks noRot="1" noChangeArrowheads="1" noTextEdit="1"/>
          </p:cNvSpPr>
          <p:nvPr>
            <p:ph type="sldImg"/>
          </p:nvPr>
        </p:nvSpPr>
        <p:spPr>
          <a:ln/>
        </p:spPr>
      </p:sp>
      <p:sp>
        <p:nvSpPr>
          <p:cNvPr id="1050627" name="Rectangle 3">
            <a:extLst>
              <a:ext uri="{FF2B5EF4-FFF2-40B4-BE49-F238E27FC236}">
                <a16:creationId xmlns:a16="http://schemas.microsoft.com/office/drawing/2014/main" id="{D332C008-27DD-DE81-E493-696D8D59CBAA}"/>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81B7D20D-5415-22AB-68C1-99BC3B9B8091}"/>
              </a:ext>
            </a:extLst>
          </p:cNvPr>
          <p:cNvSpPr>
            <a:spLocks noGrp="1" noChangeArrowheads="1"/>
          </p:cNvSpPr>
          <p:nvPr>
            <p:ph type="sldNum" sz="quarter" idx="5"/>
          </p:nvPr>
        </p:nvSpPr>
        <p:spPr>
          <a:ln/>
        </p:spPr>
        <p:txBody>
          <a:bodyPr/>
          <a:lstStyle/>
          <a:p>
            <a:fld id="{A2E9B8A1-B7A4-435E-9968-FB4D06C9DD84}" type="slidenum">
              <a:rPr lang="en-US" altLang="en-US"/>
              <a:pPr/>
              <a:t>18</a:t>
            </a:fld>
            <a:endParaRPr lang="en-US" altLang="en-US"/>
          </a:p>
        </p:txBody>
      </p:sp>
      <p:sp>
        <p:nvSpPr>
          <p:cNvPr id="1052674" name="Rectangle 2">
            <a:extLst>
              <a:ext uri="{FF2B5EF4-FFF2-40B4-BE49-F238E27FC236}">
                <a16:creationId xmlns:a16="http://schemas.microsoft.com/office/drawing/2014/main" id="{14353F6B-6E30-AEF3-17BD-5828FCB89CC9}"/>
              </a:ext>
            </a:extLst>
          </p:cNvPr>
          <p:cNvSpPr>
            <a:spLocks noRot="1" noChangeArrowheads="1" noTextEdit="1"/>
          </p:cNvSpPr>
          <p:nvPr>
            <p:ph type="sldImg"/>
          </p:nvPr>
        </p:nvSpPr>
        <p:spPr>
          <a:ln/>
        </p:spPr>
      </p:sp>
      <p:sp>
        <p:nvSpPr>
          <p:cNvPr id="1052675" name="Rectangle 3">
            <a:extLst>
              <a:ext uri="{FF2B5EF4-FFF2-40B4-BE49-F238E27FC236}">
                <a16:creationId xmlns:a16="http://schemas.microsoft.com/office/drawing/2014/main" id="{046C9D3D-5FAE-A842-C2B5-F17254DBADB2}"/>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DC21CB5D-2742-981D-F967-4D2BECCC00D5}"/>
              </a:ext>
            </a:extLst>
          </p:cNvPr>
          <p:cNvSpPr>
            <a:spLocks noGrp="1" noChangeArrowheads="1"/>
          </p:cNvSpPr>
          <p:nvPr>
            <p:ph type="sldNum" sz="quarter" idx="5"/>
          </p:nvPr>
        </p:nvSpPr>
        <p:spPr>
          <a:ln/>
        </p:spPr>
        <p:txBody>
          <a:bodyPr/>
          <a:lstStyle/>
          <a:p>
            <a:fld id="{5E262CD0-FF3A-4EEC-BDC2-C5EC9638B807}" type="slidenum">
              <a:rPr lang="en-US" altLang="en-US"/>
              <a:pPr/>
              <a:t>19</a:t>
            </a:fld>
            <a:endParaRPr lang="en-US" altLang="en-US"/>
          </a:p>
        </p:txBody>
      </p:sp>
      <p:sp>
        <p:nvSpPr>
          <p:cNvPr id="1054722" name="Rectangle 2">
            <a:extLst>
              <a:ext uri="{FF2B5EF4-FFF2-40B4-BE49-F238E27FC236}">
                <a16:creationId xmlns:a16="http://schemas.microsoft.com/office/drawing/2014/main" id="{37FA5094-1870-81F8-B345-B15384B36E68}"/>
              </a:ext>
            </a:extLst>
          </p:cNvPr>
          <p:cNvSpPr>
            <a:spLocks noRot="1" noChangeArrowheads="1" noTextEdit="1"/>
          </p:cNvSpPr>
          <p:nvPr>
            <p:ph type="sldImg"/>
          </p:nvPr>
        </p:nvSpPr>
        <p:spPr>
          <a:ln/>
        </p:spPr>
      </p:sp>
      <p:sp>
        <p:nvSpPr>
          <p:cNvPr id="1054723" name="Rectangle 3">
            <a:extLst>
              <a:ext uri="{FF2B5EF4-FFF2-40B4-BE49-F238E27FC236}">
                <a16:creationId xmlns:a16="http://schemas.microsoft.com/office/drawing/2014/main" id="{6B4147BC-3D1B-8BCC-2669-02E1A8146C82}"/>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66F9D00C-07EC-9E45-75F1-0FB0BA8F3503}"/>
              </a:ext>
            </a:extLst>
          </p:cNvPr>
          <p:cNvSpPr>
            <a:spLocks noGrp="1" noChangeArrowheads="1"/>
          </p:cNvSpPr>
          <p:nvPr>
            <p:ph type="sldNum" sz="quarter" idx="5"/>
          </p:nvPr>
        </p:nvSpPr>
        <p:spPr>
          <a:ln/>
        </p:spPr>
        <p:txBody>
          <a:bodyPr/>
          <a:lstStyle/>
          <a:p>
            <a:fld id="{0298167F-43DB-4174-9BA7-50EB756CE6C9}" type="slidenum">
              <a:rPr lang="en-US" altLang="en-US"/>
              <a:pPr/>
              <a:t>20</a:t>
            </a:fld>
            <a:endParaRPr lang="en-US" altLang="en-US"/>
          </a:p>
        </p:txBody>
      </p:sp>
      <p:sp>
        <p:nvSpPr>
          <p:cNvPr id="1056770" name="Rectangle 2">
            <a:extLst>
              <a:ext uri="{FF2B5EF4-FFF2-40B4-BE49-F238E27FC236}">
                <a16:creationId xmlns:a16="http://schemas.microsoft.com/office/drawing/2014/main" id="{DFD7C2BB-89C4-6382-57E0-4F378AAD7E5E}"/>
              </a:ext>
            </a:extLst>
          </p:cNvPr>
          <p:cNvSpPr>
            <a:spLocks noRot="1" noChangeArrowheads="1" noTextEdit="1"/>
          </p:cNvSpPr>
          <p:nvPr>
            <p:ph type="sldImg"/>
          </p:nvPr>
        </p:nvSpPr>
        <p:spPr>
          <a:ln/>
        </p:spPr>
      </p:sp>
      <p:sp>
        <p:nvSpPr>
          <p:cNvPr id="1056771" name="Rectangle 3">
            <a:extLst>
              <a:ext uri="{FF2B5EF4-FFF2-40B4-BE49-F238E27FC236}">
                <a16:creationId xmlns:a16="http://schemas.microsoft.com/office/drawing/2014/main" id="{8605529B-7A81-9337-F5EB-516930BF8824}"/>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846E465C-E440-3929-47A9-8E7CD309F6E8}"/>
              </a:ext>
            </a:extLst>
          </p:cNvPr>
          <p:cNvSpPr>
            <a:spLocks noGrp="1" noChangeArrowheads="1"/>
          </p:cNvSpPr>
          <p:nvPr>
            <p:ph type="sldNum" sz="quarter" idx="5"/>
          </p:nvPr>
        </p:nvSpPr>
        <p:spPr>
          <a:ln/>
        </p:spPr>
        <p:txBody>
          <a:bodyPr/>
          <a:lstStyle/>
          <a:p>
            <a:fld id="{A850FDA4-149E-46B1-A5B2-C45D93D5BEE5}" type="slidenum">
              <a:rPr lang="en-US" altLang="en-US"/>
              <a:pPr/>
              <a:t>21</a:t>
            </a:fld>
            <a:endParaRPr lang="en-US" altLang="en-US"/>
          </a:p>
        </p:txBody>
      </p:sp>
      <p:sp>
        <p:nvSpPr>
          <p:cNvPr id="1058818" name="Rectangle 2">
            <a:extLst>
              <a:ext uri="{FF2B5EF4-FFF2-40B4-BE49-F238E27FC236}">
                <a16:creationId xmlns:a16="http://schemas.microsoft.com/office/drawing/2014/main" id="{B9E9FA65-B998-E967-3201-9ED3D427FFF5}"/>
              </a:ext>
            </a:extLst>
          </p:cNvPr>
          <p:cNvSpPr>
            <a:spLocks noRot="1" noChangeArrowheads="1" noTextEdit="1"/>
          </p:cNvSpPr>
          <p:nvPr>
            <p:ph type="sldImg"/>
          </p:nvPr>
        </p:nvSpPr>
        <p:spPr>
          <a:ln/>
        </p:spPr>
      </p:sp>
      <p:sp>
        <p:nvSpPr>
          <p:cNvPr id="1058819" name="Rectangle 3">
            <a:extLst>
              <a:ext uri="{FF2B5EF4-FFF2-40B4-BE49-F238E27FC236}">
                <a16:creationId xmlns:a16="http://schemas.microsoft.com/office/drawing/2014/main" id="{51546B8E-6FD2-D68F-D655-1C200BD3F20C}"/>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29E8C2E9-ACD3-BD84-B594-F10EA1FF428C}"/>
              </a:ext>
            </a:extLst>
          </p:cNvPr>
          <p:cNvSpPr>
            <a:spLocks noGrp="1" noChangeArrowheads="1"/>
          </p:cNvSpPr>
          <p:nvPr>
            <p:ph type="sldNum" sz="quarter" idx="5"/>
          </p:nvPr>
        </p:nvSpPr>
        <p:spPr>
          <a:ln/>
        </p:spPr>
        <p:txBody>
          <a:bodyPr/>
          <a:lstStyle/>
          <a:p>
            <a:fld id="{99636155-8A5A-4F52-8240-9826799D85D4}" type="slidenum">
              <a:rPr lang="en-US" altLang="en-US"/>
              <a:pPr/>
              <a:t>22</a:t>
            </a:fld>
            <a:endParaRPr lang="en-US" altLang="en-US"/>
          </a:p>
        </p:txBody>
      </p:sp>
      <p:sp>
        <p:nvSpPr>
          <p:cNvPr id="1060866" name="Rectangle 2">
            <a:extLst>
              <a:ext uri="{FF2B5EF4-FFF2-40B4-BE49-F238E27FC236}">
                <a16:creationId xmlns:a16="http://schemas.microsoft.com/office/drawing/2014/main" id="{96BC9EA6-EE17-CE2D-F36B-83CC50A78D58}"/>
              </a:ext>
            </a:extLst>
          </p:cNvPr>
          <p:cNvSpPr>
            <a:spLocks noRot="1" noChangeArrowheads="1" noTextEdit="1"/>
          </p:cNvSpPr>
          <p:nvPr>
            <p:ph type="sldImg"/>
          </p:nvPr>
        </p:nvSpPr>
        <p:spPr>
          <a:ln/>
        </p:spPr>
      </p:sp>
      <p:sp>
        <p:nvSpPr>
          <p:cNvPr id="1060867" name="Rectangle 3">
            <a:extLst>
              <a:ext uri="{FF2B5EF4-FFF2-40B4-BE49-F238E27FC236}">
                <a16:creationId xmlns:a16="http://schemas.microsoft.com/office/drawing/2014/main" id="{FEF5BC99-0B8C-53BD-BE3B-D5D48686ADCF}"/>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26182B68-CCE5-CA50-394B-AE2508BEE023}"/>
              </a:ext>
            </a:extLst>
          </p:cNvPr>
          <p:cNvSpPr>
            <a:spLocks noGrp="1" noChangeArrowheads="1"/>
          </p:cNvSpPr>
          <p:nvPr>
            <p:ph type="sldNum" sz="quarter" idx="5"/>
          </p:nvPr>
        </p:nvSpPr>
        <p:spPr>
          <a:ln/>
        </p:spPr>
        <p:txBody>
          <a:bodyPr/>
          <a:lstStyle/>
          <a:p>
            <a:fld id="{6A7C3ED9-C47D-4581-8C0A-880974A008FD}" type="slidenum">
              <a:rPr lang="en-US" altLang="en-US"/>
              <a:pPr/>
              <a:t>23</a:t>
            </a:fld>
            <a:endParaRPr lang="en-US" altLang="en-US"/>
          </a:p>
        </p:txBody>
      </p:sp>
      <p:sp>
        <p:nvSpPr>
          <p:cNvPr id="1062914" name="Rectangle 2">
            <a:extLst>
              <a:ext uri="{FF2B5EF4-FFF2-40B4-BE49-F238E27FC236}">
                <a16:creationId xmlns:a16="http://schemas.microsoft.com/office/drawing/2014/main" id="{F4E7892D-0668-1EAE-B55A-708BCA3870B8}"/>
              </a:ext>
            </a:extLst>
          </p:cNvPr>
          <p:cNvSpPr>
            <a:spLocks noRot="1" noChangeArrowheads="1" noTextEdit="1"/>
          </p:cNvSpPr>
          <p:nvPr>
            <p:ph type="sldImg"/>
          </p:nvPr>
        </p:nvSpPr>
        <p:spPr>
          <a:ln/>
        </p:spPr>
      </p:sp>
      <p:sp>
        <p:nvSpPr>
          <p:cNvPr id="1062915" name="Rectangle 3">
            <a:extLst>
              <a:ext uri="{FF2B5EF4-FFF2-40B4-BE49-F238E27FC236}">
                <a16:creationId xmlns:a16="http://schemas.microsoft.com/office/drawing/2014/main" id="{5FB2E376-4471-3D02-5466-8472FFDE8DF6}"/>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B2C6374D-FB47-E043-80BD-62A46D37EC60}"/>
              </a:ext>
            </a:extLst>
          </p:cNvPr>
          <p:cNvSpPr>
            <a:spLocks noGrp="1" noChangeArrowheads="1"/>
          </p:cNvSpPr>
          <p:nvPr>
            <p:ph type="sldNum" sz="quarter" idx="5"/>
          </p:nvPr>
        </p:nvSpPr>
        <p:spPr>
          <a:ln/>
        </p:spPr>
        <p:txBody>
          <a:bodyPr/>
          <a:lstStyle/>
          <a:p>
            <a:fld id="{C53157DE-9E2B-4989-B82A-EA4CB8B6BCE5}" type="slidenum">
              <a:rPr lang="en-US" altLang="en-US"/>
              <a:pPr/>
              <a:t>24</a:t>
            </a:fld>
            <a:endParaRPr lang="en-US" altLang="en-US"/>
          </a:p>
        </p:txBody>
      </p:sp>
      <p:sp>
        <p:nvSpPr>
          <p:cNvPr id="1064962" name="Rectangle 2">
            <a:extLst>
              <a:ext uri="{FF2B5EF4-FFF2-40B4-BE49-F238E27FC236}">
                <a16:creationId xmlns:a16="http://schemas.microsoft.com/office/drawing/2014/main" id="{11BB096A-AB38-5FE1-55E0-E0E9E3C36BB8}"/>
              </a:ext>
            </a:extLst>
          </p:cNvPr>
          <p:cNvSpPr>
            <a:spLocks noRot="1" noChangeArrowheads="1" noTextEdit="1"/>
          </p:cNvSpPr>
          <p:nvPr>
            <p:ph type="sldImg"/>
          </p:nvPr>
        </p:nvSpPr>
        <p:spPr>
          <a:ln/>
        </p:spPr>
      </p:sp>
      <p:sp>
        <p:nvSpPr>
          <p:cNvPr id="1064963" name="Rectangle 3">
            <a:extLst>
              <a:ext uri="{FF2B5EF4-FFF2-40B4-BE49-F238E27FC236}">
                <a16:creationId xmlns:a16="http://schemas.microsoft.com/office/drawing/2014/main" id="{B076362B-B1EF-2AAB-C87B-0E192255F5C2}"/>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88AAE0DF-2334-6EA6-4FA3-E7B3BBD9C5D9}"/>
              </a:ext>
            </a:extLst>
          </p:cNvPr>
          <p:cNvSpPr>
            <a:spLocks noGrp="1" noChangeArrowheads="1"/>
          </p:cNvSpPr>
          <p:nvPr>
            <p:ph type="sldNum" sz="quarter" idx="5"/>
          </p:nvPr>
        </p:nvSpPr>
        <p:spPr>
          <a:ln/>
        </p:spPr>
        <p:txBody>
          <a:bodyPr/>
          <a:lstStyle/>
          <a:p>
            <a:fld id="{6D2DD02B-EED9-4550-A640-89C66A2CF2DF}" type="slidenum">
              <a:rPr lang="en-US" altLang="en-US"/>
              <a:pPr/>
              <a:t>25</a:t>
            </a:fld>
            <a:endParaRPr lang="en-US" altLang="en-US"/>
          </a:p>
        </p:txBody>
      </p:sp>
      <p:sp>
        <p:nvSpPr>
          <p:cNvPr id="1071106" name="Rectangle 2">
            <a:extLst>
              <a:ext uri="{FF2B5EF4-FFF2-40B4-BE49-F238E27FC236}">
                <a16:creationId xmlns:a16="http://schemas.microsoft.com/office/drawing/2014/main" id="{0244C32B-CFBE-8716-39EB-26CB5212597B}"/>
              </a:ext>
            </a:extLst>
          </p:cNvPr>
          <p:cNvSpPr>
            <a:spLocks noRot="1" noChangeArrowheads="1" noTextEdit="1"/>
          </p:cNvSpPr>
          <p:nvPr>
            <p:ph type="sldImg"/>
          </p:nvPr>
        </p:nvSpPr>
        <p:spPr>
          <a:ln/>
        </p:spPr>
      </p:sp>
      <p:sp>
        <p:nvSpPr>
          <p:cNvPr id="1071107" name="Rectangle 3">
            <a:extLst>
              <a:ext uri="{FF2B5EF4-FFF2-40B4-BE49-F238E27FC236}">
                <a16:creationId xmlns:a16="http://schemas.microsoft.com/office/drawing/2014/main" id="{89A5C900-22E7-AE63-CE75-49E6C3168FB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865FBB12-9300-4753-0CFB-8353142007AF}"/>
              </a:ext>
            </a:extLst>
          </p:cNvPr>
          <p:cNvSpPr>
            <a:spLocks noGrp="1" noChangeArrowheads="1"/>
          </p:cNvSpPr>
          <p:nvPr>
            <p:ph type="sldNum" sz="quarter" idx="5"/>
          </p:nvPr>
        </p:nvSpPr>
        <p:spPr>
          <a:ln/>
        </p:spPr>
        <p:txBody>
          <a:bodyPr/>
          <a:lstStyle/>
          <a:p>
            <a:fld id="{C6A16BF5-B1D5-4412-A34D-8E64322AEB6B}" type="slidenum">
              <a:rPr lang="en-US" altLang="en-US"/>
              <a:pPr/>
              <a:t>26</a:t>
            </a:fld>
            <a:endParaRPr lang="en-US" altLang="en-US"/>
          </a:p>
        </p:txBody>
      </p:sp>
      <p:sp>
        <p:nvSpPr>
          <p:cNvPr id="1073154" name="Rectangle 2">
            <a:extLst>
              <a:ext uri="{FF2B5EF4-FFF2-40B4-BE49-F238E27FC236}">
                <a16:creationId xmlns:a16="http://schemas.microsoft.com/office/drawing/2014/main" id="{72A8DBE4-2E11-7D50-664F-05C08B915CFD}"/>
              </a:ext>
            </a:extLst>
          </p:cNvPr>
          <p:cNvSpPr>
            <a:spLocks noRot="1" noChangeArrowheads="1" noTextEdit="1"/>
          </p:cNvSpPr>
          <p:nvPr>
            <p:ph type="sldImg"/>
          </p:nvPr>
        </p:nvSpPr>
        <p:spPr>
          <a:ln/>
        </p:spPr>
      </p:sp>
      <p:sp>
        <p:nvSpPr>
          <p:cNvPr id="1073155" name="Rectangle 3">
            <a:extLst>
              <a:ext uri="{FF2B5EF4-FFF2-40B4-BE49-F238E27FC236}">
                <a16:creationId xmlns:a16="http://schemas.microsoft.com/office/drawing/2014/main" id="{B288B94E-894E-6F35-FCBE-794F69FD2526}"/>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40F6FF5B-8B3A-B745-A2C6-834FE7AB7D18}"/>
              </a:ext>
            </a:extLst>
          </p:cNvPr>
          <p:cNvSpPr>
            <a:spLocks noGrp="1" noChangeArrowheads="1"/>
          </p:cNvSpPr>
          <p:nvPr>
            <p:ph type="sldNum" sz="quarter" idx="5"/>
          </p:nvPr>
        </p:nvSpPr>
        <p:spPr>
          <a:ln/>
        </p:spPr>
        <p:txBody>
          <a:bodyPr/>
          <a:lstStyle/>
          <a:p>
            <a:fld id="{72BDC578-E3F6-41E3-80F5-C570FFBC4738}" type="slidenum">
              <a:rPr lang="en-US" altLang="en-US"/>
              <a:pPr/>
              <a:t>27</a:t>
            </a:fld>
            <a:endParaRPr lang="en-US" altLang="en-US"/>
          </a:p>
        </p:txBody>
      </p:sp>
      <p:sp>
        <p:nvSpPr>
          <p:cNvPr id="1077250" name="Rectangle 2">
            <a:extLst>
              <a:ext uri="{FF2B5EF4-FFF2-40B4-BE49-F238E27FC236}">
                <a16:creationId xmlns:a16="http://schemas.microsoft.com/office/drawing/2014/main" id="{D94E7252-9856-A116-3E89-0438D20814D6}"/>
              </a:ext>
            </a:extLst>
          </p:cNvPr>
          <p:cNvSpPr>
            <a:spLocks noRot="1" noChangeArrowheads="1" noTextEdit="1"/>
          </p:cNvSpPr>
          <p:nvPr>
            <p:ph type="sldImg"/>
          </p:nvPr>
        </p:nvSpPr>
        <p:spPr>
          <a:ln/>
        </p:spPr>
      </p:sp>
      <p:sp>
        <p:nvSpPr>
          <p:cNvPr id="1077251" name="Rectangle 3">
            <a:extLst>
              <a:ext uri="{FF2B5EF4-FFF2-40B4-BE49-F238E27FC236}">
                <a16:creationId xmlns:a16="http://schemas.microsoft.com/office/drawing/2014/main" id="{4B68F7C8-3C99-865B-FF84-1AF5C175284B}"/>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DC05DD4B-F14A-5392-7537-987B70D74953}"/>
              </a:ext>
            </a:extLst>
          </p:cNvPr>
          <p:cNvSpPr>
            <a:spLocks noGrp="1" noChangeArrowheads="1"/>
          </p:cNvSpPr>
          <p:nvPr>
            <p:ph type="sldNum" sz="quarter" idx="5"/>
          </p:nvPr>
        </p:nvSpPr>
        <p:spPr>
          <a:ln/>
        </p:spPr>
        <p:txBody>
          <a:bodyPr/>
          <a:lstStyle/>
          <a:p>
            <a:fld id="{CBC2339A-4CB0-4D6C-936E-49C872BC701D}" type="slidenum">
              <a:rPr lang="en-US" altLang="en-US"/>
              <a:pPr/>
              <a:t>28</a:t>
            </a:fld>
            <a:endParaRPr lang="en-US" altLang="en-US"/>
          </a:p>
        </p:txBody>
      </p:sp>
      <p:sp>
        <p:nvSpPr>
          <p:cNvPr id="1079298" name="Rectangle 2">
            <a:extLst>
              <a:ext uri="{FF2B5EF4-FFF2-40B4-BE49-F238E27FC236}">
                <a16:creationId xmlns:a16="http://schemas.microsoft.com/office/drawing/2014/main" id="{1F1063F1-1A6C-D30D-98D4-671BE7B94194}"/>
              </a:ext>
            </a:extLst>
          </p:cNvPr>
          <p:cNvSpPr>
            <a:spLocks noRot="1" noChangeArrowheads="1" noTextEdit="1"/>
          </p:cNvSpPr>
          <p:nvPr>
            <p:ph type="sldImg"/>
          </p:nvPr>
        </p:nvSpPr>
        <p:spPr>
          <a:ln/>
        </p:spPr>
      </p:sp>
      <p:sp>
        <p:nvSpPr>
          <p:cNvPr id="1079299" name="Rectangle 3">
            <a:extLst>
              <a:ext uri="{FF2B5EF4-FFF2-40B4-BE49-F238E27FC236}">
                <a16:creationId xmlns:a16="http://schemas.microsoft.com/office/drawing/2014/main" id="{15A010C7-73E8-B03C-E7D0-239C31932E06}"/>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181EB944-5F16-E0F9-A47C-952BA7905970}"/>
              </a:ext>
            </a:extLst>
          </p:cNvPr>
          <p:cNvSpPr>
            <a:spLocks noGrp="1" noChangeArrowheads="1"/>
          </p:cNvSpPr>
          <p:nvPr>
            <p:ph type="sldNum" sz="quarter" idx="5"/>
          </p:nvPr>
        </p:nvSpPr>
        <p:spPr>
          <a:ln/>
        </p:spPr>
        <p:txBody>
          <a:bodyPr/>
          <a:lstStyle/>
          <a:p>
            <a:fld id="{6DBB2911-6DE2-427A-BFE2-01CD66CD1560}" type="slidenum">
              <a:rPr lang="en-US" altLang="en-US"/>
              <a:pPr/>
              <a:t>29</a:t>
            </a:fld>
            <a:endParaRPr lang="en-US" altLang="en-US"/>
          </a:p>
        </p:txBody>
      </p:sp>
      <p:sp>
        <p:nvSpPr>
          <p:cNvPr id="1081346" name="Rectangle 2">
            <a:extLst>
              <a:ext uri="{FF2B5EF4-FFF2-40B4-BE49-F238E27FC236}">
                <a16:creationId xmlns:a16="http://schemas.microsoft.com/office/drawing/2014/main" id="{1B3FEEF0-1B28-EF28-DA89-171F627A81EF}"/>
              </a:ext>
            </a:extLst>
          </p:cNvPr>
          <p:cNvSpPr>
            <a:spLocks noRot="1" noChangeArrowheads="1" noTextEdit="1"/>
          </p:cNvSpPr>
          <p:nvPr>
            <p:ph type="sldImg"/>
          </p:nvPr>
        </p:nvSpPr>
        <p:spPr>
          <a:ln/>
        </p:spPr>
      </p:sp>
      <p:sp>
        <p:nvSpPr>
          <p:cNvPr id="1081347" name="Rectangle 3">
            <a:extLst>
              <a:ext uri="{FF2B5EF4-FFF2-40B4-BE49-F238E27FC236}">
                <a16:creationId xmlns:a16="http://schemas.microsoft.com/office/drawing/2014/main" id="{D195026C-03C9-4F95-09C3-A87A8FBBCA30}"/>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7AEAB7F5-52F3-8C5E-A5AD-87194823C6D4}"/>
              </a:ext>
            </a:extLst>
          </p:cNvPr>
          <p:cNvSpPr>
            <a:spLocks noGrp="1" noChangeArrowheads="1"/>
          </p:cNvSpPr>
          <p:nvPr>
            <p:ph type="sldNum" sz="quarter" idx="5"/>
          </p:nvPr>
        </p:nvSpPr>
        <p:spPr>
          <a:ln/>
        </p:spPr>
        <p:txBody>
          <a:bodyPr/>
          <a:lstStyle/>
          <a:p>
            <a:fld id="{18499A22-1BFE-4F18-ACBF-65B7351C9393}" type="slidenum">
              <a:rPr lang="en-US" altLang="en-US"/>
              <a:pPr/>
              <a:t>30</a:t>
            </a:fld>
            <a:endParaRPr lang="en-US" altLang="en-US"/>
          </a:p>
        </p:txBody>
      </p:sp>
      <p:sp>
        <p:nvSpPr>
          <p:cNvPr id="1083394" name="Rectangle 2">
            <a:extLst>
              <a:ext uri="{FF2B5EF4-FFF2-40B4-BE49-F238E27FC236}">
                <a16:creationId xmlns:a16="http://schemas.microsoft.com/office/drawing/2014/main" id="{08D59840-3C5C-1E0E-B8B0-C7A92CDE7BD1}"/>
              </a:ext>
            </a:extLst>
          </p:cNvPr>
          <p:cNvSpPr>
            <a:spLocks noRot="1" noChangeArrowheads="1" noTextEdit="1"/>
          </p:cNvSpPr>
          <p:nvPr>
            <p:ph type="sldImg"/>
          </p:nvPr>
        </p:nvSpPr>
        <p:spPr>
          <a:ln/>
        </p:spPr>
      </p:sp>
      <p:sp>
        <p:nvSpPr>
          <p:cNvPr id="1083395" name="Rectangle 3">
            <a:extLst>
              <a:ext uri="{FF2B5EF4-FFF2-40B4-BE49-F238E27FC236}">
                <a16:creationId xmlns:a16="http://schemas.microsoft.com/office/drawing/2014/main" id="{5CC3DA2E-4153-15E7-F08E-53DCBEEBE755}"/>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54E34D31-9D1A-9028-C3F4-B07986209DB5}"/>
              </a:ext>
            </a:extLst>
          </p:cNvPr>
          <p:cNvSpPr>
            <a:spLocks noGrp="1" noChangeArrowheads="1"/>
          </p:cNvSpPr>
          <p:nvPr>
            <p:ph type="sldNum" sz="quarter" idx="5"/>
          </p:nvPr>
        </p:nvSpPr>
        <p:spPr>
          <a:ln/>
        </p:spPr>
        <p:txBody>
          <a:bodyPr/>
          <a:lstStyle/>
          <a:p>
            <a:fld id="{50F4DC95-6CF3-4818-BB1E-51AF3EF5E711}" type="slidenum">
              <a:rPr lang="en-US" altLang="en-US"/>
              <a:pPr/>
              <a:t>31</a:t>
            </a:fld>
            <a:endParaRPr lang="en-US" altLang="en-US"/>
          </a:p>
        </p:txBody>
      </p:sp>
      <p:sp>
        <p:nvSpPr>
          <p:cNvPr id="1085442" name="Rectangle 2">
            <a:extLst>
              <a:ext uri="{FF2B5EF4-FFF2-40B4-BE49-F238E27FC236}">
                <a16:creationId xmlns:a16="http://schemas.microsoft.com/office/drawing/2014/main" id="{5BBBC242-E788-3457-7B3A-77EB62F3F30B}"/>
              </a:ext>
            </a:extLst>
          </p:cNvPr>
          <p:cNvSpPr>
            <a:spLocks noRot="1" noChangeArrowheads="1" noTextEdit="1"/>
          </p:cNvSpPr>
          <p:nvPr>
            <p:ph type="sldImg"/>
          </p:nvPr>
        </p:nvSpPr>
        <p:spPr>
          <a:ln/>
        </p:spPr>
      </p:sp>
      <p:sp>
        <p:nvSpPr>
          <p:cNvPr id="1085443" name="Rectangle 3">
            <a:extLst>
              <a:ext uri="{FF2B5EF4-FFF2-40B4-BE49-F238E27FC236}">
                <a16:creationId xmlns:a16="http://schemas.microsoft.com/office/drawing/2014/main" id="{6F3B7694-5917-A280-21CE-28CF87262199}"/>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2605FE63-D46D-C32E-820D-165FCE781BA5}"/>
              </a:ext>
            </a:extLst>
          </p:cNvPr>
          <p:cNvSpPr>
            <a:spLocks noGrp="1" noChangeArrowheads="1"/>
          </p:cNvSpPr>
          <p:nvPr>
            <p:ph type="sldNum" sz="quarter" idx="5"/>
          </p:nvPr>
        </p:nvSpPr>
        <p:spPr>
          <a:ln/>
        </p:spPr>
        <p:txBody>
          <a:bodyPr/>
          <a:lstStyle/>
          <a:p>
            <a:fld id="{FF7C3297-9E18-4363-BB69-131A42DC0330}" type="slidenum">
              <a:rPr lang="en-US" altLang="en-US"/>
              <a:pPr/>
              <a:t>32</a:t>
            </a:fld>
            <a:endParaRPr lang="en-US" altLang="en-US"/>
          </a:p>
        </p:txBody>
      </p:sp>
      <p:sp>
        <p:nvSpPr>
          <p:cNvPr id="1087490" name="Rectangle 2">
            <a:extLst>
              <a:ext uri="{FF2B5EF4-FFF2-40B4-BE49-F238E27FC236}">
                <a16:creationId xmlns:a16="http://schemas.microsoft.com/office/drawing/2014/main" id="{81D870F6-6132-488F-188F-81B9EA0844CA}"/>
              </a:ext>
            </a:extLst>
          </p:cNvPr>
          <p:cNvSpPr>
            <a:spLocks noRot="1" noChangeArrowheads="1" noTextEdit="1"/>
          </p:cNvSpPr>
          <p:nvPr>
            <p:ph type="sldImg"/>
          </p:nvPr>
        </p:nvSpPr>
        <p:spPr>
          <a:ln/>
        </p:spPr>
      </p:sp>
      <p:sp>
        <p:nvSpPr>
          <p:cNvPr id="1087491" name="Rectangle 3">
            <a:extLst>
              <a:ext uri="{FF2B5EF4-FFF2-40B4-BE49-F238E27FC236}">
                <a16:creationId xmlns:a16="http://schemas.microsoft.com/office/drawing/2014/main" id="{15854DE8-AA9F-0B65-3C32-01621B92233C}"/>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AE4A1E96-EAB2-D6E4-B01E-D13A8A48B952}"/>
              </a:ext>
            </a:extLst>
          </p:cNvPr>
          <p:cNvSpPr>
            <a:spLocks noGrp="1" noChangeArrowheads="1"/>
          </p:cNvSpPr>
          <p:nvPr>
            <p:ph type="sldNum" sz="quarter" idx="5"/>
          </p:nvPr>
        </p:nvSpPr>
        <p:spPr>
          <a:ln/>
        </p:spPr>
        <p:txBody>
          <a:bodyPr/>
          <a:lstStyle/>
          <a:p>
            <a:fld id="{298595A0-0E82-4083-A8A2-581EF67F4233}" type="slidenum">
              <a:rPr lang="en-US" altLang="en-US"/>
              <a:pPr/>
              <a:t>33</a:t>
            </a:fld>
            <a:endParaRPr lang="en-US" altLang="en-US"/>
          </a:p>
        </p:txBody>
      </p:sp>
      <p:sp>
        <p:nvSpPr>
          <p:cNvPr id="1089538" name="Rectangle 2">
            <a:extLst>
              <a:ext uri="{FF2B5EF4-FFF2-40B4-BE49-F238E27FC236}">
                <a16:creationId xmlns:a16="http://schemas.microsoft.com/office/drawing/2014/main" id="{65B71E51-2466-255B-DEF6-DDCF1E2151B6}"/>
              </a:ext>
            </a:extLst>
          </p:cNvPr>
          <p:cNvSpPr>
            <a:spLocks noRot="1" noChangeArrowheads="1" noTextEdit="1"/>
          </p:cNvSpPr>
          <p:nvPr>
            <p:ph type="sldImg"/>
          </p:nvPr>
        </p:nvSpPr>
        <p:spPr>
          <a:ln/>
        </p:spPr>
      </p:sp>
      <p:sp>
        <p:nvSpPr>
          <p:cNvPr id="1089539" name="Rectangle 3">
            <a:extLst>
              <a:ext uri="{FF2B5EF4-FFF2-40B4-BE49-F238E27FC236}">
                <a16:creationId xmlns:a16="http://schemas.microsoft.com/office/drawing/2014/main" id="{0B9569D2-A00E-80EE-1A79-646DB1A6F9EE}"/>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D8A4BCC6-4158-2B21-77E1-76911D1FBF9D}"/>
              </a:ext>
            </a:extLst>
          </p:cNvPr>
          <p:cNvSpPr>
            <a:spLocks noGrp="1" noChangeArrowheads="1"/>
          </p:cNvSpPr>
          <p:nvPr>
            <p:ph type="sldNum" sz="quarter" idx="5"/>
          </p:nvPr>
        </p:nvSpPr>
        <p:spPr>
          <a:ln/>
        </p:spPr>
        <p:txBody>
          <a:bodyPr/>
          <a:lstStyle/>
          <a:p>
            <a:fld id="{A7497EF4-B84B-47D4-BDEF-BE935FDFD4E7}" type="slidenum">
              <a:rPr lang="en-US" altLang="en-US"/>
              <a:pPr/>
              <a:t>34</a:t>
            </a:fld>
            <a:endParaRPr lang="en-US" altLang="en-US"/>
          </a:p>
        </p:txBody>
      </p:sp>
      <p:sp>
        <p:nvSpPr>
          <p:cNvPr id="1139714" name="Rectangle 2">
            <a:extLst>
              <a:ext uri="{FF2B5EF4-FFF2-40B4-BE49-F238E27FC236}">
                <a16:creationId xmlns:a16="http://schemas.microsoft.com/office/drawing/2014/main" id="{48E315C2-30AD-3F05-7634-FDFA99820AEB}"/>
              </a:ext>
            </a:extLst>
          </p:cNvPr>
          <p:cNvSpPr>
            <a:spLocks noRot="1" noChangeArrowheads="1" noTextEdit="1"/>
          </p:cNvSpPr>
          <p:nvPr>
            <p:ph type="sldImg"/>
          </p:nvPr>
        </p:nvSpPr>
        <p:spPr>
          <a:ln/>
        </p:spPr>
      </p:sp>
      <p:sp>
        <p:nvSpPr>
          <p:cNvPr id="1139715" name="Rectangle 3">
            <a:extLst>
              <a:ext uri="{FF2B5EF4-FFF2-40B4-BE49-F238E27FC236}">
                <a16:creationId xmlns:a16="http://schemas.microsoft.com/office/drawing/2014/main" id="{F3D66059-8A86-C0FF-2D7B-288D562BF620}"/>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A2E13F79-F424-7879-BCA7-F0D1C7FECC68}"/>
              </a:ext>
            </a:extLst>
          </p:cNvPr>
          <p:cNvSpPr>
            <a:spLocks noGrp="1" noChangeArrowheads="1"/>
          </p:cNvSpPr>
          <p:nvPr>
            <p:ph type="sldNum" sz="quarter" idx="5"/>
          </p:nvPr>
        </p:nvSpPr>
        <p:spPr>
          <a:ln/>
        </p:spPr>
        <p:txBody>
          <a:bodyPr/>
          <a:lstStyle/>
          <a:p>
            <a:fld id="{DF92B294-DAA5-4A32-A00D-B3D2F8ABA944}" type="slidenum">
              <a:rPr lang="en-US" altLang="en-US"/>
              <a:pPr/>
              <a:t>35</a:t>
            </a:fld>
            <a:endParaRPr lang="en-US" altLang="en-US"/>
          </a:p>
        </p:txBody>
      </p:sp>
      <p:sp>
        <p:nvSpPr>
          <p:cNvPr id="1141762" name="Rectangle 2">
            <a:extLst>
              <a:ext uri="{FF2B5EF4-FFF2-40B4-BE49-F238E27FC236}">
                <a16:creationId xmlns:a16="http://schemas.microsoft.com/office/drawing/2014/main" id="{A0B985FE-479A-EB4D-7812-3D6F5B86F380}"/>
              </a:ext>
            </a:extLst>
          </p:cNvPr>
          <p:cNvSpPr>
            <a:spLocks noRot="1" noChangeArrowheads="1" noTextEdit="1"/>
          </p:cNvSpPr>
          <p:nvPr>
            <p:ph type="sldImg"/>
          </p:nvPr>
        </p:nvSpPr>
        <p:spPr>
          <a:ln/>
        </p:spPr>
      </p:sp>
      <p:sp>
        <p:nvSpPr>
          <p:cNvPr id="1141763" name="Rectangle 3">
            <a:extLst>
              <a:ext uri="{FF2B5EF4-FFF2-40B4-BE49-F238E27FC236}">
                <a16:creationId xmlns:a16="http://schemas.microsoft.com/office/drawing/2014/main" id="{E96C8695-0B14-EDA7-59C2-25582885521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964E5684-1E92-BFE4-2034-E58B18E3C941}"/>
              </a:ext>
            </a:extLst>
          </p:cNvPr>
          <p:cNvSpPr>
            <a:spLocks noGrp="1" noChangeArrowheads="1"/>
          </p:cNvSpPr>
          <p:nvPr>
            <p:ph type="sldNum" sz="quarter" idx="5"/>
          </p:nvPr>
        </p:nvSpPr>
        <p:spPr>
          <a:ln/>
        </p:spPr>
        <p:txBody>
          <a:bodyPr/>
          <a:lstStyle/>
          <a:p>
            <a:fld id="{A4181233-1A7A-42A0-BD5C-8B046E965B68}" type="slidenum">
              <a:rPr lang="en-US" altLang="en-US"/>
              <a:pPr/>
              <a:t>36</a:t>
            </a:fld>
            <a:endParaRPr lang="en-US" altLang="en-US"/>
          </a:p>
        </p:txBody>
      </p:sp>
      <p:sp>
        <p:nvSpPr>
          <p:cNvPr id="1143810" name="Rectangle 2">
            <a:extLst>
              <a:ext uri="{FF2B5EF4-FFF2-40B4-BE49-F238E27FC236}">
                <a16:creationId xmlns:a16="http://schemas.microsoft.com/office/drawing/2014/main" id="{A367981B-A07D-E202-56BF-50397216A2DF}"/>
              </a:ext>
            </a:extLst>
          </p:cNvPr>
          <p:cNvSpPr>
            <a:spLocks noRot="1" noChangeArrowheads="1" noTextEdit="1"/>
          </p:cNvSpPr>
          <p:nvPr>
            <p:ph type="sldImg"/>
          </p:nvPr>
        </p:nvSpPr>
        <p:spPr>
          <a:ln/>
        </p:spPr>
      </p:sp>
      <p:sp>
        <p:nvSpPr>
          <p:cNvPr id="1143811" name="Rectangle 3">
            <a:extLst>
              <a:ext uri="{FF2B5EF4-FFF2-40B4-BE49-F238E27FC236}">
                <a16:creationId xmlns:a16="http://schemas.microsoft.com/office/drawing/2014/main" id="{A00C2145-4FB1-53C2-6492-1A92A97FDED9}"/>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251C75EE-AB8D-2367-D58E-91FCBE3A37DC}"/>
              </a:ext>
            </a:extLst>
          </p:cNvPr>
          <p:cNvSpPr>
            <a:spLocks noGrp="1" noChangeArrowheads="1"/>
          </p:cNvSpPr>
          <p:nvPr>
            <p:ph type="sldNum" sz="quarter" idx="5"/>
          </p:nvPr>
        </p:nvSpPr>
        <p:spPr>
          <a:ln/>
        </p:spPr>
        <p:txBody>
          <a:bodyPr/>
          <a:lstStyle/>
          <a:p>
            <a:fld id="{B7DD9BDA-DE1B-40F6-9DC8-63DEB1485A54}" type="slidenum">
              <a:rPr lang="en-US" altLang="en-US"/>
              <a:pPr/>
              <a:t>37</a:t>
            </a:fld>
            <a:endParaRPr lang="en-US" altLang="en-US"/>
          </a:p>
        </p:txBody>
      </p:sp>
      <p:sp>
        <p:nvSpPr>
          <p:cNvPr id="1092610" name="Rectangle 2">
            <a:extLst>
              <a:ext uri="{FF2B5EF4-FFF2-40B4-BE49-F238E27FC236}">
                <a16:creationId xmlns:a16="http://schemas.microsoft.com/office/drawing/2014/main" id="{0773D232-90EC-FD3D-B697-4E1ECDC2AA53}"/>
              </a:ext>
            </a:extLst>
          </p:cNvPr>
          <p:cNvSpPr>
            <a:spLocks noRot="1" noChangeArrowheads="1" noTextEdit="1"/>
          </p:cNvSpPr>
          <p:nvPr>
            <p:ph type="sldImg"/>
          </p:nvPr>
        </p:nvSpPr>
        <p:spPr>
          <a:ln/>
        </p:spPr>
      </p:sp>
      <p:sp>
        <p:nvSpPr>
          <p:cNvPr id="1092611" name="Rectangle 3">
            <a:extLst>
              <a:ext uri="{FF2B5EF4-FFF2-40B4-BE49-F238E27FC236}">
                <a16:creationId xmlns:a16="http://schemas.microsoft.com/office/drawing/2014/main" id="{B089113D-4834-ABA9-A16C-42ABCF5128B1}"/>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019BFF37-30BA-E85A-0C1B-2C0551F4587B}"/>
              </a:ext>
            </a:extLst>
          </p:cNvPr>
          <p:cNvSpPr>
            <a:spLocks noGrp="1" noChangeArrowheads="1"/>
          </p:cNvSpPr>
          <p:nvPr>
            <p:ph type="sldNum" sz="quarter" idx="5"/>
          </p:nvPr>
        </p:nvSpPr>
        <p:spPr>
          <a:ln/>
        </p:spPr>
        <p:txBody>
          <a:bodyPr/>
          <a:lstStyle/>
          <a:p>
            <a:fld id="{86515146-804B-4DBA-B618-DDFCB45C2C9E}" type="slidenum">
              <a:rPr lang="en-US" altLang="en-US"/>
              <a:pPr/>
              <a:t>38</a:t>
            </a:fld>
            <a:endParaRPr lang="en-US" altLang="en-US"/>
          </a:p>
        </p:txBody>
      </p:sp>
      <p:sp>
        <p:nvSpPr>
          <p:cNvPr id="1098754" name="Rectangle 2">
            <a:extLst>
              <a:ext uri="{FF2B5EF4-FFF2-40B4-BE49-F238E27FC236}">
                <a16:creationId xmlns:a16="http://schemas.microsoft.com/office/drawing/2014/main" id="{1AA16378-5936-555C-94AA-4FDA40404981}"/>
              </a:ext>
            </a:extLst>
          </p:cNvPr>
          <p:cNvSpPr>
            <a:spLocks noRot="1" noChangeArrowheads="1" noTextEdit="1"/>
          </p:cNvSpPr>
          <p:nvPr>
            <p:ph type="sldImg"/>
          </p:nvPr>
        </p:nvSpPr>
        <p:spPr>
          <a:ln/>
        </p:spPr>
      </p:sp>
      <p:sp>
        <p:nvSpPr>
          <p:cNvPr id="1098755" name="Rectangle 3">
            <a:extLst>
              <a:ext uri="{FF2B5EF4-FFF2-40B4-BE49-F238E27FC236}">
                <a16:creationId xmlns:a16="http://schemas.microsoft.com/office/drawing/2014/main" id="{D7D591A3-DD0F-C742-F532-D17AEF3D455F}"/>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539B226A-2E9B-0562-2720-9FFD0221FB97}"/>
              </a:ext>
            </a:extLst>
          </p:cNvPr>
          <p:cNvSpPr>
            <a:spLocks noGrp="1" noChangeArrowheads="1"/>
          </p:cNvSpPr>
          <p:nvPr>
            <p:ph type="sldNum" sz="quarter" idx="5"/>
          </p:nvPr>
        </p:nvSpPr>
        <p:spPr>
          <a:ln/>
        </p:spPr>
        <p:txBody>
          <a:bodyPr/>
          <a:lstStyle/>
          <a:p>
            <a:fld id="{CDEB203B-D850-40F7-9A06-6F09A9621148}" type="slidenum">
              <a:rPr lang="en-US" altLang="en-US"/>
              <a:pPr/>
              <a:t>39</a:t>
            </a:fld>
            <a:endParaRPr lang="en-US" altLang="en-US"/>
          </a:p>
        </p:txBody>
      </p:sp>
      <p:sp>
        <p:nvSpPr>
          <p:cNvPr id="1094658" name="Rectangle 2">
            <a:extLst>
              <a:ext uri="{FF2B5EF4-FFF2-40B4-BE49-F238E27FC236}">
                <a16:creationId xmlns:a16="http://schemas.microsoft.com/office/drawing/2014/main" id="{6D167FA2-F05E-30A6-3F16-6BF96B0C8688}"/>
              </a:ext>
            </a:extLst>
          </p:cNvPr>
          <p:cNvSpPr>
            <a:spLocks noRot="1" noChangeArrowheads="1" noTextEdit="1"/>
          </p:cNvSpPr>
          <p:nvPr>
            <p:ph type="sldImg"/>
          </p:nvPr>
        </p:nvSpPr>
        <p:spPr>
          <a:ln/>
        </p:spPr>
      </p:sp>
      <p:sp>
        <p:nvSpPr>
          <p:cNvPr id="1094659" name="Rectangle 3">
            <a:extLst>
              <a:ext uri="{FF2B5EF4-FFF2-40B4-BE49-F238E27FC236}">
                <a16:creationId xmlns:a16="http://schemas.microsoft.com/office/drawing/2014/main" id="{1649B2CA-4477-3392-D87E-3FD0560EFDAF}"/>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7DC51DBC-8443-7609-F0ED-BB81C95C14AC}"/>
              </a:ext>
            </a:extLst>
          </p:cNvPr>
          <p:cNvSpPr>
            <a:spLocks noGrp="1" noChangeArrowheads="1"/>
          </p:cNvSpPr>
          <p:nvPr>
            <p:ph type="sldNum" sz="quarter" idx="5"/>
          </p:nvPr>
        </p:nvSpPr>
        <p:spPr>
          <a:ln/>
        </p:spPr>
        <p:txBody>
          <a:bodyPr/>
          <a:lstStyle/>
          <a:p>
            <a:fld id="{ABFD5EA8-810A-4CF1-AF83-19B59F1FDFCB}" type="slidenum">
              <a:rPr lang="en-US" altLang="en-US"/>
              <a:pPr/>
              <a:t>40</a:t>
            </a:fld>
            <a:endParaRPr lang="en-US" altLang="en-US"/>
          </a:p>
        </p:txBody>
      </p:sp>
      <p:sp>
        <p:nvSpPr>
          <p:cNvPr id="1096706" name="Rectangle 2">
            <a:extLst>
              <a:ext uri="{FF2B5EF4-FFF2-40B4-BE49-F238E27FC236}">
                <a16:creationId xmlns:a16="http://schemas.microsoft.com/office/drawing/2014/main" id="{4B9EF39A-8AFC-FA66-5CB5-FEE90F9560AD}"/>
              </a:ext>
            </a:extLst>
          </p:cNvPr>
          <p:cNvSpPr>
            <a:spLocks noRot="1" noChangeArrowheads="1" noTextEdit="1"/>
          </p:cNvSpPr>
          <p:nvPr>
            <p:ph type="sldImg"/>
          </p:nvPr>
        </p:nvSpPr>
        <p:spPr>
          <a:ln/>
        </p:spPr>
      </p:sp>
      <p:sp>
        <p:nvSpPr>
          <p:cNvPr id="1096707" name="Rectangle 3">
            <a:extLst>
              <a:ext uri="{FF2B5EF4-FFF2-40B4-BE49-F238E27FC236}">
                <a16:creationId xmlns:a16="http://schemas.microsoft.com/office/drawing/2014/main" id="{C9EAF1A1-C7F5-4ED8-1BC4-6121245D3000}"/>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44C7527D-9F47-DC57-4053-C3D4B54F266A}"/>
              </a:ext>
            </a:extLst>
          </p:cNvPr>
          <p:cNvSpPr>
            <a:spLocks noGrp="1" noChangeArrowheads="1"/>
          </p:cNvSpPr>
          <p:nvPr>
            <p:ph type="sldNum" sz="quarter" idx="5"/>
          </p:nvPr>
        </p:nvSpPr>
        <p:spPr>
          <a:ln/>
        </p:spPr>
        <p:txBody>
          <a:bodyPr/>
          <a:lstStyle/>
          <a:p>
            <a:fld id="{6F5BA84B-A5F3-46AF-9D9C-680E312ADF2B}" type="slidenum">
              <a:rPr lang="en-US" altLang="en-US"/>
              <a:pPr/>
              <a:t>41</a:t>
            </a:fld>
            <a:endParaRPr lang="en-US" altLang="en-US"/>
          </a:p>
        </p:txBody>
      </p:sp>
      <p:sp>
        <p:nvSpPr>
          <p:cNvPr id="1102850" name="Rectangle 2">
            <a:extLst>
              <a:ext uri="{FF2B5EF4-FFF2-40B4-BE49-F238E27FC236}">
                <a16:creationId xmlns:a16="http://schemas.microsoft.com/office/drawing/2014/main" id="{F80A04F7-34E3-D747-F3A8-3C8697AF20B4}"/>
              </a:ext>
            </a:extLst>
          </p:cNvPr>
          <p:cNvSpPr>
            <a:spLocks noRot="1" noChangeArrowheads="1" noTextEdit="1"/>
          </p:cNvSpPr>
          <p:nvPr>
            <p:ph type="sldImg"/>
          </p:nvPr>
        </p:nvSpPr>
        <p:spPr>
          <a:ln/>
        </p:spPr>
      </p:sp>
      <p:sp>
        <p:nvSpPr>
          <p:cNvPr id="1102851" name="Rectangle 3">
            <a:extLst>
              <a:ext uri="{FF2B5EF4-FFF2-40B4-BE49-F238E27FC236}">
                <a16:creationId xmlns:a16="http://schemas.microsoft.com/office/drawing/2014/main" id="{38CD702B-C622-9FCB-F165-21E2268076F3}"/>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45C60D49-CB0F-1795-7AA5-DB37B3A0186A}"/>
              </a:ext>
            </a:extLst>
          </p:cNvPr>
          <p:cNvSpPr>
            <a:spLocks noGrp="1" noChangeArrowheads="1"/>
          </p:cNvSpPr>
          <p:nvPr>
            <p:ph type="sldNum" sz="quarter" idx="5"/>
          </p:nvPr>
        </p:nvSpPr>
        <p:spPr>
          <a:ln/>
        </p:spPr>
        <p:txBody>
          <a:bodyPr/>
          <a:lstStyle/>
          <a:p>
            <a:fld id="{8CB9689D-D027-42B3-8FC9-067672FAE4B3}" type="slidenum">
              <a:rPr lang="en-US" altLang="en-US"/>
              <a:pPr/>
              <a:t>42</a:t>
            </a:fld>
            <a:endParaRPr lang="en-US" altLang="en-US"/>
          </a:p>
        </p:txBody>
      </p:sp>
      <p:sp>
        <p:nvSpPr>
          <p:cNvPr id="1104898" name="Rectangle 2">
            <a:extLst>
              <a:ext uri="{FF2B5EF4-FFF2-40B4-BE49-F238E27FC236}">
                <a16:creationId xmlns:a16="http://schemas.microsoft.com/office/drawing/2014/main" id="{E741C2EF-CC98-1BBC-C1CE-1F64CD4A944F}"/>
              </a:ext>
            </a:extLst>
          </p:cNvPr>
          <p:cNvSpPr>
            <a:spLocks noRot="1" noChangeArrowheads="1" noTextEdit="1"/>
          </p:cNvSpPr>
          <p:nvPr>
            <p:ph type="sldImg"/>
          </p:nvPr>
        </p:nvSpPr>
        <p:spPr>
          <a:ln/>
        </p:spPr>
      </p:sp>
      <p:sp>
        <p:nvSpPr>
          <p:cNvPr id="1104899" name="Rectangle 3">
            <a:extLst>
              <a:ext uri="{FF2B5EF4-FFF2-40B4-BE49-F238E27FC236}">
                <a16:creationId xmlns:a16="http://schemas.microsoft.com/office/drawing/2014/main" id="{56749B78-A095-33E5-3A95-198B845A950D}"/>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75D6E847-E0D8-B802-45F0-CDF0BE560094}"/>
              </a:ext>
            </a:extLst>
          </p:cNvPr>
          <p:cNvSpPr>
            <a:spLocks noGrp="1" noChangeArrowheads="1"/>
          </p:cNvSpPr>
          <p:nvPr>
            <p:ph type="sldNum" sz="quarter" idx="5"/>
          </p:nvPr>
        </p:nvSpPr>
        <p:spPr>
          <a:ln/>
        </p:spPr>
        <p:txBody>
          <a:bodyPr/>
          <a:lstStyle/>
          <a:p>
            <a:fld id="{631C3494-391D-451E-B254-5F7BD340AE8B}" type="slidenum">
              <a:rPr lang="en-US" altLang="en-US"/>
              <a:pPr/>
              <a:t>43</a:t>
            </a:fld>
            <a:endParaRPr lang="en-US" altLang="en-US"/>
          </a:p>
        </p:txBody>
      </p:sp>
      <p:sp>
        <p:nvSpPr>
          <p:cNvPr id="1106946" name="Rectangle 2">
            <a:extLst>
              <a:ext uri="{FF2B5EF4-FFF2-40B4-BE49-F238E27FC236}">
                <a16:creationId xmlns:a16="http://schemas.microsoft.com/office/drawing/2014/main" id="{54D32C09-1660-15FE-5067-06E31436E983}"/>
              </a:ext>
            </a:extLst>
          </p:cNvPr>
          <p:cNvSpPr>
            <a:spLocks noRot="1" noChangeArrowheads="1" noTextEdit="1"/>
          </p:cNvSpPr>
          <p:nvPr>
            <p:ph type="sldImg"/>
          </p:nvPr>
        </p:nvSpPr>
        <p:spPr>
          <a:ln/>
        </p:spPr>
      </p:sp>
      <p:sp>
        <p:nvSpPr>
          <p:cNvPr id="1106947" name="Rectangle 3">
            <a:extLst>
              <a:ext uri="{FF2B5EF4-FFF2-40B4-BE49-F238E27FC236}">
                <a16:creationId xmlns:a16="http://schemas.microsoft.com/office/drawing/2014/main" id="{70E2B61D-AC78-BFC2-5DF5-927064BC47ED}"/>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67FAC50E-7602-0D83-D4E8-0557C1DA8002}"/>
              </a:ext>
            </a:extLst>
          </p:cNvPr>
          <p:cNvSpPr>
            <a:spLocks noGrp="1" noChangeArrowheads="1"/>
          </p:cNvSpPr>
          <p:nvPr>
            <p:ph type="sldNum" sz="quarter" idx="5"/>
          </p:nvPr>
        </p:nvSpPr>
        <p:spPr>
          <a:ln/>
        </p:spPr>
        <p:txBody>
          <a:bodyPr/>
          <a:lstStyle/>
          <a:p>
            <a:fld id="{9E68E141-3203-49B1-9F2A-54BC3D712B18}" type="slidenum">
              <a:rPr lang="en-US" altLang="en-US"/>
              <a:pPr/>
              <a:t>44</a:t>
            </a:fld>
            <a:endParaRPr lang="en-US" altLang="en-US"/>
          </a:p>
        </p:txBody>
      </p:sp>
      <p:sp>
        <p:nvSpPr>
          <p:cNvPr id="1108994" name="Rectangle 2">
            <a:extLst>
              <a:ext uri="{FF2B5EF4-FFF2-40B4-BE49-F238E27FC236}">
                <a16:creationId xmlns:a16="http://schemas.microsoft.com/office/drawing/2014/main" id="{43D55D9D-88F4-167D-B285-C12CBAE74595}"/>
              </a:ext>
            </a:extLst>
          </p:cNvPr>
          <p:cNvSpPr>
            <a:spLocks noRot="1" noChangeArrowheads="1" noTextEdit="1"/>
          </p:cNvSpPr>
          <p:nvPr>
            <p:ph type="sldImg"/>
          </p:nvPr>
        </p:nvSpPr>
        <p:spPr>
          <a:ln/>
        </p:spPr>
      </p:sp>
      <p:sp>
        <p:nvSpPr>
          <p:cNvPr id="1108995" name="Rectangle 3">
            <a:extLst>
              <a:ext uri="{FF2B5EF4-FFF2-40B4-BE49-F238E27FC236}">
                <a16:creationId xmlns:a16="http://schemas.microsoft.com/office/drawing/2014/main" id="{0EB41C0F-7FFA-02A5-B68D-9CCF9977022F}"/>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BF9F4A8A-0C7D-680F-FD56-A1373150D46B}"/>
              </a:ext>
            </a:extLst>
          </p:cNvPr>
          <p:cNvSpPr>
            <a:spLocks noGrp="1" noChangeArrowheads="1"/>
          </p:cNvSpPr>
          <p:nvPr>
            <p:ph type="sldNum" sz="quarter" idx="5"/>
          </p:nvPr>
        </p:nvSpPr>
        <p:spPr>
          <a:ln/>
        </p:spPr>
        <p:txBody>
          <a:bodyPr/>
          <a:lstStyle/>
          <a:p>
            <a:fld id="{3A9A69A4-62F7-43DA-9E84-24111A15B49F}" type="slidenum">
              <a:rPr lang="en-US" altLang="en-US"/>
              <a:pPr/>
              <a:t>45</a:t>
            </a:fld>
            <a:endParaRPr lang="en-US" altLang="en-US"/>
          </a:p>
        </p:txBody>
      </p:sp>
      <p:sp>
        <p:nvSpPr>
          <p:cNvPr id="1111042" name="Rectangle 2">
            <a:extLst>
              <a:ext uri="{FF2B5EF4-FFF2-40B4-BE49-F238E27FC236}">
                <a16:creationId xmlns:a16="http://schemas.microsoft.com/office/drawing/2014/main" id="{0877E9B0-1662-A6EE-16A9-57B4BD8FD144}"/>
              </a:ext>
            </a:extLst>
          </p:cNvPr>
          <p:cNvSpPr>
            <a:spLocks noRot="1" noChangeArrowheads="1" noTextEdit="1"/>
          </p:cNvSpPr>
          <p:nvPr>
            <p:ph type="sldImg"/>
          </p:nvPr>
        </p:nvSpPr>
        <p:spPr>
          <a:ln/>
        </p:spPr>
      </p:sp>
      <p:sp>
        <p:nvSpPr>
          <p:cNvPr id="1111043" name="Rectangle 3">
            <a:extLst>
              <a:ext uri="{FF2B5EF4-FFF2-40B4-BE49-F238E27FC236}">
                <a16:creationId xmlns:a16="http://schemas.microsoft.com/office/drawing/2014/main" id="{EC1A4E3B-0D6E-48D1-D0BB-BAA15A5D3FB2}"/>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CB300EDF-428F-F761-F41C-B2904F1BD592}"/>
              </a:ext>
            </a:extLst>
          </p:cNvPr>
          <p:cNvSpPr>
            <a:spLocks noGrp="1" noChangeArrowheads="1"/>
          </p:cNvSpPr>
          <p:nvPr>
            <p:ph type="sldNum" sz="quarter" idx="5"/>
          </p:nvPr>
        </p:nvSpPr>
        <p:spPr>
          <a:ln/>
        </p:spPr>
        <p:txBody>
          <a:bodyPr/>
          <a:lstStyle/>
          <a:p>
            <a:fld id="{5FC6DBFE-A739-44D4-A2B4-9A88F94B19BA}" type="slidenum">
              <a:rPr lang="en-US" altLang="en-US"/>
              <a:pPr/>
              <a:t>46</a:t>
            </a:fld>
            <a:endParaRPr lang="en-US" altLang="en-US"/>
          </a:p>
        </p:txBody>
      </p:sp>
      <p:sp>
        <p:nvSpPr>
          <p:cNvPr id="1113090" name="Rectangle 2">
            <a:extLst>
              <a:ext uri="{FF2B5EF4-FFF2-40B4-BE49-F238E27FC236}">
                <a16:creationId xmlns:a16="http://schemas.microsoft.com/office/drawing/2014/main" id="{B600D8A8-53B6-AD5E-913B-11219A933DB7}"/>
              </a:ext>
            </a:extLst>
          </p:cNvPr>
          <p:cNvSpPr>
            <a:spLocks noRot="1" noChangeArrowheads="1" noTextEdit="1"/>
          </p:cNvSpPr>
          <p:nvPr>
            <p:ph type="sldImg"/>
          </p:nvPr>
        </p:nvSpPr>
        <p:spPr>
          <a:ln/>
        </p:spPr>
      </p:sp>
      <p:sp>
        <p:nvSpPr>
          <p:cNvPr id="1113091" name="Rectangle 3">
            <a:extLst>
              <a:ext uri="{FF2B5EF4-FFF2-40B4-BE49-F238E27FC236}">
                <a16:creationId xmlns:a16="http://schemas.microsoft.com/office/drawing/2014/main" id="{07DC46E1-8B82-64C8-9D5D-64181A9E4433}"/>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34771C1D-4093-9232-5AE4-21B31C038446}"/>
              </a:ext>
            </a:extLst>
          </p:cNvPr>
          <p:cNvSpPr>
            <a:spLocks noGrp="1" noChangeArrowheads="1"/>
          </p:cNvSpPr>
          <p:nvPr>
            <p:ph type="sldNum" sz="quarter" idx="5"/>
          </p:nvPr>
        </p:nvSpPr>
        <p:spPr>
          <a:ln/>
        </p:spPr>
        <p:txBody>
          <a:bodyPr/>
          <a:lstStyle/>
          <a:p>
            <a:fld id="{C193A589-C446-47A3-822A-373FED14CC78}" type="slidenum">
              <a:rPr lang="en-US" altLang="en-US"/>
              <a:pPr/>
              <a:t>47</a:t>
            </a:fld>
            <a:endParaRPr lang="en-US" altLang="en-US"/>
          </a:p>
        </p:txBody>
      </p:sp>
      <p:sp>
        <p:nvSpPr>
          <p:cNvPr id="1115138" name="Rectangle 2">
            <a:extLst>
              <a:ext uri="{FF2B5EF4-FFF2-40B4-BE49-F238E27FC236}">
                <a16:creationId xmlns:a16="http://schemas.microsoft.com/office/drawing/2014/main" id="{3DE3AA08-DF67-42DD-2429-FA54EA0567DE}"/>
              </a:ext>
            </a:extLst>
          </p:cNvPr>
          <p:cNvSpPr>
            <a:spLocks noRot="1" noChangeArrowheads="1" noTextEdit="1"/>
          </p:cNvSpPr>
          <p:nvPr>
            <p:ph type="sldImg"/>
          </p:nvPr>
        </p:nvSpPr>
        <p:spPr>
          <a:ln/>
        </p:spPr>
      </p:sp>
      <p:sp>
        <p:nvSpPr>
          <p:cNvPr id="1115139" name="Rectangle 3">
            <a:extLst>
              <a:ext uri="{FF2B5EF4-FFF2-40B4-BE49-F238E27FC236}">
                <a16:creationId xmlns:a16="http://schemas.microsoft.com/office/drawing/2014/main" id="{896CDF0F-465D-5B9D-6A3B-E46D2BEF8F6F}"/>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CCD8DBA5-E066-A631-9867-2697108BACBA}"/>
              </a:ext>
            </a:extLst>
          </p:cNvPr>
          <p:cNvSpPr>
            <a:spLocks noGrp="1" noChangeArrowheads="1"/>
          </p:cNvSpPr>
          <p:nvPr>
            <p:ph type="sldNum" sz="quarter" idx="5"/>
          </p:nvPr>
        </p:nvSpPr>
        <p:spPr>
          <a:ln/>
        </p:spPr>
        <p:txBody>
          <a:bodyPr/>
          <a:lstStyle/>
          <a:p>
            <a:fld id="{82E75F98-1C7C-47D6-98DA-29C729DA6DF4}" type="slidenum">
              <a:rPr lang="en-US" altLang="en-US"/>
              <a:pPr/>
              <a:t>48</a:t>
            </a:fld>
            <a:endParaRPr lang="en-US" altLang="en-US"/>
          </a:p>
        </p:txBody>
      </p:sp>
      <p:sp>
        <p:nvSpPr>
          <p:cNvPr id="1117186" name="Rectangle 2">
            <a:extLst>
              <a:ext uri="{FF2B5EF4-FFF2-40B4-BE49-F238E27FC236}">
                <a16:creationId xmlns:a16="http://schemas.microsoft.com/office/drawing/2014/main" id="{12D22571-0F37-3CCB-6A55-30A3C03BB681}"/>
              </a:ext>
            </a:extLst>
          </p:cNvPr>
          <p:cNvSpPr>
            <a:spLocks noRot="1" noChangeArrowheads="1" noTextEdit="1"/>
          </p:cNvSpPr>
          <p:nvPr>
            <p:ph type="sldImg"/>
          </p:nvPr>
        </p:nvSpPr>
        <p:spPr>
          <a:ln/>
        </p:spPr>
      </p:sp>
      <p:sp>
        <p:nvSpPr>
          <p:cNvPr id="1117187" name="Rectangle 3">
            <a:extLst>
              <a:ext uri="{FF2B5EF4-FFF2-40B4-BE49-F238E27FC236}">
                <a16:creationId xmlns:a16="http://schemas.microsoft.com/office/drawing/2014/main" id="{3B221A52-2EAB-2B2D-1532-86E82F7CCD11}"/>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7A6B1776-D397-0625-728F-4194CE2010FB}"/>
              </a:ext>
            </a:extLst>
          </p:cNvPr>
          <p:cNvSpPr>
            <a:spLocks noGrp="1" noChangeArrowheads="1"/>
          </p:cNvSpPr>
          <p:nvPr>
            <p:ph type="sldNum" sz="quarter" idx="5"/>
          </p:nvPr>
        </p:nvSpPr>
        <p:spPr>
          <a:ln/>
        </p:spPr>
        <p:txBody>
          <a:bodyPr/>
          <a:lstStyle/>
          <a:p>
            <a:fld id="{3E9CEF10-6BBA-4FB0-A197-06A5ABC4EF3D}" type="slidenum">
              <a:rPr lang="en-US" altLang="en-US"/>
              <a:pPr/>
              <a:t>49</a:t>
            </a:fld>
            <a:endParaRPr lang="en-US" altLang="en-US"/>
          </a:p>
        </p:txBody>
      </p:sp>
      <p:sp>
        <p:nvSpPr>
          <p:cNvPr id="1119234" name="Rectangle 2">
            <a:extLst>
              <a:ext uri="{FF2B5EF4-FFF2-40B4-BE49-F238E27FC236}">
                <a16:creationId xmlns:a16="http://schemas.microsoft.com/office/drawing/2014/main" id="{DD3F5C73-64E4-C9CC-782F-6903F74C2249}"/>
              </a:ext>
            </a:extLst>
          </p:cNvPr>
          <p:cNvSpPr>
            <a:spLocks noRot="1" noChangeArrowheads="1" noTextEdit="1"/>
          </p:cNvSpPr>
          <p:nvPr>
            <p:ph type="sldImg"/>
          </p:nvPr>
        </p:nvSpPr>
        <p:spPr>
          <a:ln/>
        </p:spPr>
      </p:sp>
      <p:sp>
        <p:nvSpPr>
          <p:cNvPr id="1119235" name="Rectangle 3">
            <a:extLst>
              <a:ext uri="{FF2B5EF4-FFF2-40B4-BE49-F238E27FC236}">
                <a16:creationId xmlns:a16="http://schemas.microsoft.com/office/drawing/2014/main" id="{E886DDCC-F620-C0B5-A376-6C770478818F}"/>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8C027E9D-0E02-90BD-042F-9F259AE537E0}"/>
              </a:ext>
            </a:extLst>
          </p:cNvPr>
          <p:cNvSpPr>
            <a:spLocks noGrp="1" noChangeArrowheads="1"/>
          </p:cNvSpPr>
          <p:nvPr>
            <p:ph type="sldNum" sz="quarter" idx="5"/>
          </p:nvPr>
        </p:nvSpPr>
        <p:spPr>
          <a:ln/>
        </p:spPr>
        <p:txBody>
          <a:bodyPr/>
          <a:lstStyle/>
          <a:p>
            <a:fld id="{34B633E6-8FA9-460D-82C8-2467A870C96E}" type="slidenum">
              <a:rPr lang="en-US" altLang="en-US"/>
              <a:pPr/>
              <a:t>50</a:t>
            </a:fld>
            <a:endParaRPr lang="en-US" altLang="en-US"/>
          </a:p>
        </p:txBody>
      </p:sp>
      <p:sp>
        <p:nvSpPr>
          <p:cNvPr id="1121282" name="Rectangle 2">
            <a:extLst>
              <a:ext uri="{FF2B5EF4-FFF2-40B4-BE49-F238E27FC236}">
                <a16:creationId xmlns:a16="http://schemas.microsoft.com/office/drawing/2014/main" id="{62C721E8-E190-5AC3-F34D-46ED60925E48}"/>
              </a:ext>
            </a:extLst>
          </p:cNvPr>
          <p:cNvSpPr>
            <a:spLocks noRot="1" noChangeArrowheads="1" noTextEdit="1"/>
          </p:cNvSpPr>
          <p:nvPr>
            <p:ph type="sldImg"/>
          </p:nvPr>
        </p:nvSpPr>
        <p:spPr>
          <a:ln/>
        </p:spPr>
      </p:sp>
      <p:sp>
        <p:nvSpPr>
          <p:cNvPr id="1121283" name="Rectangle 3">
            <a:extLst>
              <a:ext uri="{FF2B5EF4-FFF2-40B4-BE49-F238E27FC236}">
                <a16:creationId xmlns:a16="http://schemas.microsoft.com/office/drawing/2014/main" id="{D80BB998-F40B-98F9-C703-309E1F90785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599E9057-A029-113F-9BD7-7BB3AF7894D5}"/>
              </a:ext>
            </a:extLst>
          </p:cNvPr>
          <p:cNvSpPr>
            <a:spLocks noGrp="1" noChangeArrowheads="1"/>
          </p:cNvSpPr>
          <p:nvPr>
            <p:ph type="sldNum" sz="quarter" idx="5"/>
          </p:nvPr>
        </p:nvSpPr>
        <p:spPr>
          <a:ln/>
        </p:spPr>
        <p:txBody>
          <a:bodyPr/>
          <a:lstStyle/>
          <a:p>
            <a:fld id="{0CA946FF-DD31-4A36-ADAC-692A084AF3E7}" type="slidenum">
              <a:rPr lang="en-US" altLang="en-US"/>
              <a:pPr/>
              <a:t>51</a:t>
            </a:fld>
            <a:endParaRPr lang="en-US" altLang="en-US"/>
          </a:p>
        </p:txBody>
      </p:sp>
      <p:sp>
        <p:nvSpPr>
          <p:cNvPr id="1123330" name="Rectangle 2">
            <a:extLst>
              <a:ext uri="{FF2B5EF4-FFF2-40B4-BE49-F238E27FC236}">
                <a16:creationId xmlns:a16="http://schemas.microsoft.com/office/drawing/2014/main" id="{5CFF72FA-4B1C-C5BA-C885-4168DE0A9DEF}"/>
              </a:ext>
            </a:extLst>
          </p:cNvPr>
          <p:cNvSpPr>
            <a:spLocks noRot="1" noChangeArrowheads="1" noTextEdit="1"/>
          </p:cNvSpPr>
          <p:nvPr>
            <p:ph type="sldImg"/>
          </p:nvPr>
        </p:nvSpPr>
        <p:spPr>
          <a:ln/>
        </p:spPr>
      </p:sp>
      <p:sp>
        <p:nvSpPr>
          <p:cNvPr id="1123331" name="Rectangle 3">
            <a:extLst>
              <a:ext uri="{FF2B5EF4-FFF2-40B4-BE49-F238E27FC236}">
                <a16:creationId xmlns:a16="http://schemas.microsoft.com/office/drawing/2014/main" id="{19CA199F-43EE-394D-5A19-E16CB28FD663}"/>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A6DF5273-AC83-00AF-5B1A-331FD70804C6}"/>
              </a:ext>
            </a:extLst>
          </p:cNvPr>
          <p:cNvSpPr>
            <a:spLocks noGrp="1" noChangeArrowheads="1"/>
          </p:cNvSpPr>
          <p:nvPr>
            <p:ph type="sldNum" sz="quarter" idx="5"/>
          </p:nvPr>
        </p:nvSpPr>
        <p:spPr>
          <a:ln/>
        </p:spPr>
        <p:txBody>
          <a:bodyPr/>
          <a:lstStyle/>
          <a:p>
            <a:fld id="{5F862D1E-307C-4280-94E7-4D2CC18679BD}" type="slidenum">
              <a:rPr lang="en-US" altLang="en-US"/>
              <a:pPr/>
              <a:t>52</a:t>
            </a:fld>
            <a:endParaRPr lang="en-US" altLang="en-US"/>
          </a:p>
        </p:txBody>
      </p:sp>
      <p:sp>
        <p:nvSpPr>
          <p:cNvPr id="1125378" name="Rectangle 2">
            <a:extLst>
              <a:ext uri="{FF2B5EF4-FFF2-40B4-BE49-F238E27FC236}">
                <a16:creationId xmlns:a16="http://schemas.microsoft.com/office/drawing/2014/main" id="{98A452DF-A5AA-0504-47C0-3A8C174A3857}"/>
              </a:ext>
            </a:extLst>
          </p:cNvPr>
          <p:cNvSpPr>
            <a:spLocks noRot="1" noChangeArrowheads="1" noTextEdit="1"/>
          </p:cNvSpPr>
          <p:nvPr>
            <p:ph type="sldImg"/>
          </p:nvPr>
        </p:nvSpPr>
        <p:spPr>
          <a:ln/>
        </p:spPr>
      </p:sp>
      <p:sp>
        <p:nvSpPr>
          <p:cNvPr id="1125379" name="Rectangle 3">
            <a:extLst>
              <a:ext uri="{FF2B5EF4-FFF2-40B4-BE49-F238E27FC236}">
                <a16:creationId xmlns:a16="http://schemas.microsoft.com/office/drawing/2014/main" id="{0B3E3473-2978-F7C9-A0CA-D374C15595E5}"/>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3DBE5A19-123B-7E76-B8F5-7B9673DBA126}"/>
              </a:ext>
            </a:extLst>
          </p:cNvPr>
          <p:cNvSpPr>
            <a:spLocks noGrp="1" noChangeArrowheads="1"/>
          </p:cNvSpPr>
          <p:nvPr>
            <p:ph type="sldNum" sz="quarter" idx="5"/>
          </p:nvPr>
        </p:nvSpPr>
        <p:spPr>
          <a:ln/>
        </p:spPr>
        <p:txBody>
          <a:bodyPr/>
          <a:lstStyle/>
          <a:p>
            <a:fld id="{067C86AE-BA26-4430-852C-554FBCE52671}" type="slidenum">
              <a:rPr lang="en-US" altLang="en-US"/>
              <a:pPr/>
              <a:t>53</a:t>
            </a:fld>
            <a:endParaRPr lang="en-US" altLang="en-US"/>
          </a:p>
        </p:txBody>
      </p:sp>
      <p:sp>
        <p:nvSpPr>
          <p:cNvPr id="1129474" name="Rectangle 2">
            <a:extLst>
              <a:ext uri="{FF2B5EF4-FFF2-40B4-BE49-F238E27FC236}">
                <a16:creationId xmlns:a16="http://schemas.microsoft.com/office/drawing/2014/main" id="{5C50CBE7-520C-D320-F311-9A5CB2165040}"/>
              </a:ext>
            </a:extLst>
          </p:cNvPr>
          <p:cNvSpPr>
            <a:spLocks noRot="1" noChangeArrowheads="1" noTextEdit="1"/>
          </p:cNvSpPr>
          <p:nvPr>
            <p:ph type="sldImg"/>
          </p:nvPr>
        </p:nvSpPr>
        <p:spPr>
          <a:ln/>
        </p:spPr>
      </p:sp>
      <p:sp>
        <p:nvSpPr>
          <p:cNvPr id="1129475" name="Rectangle 3">
            <a:extLst>
              <a:ext uri="{FF2B5EF4-FFF2-40B4-BE49-F238E27FC236}">
                <a16:creationId xmlns:a16="http://schemas.microsoft.com/office/drawing/2014/main" id="{24300620-5221-7A4E-89DA-7340DD2B607A}"/>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9C815B29-C770-1A38-F221-8A69A386B66C}"/>
              </a:ext>
            </a:extLst>
          </p:cNvPr>
          <p:cNvSpPr>
            <a:spLocks noGrp="1" noChangeArrowheads="1"/>
          </p:cNvSpPr>
          <p:nvPr>
            <p:ph type="sldNum" sz="quarter" idx="5"/>
          </p:nvPr>
        </p:nvSpPr>
        <p:spPr>
          <a:ln/>
        </p:spPr>
        <p:txBody>
          <a:bodyPr/>
          <a:lstStyle/>
          <a:p>
            <a:fld id="{CB1DD843-821E-4771-A33D-8FFD6DB89284}" type="slidenum">
              <a:rPr lang="en-US" altLang="en-US"/>
              <a:pPr/>
              <a:t>54</a:t>
            </a:fld>
            <a:endParaRPr lang="en-US" altLang="en-US"/>
          </a:p>
        </p:txBody>
      </p:sp>
      <p:sp>
        <p:nvSpPr>
          <p:cNvPr id="1136642" name="Rectangle 2">
            <a:extLst>
              <a:ext uri="{FF2B5EF4-FFF2-40B4-BE49-F238E27FC236}">
                <a16:creationId xmlns:a16="http://schemas.microsoft.com/office/drawing/2014/main" id="{9A63FB15-E8A9-AC44-3F4F-F0C47901891D}"/>
              </a:ext>
            </a:extLst>
          </p:cNvPr>
          <p:cNvSpPr>
            <a:spLocks noRot="1" noChangeArrowheads="1" noTextEdit="1"/>
          </p:cNvSpPr>
          <p:nvPr>
            <p:ph type="sldImg"/>
          </p:nvPr>
        </p:nvSpPr>
        <p:spPr>
          <a:ln/>
        </p:spPr>
      </p:sp>
      <p:sp>
        <p:nvSpPr>
          <p:cNvPr id="1136643" name="Rectangle 3">
            <a:extLst>
              <a:ext uri="{FF2B5EF4-FFF2-40B4-BE49-F238E27FC236}">
                <a16:creationId xmlns:a16="http://schemas.microsoft.com/office/drawing/2014/main" id="{09C14CA5-0A23-01E0-4CB0-E899705C2553}"/>
              </a:ext>
            </a:extLst>
          </p:cNvPr>
          <p:cNvSpPr>
            <a:spLocks noGrp="1" noChangeArrowheads="1"/>
          </p:cNvSpPr>
          <p:nvPr>
            <p:ph type="body" idx="1"/>
          </p:nvPr>
        </p:nvSpPr>
        <p:spPr/>
        <p:txBody>
          <a:bodyPr/>
          <a:lstStyle/>
          <a:p>
            <a:r>
              <a:rPr lang="en-US" altLang="en-US"/>
              <a:t>1d, 2g, 3e, 4c, 5b, 6a, 7j, 8l, 9k</a:t>
            </a:r>
          </a:p>
          <a:p>
            <a:endParaRPr lang="en-US"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0E97F94E-CD09-43FE-A0DC-0CF91EFC17EB}"/>
              </a:ext>
            </a:extLst>
          </p:cNvPr>
          <p:cNvSpPr>
            <a:spLocks noGrp="1" noChangeArrowheads="1"/>
          </p:cNvSpPr>
          <p:nvPr>
            <p:ph type="sldNum" sz="quarter" idx="5"/>
          </p:nvPr>
        </p:nvSpPr>
        <p:spPr>
          <a:ln/>
        </p:spPr>
        <p:txBody>
          <a:bodyPr/>
          <a:lstStyle/>
          <a:p>
            <a:fld id="{F49F7C16-88FF-4151-8175-518C78F35E8C}" type="slidenum">
              <a:rPr lang="en-US" altLang="en-US"/>
              <a:pPr/>
              <a:t>55</a:t>
            </a:fld>
            <a:endParaRPr lang="en-US" altLang="en-US"/>
          </a:p>
        </p:txBody>
      </p:sp>
      <p:sp>
        <p:nvSpPr>
          <p:cNvPr id="1152002" name="Rectangle 2">
            <a:extLst>
              <a:ext uri="{FF2B5EF4-FFF2-40B4-BE49-F238E27FC236}">
                <a16:creationId xmlns:a16="http://schemas.microsoft.com/office/drawing/2014/main" id="{FF65D4E6-6F3D-2FF7-AE68-A29DFC6DC9E8}"/>
              </a:ext>
            </a:extLst>
          </p:cNvPr>
          <p:cNvSpPr>
            <a:spLocks noRot="1" noChangeArrowheads="1" noTextEdit="1"/>
          </p:cNvSpPr>
          <p:nvPr>
            <p:ph type="sldImg"/>
          </p:nvPr>
        </p:nvSpPr>
        <p:spPr>
          <a:ln/>
        </p:spPr>
      </p:sp>
      <p:sp>
        <p:nvSpPr>
          <p:cNvPr id="1152003" name="Rectangle 3">
            <a:extLst>
              <a:ext uri="{FF2B5EF4-FFF2-40B4-BE49-F238E27FC236}">
                <a16:creationId xmlns:a16="http://schemas.microsoft.com/office/drawing/2014/main" id="{51C653C8-833C-87AC-390C-069A225102B3}"/>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1ACC3D18-E879-790C-74C6-661B2F314260}"/>
              </a:ext>
            </a:extLst>
          </p:cNvPr>
          <p:cNvSpPr>
            <a:spLocks noGrp="1" noChangeArrowheads="1"/>
          </p:cNvSpPr>
          <p:nvPr>
            <p:ph type="sldNum" sz="quarter" idx="5"/>
          </p:nvPr>
        </p:nvSpPr>
        <p:spPr>
          <a:ln/>
        </p:spPr>
        <p:txBody>
          <a:bodyPr/>
          <a:lstStyle/>
          <a:p>
            <a:fld id="{FA273B44-1199-424A-83A8-FE693350EB9D}" type="slidenum">
              <a:rPr lang="en-US" altLang="en-US"/>
              <a:pPr/>
              <a:t>56</a:t>
            </a:fld>
            <a:endParaRPr lang="en-US" altLang="en-US"/>
          </a:p>
        </p:txBody>
      </p:sp>
      <p:sp>
        <p:nvSpPr>
          <p:cNvPr id="1145858" name="Rectangle 2">
            <a:extLst>
              <a:ext uri="{FF2B5EF4-FFF2-40B4-BE49-F238E27FC236}">
                <a16:creationId xmlns:a16="http://schemas.microsoft.com/office/drawing/2014/main" id="{B607691C-CFD7-81FB-C2FF-906FD7D5001A}"/>
              </a:ext>
            </a:extLst>
          </p:cNvPr>
          <p:cNvSpPr>
            <a:spLocks noRot="1" noChangeArrowheads="1" noTextEdit="1"/>
          </p:cNvSpPr>
          <p:nvPr>
            <p:ph type="sldImg"/>
          </p:nvPr>
        </p:nvSpPr>
        <p:spPr>
          <a:ln/>
        </p:spPr>
      </p:sp>
      <p:sp>
        <p:nvSpPr>
          <p:cNvPr id="1145859" name="Rectangle 3">
            <a:extLst>
              <a:ext uri="{FF2B5EF4-FFF2-40B4-BE49-F238E27FC236}">
                <a16:creationId xmlns:a16="http://schemas.microsoft.com/office/drawing/2014/main" id="{19934DDF-17EE-26B6-666E-29CB19D42A24}"/>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07039417-748D-986D-3BC7-69CFC9002323}"/>
              </a:ext>
            </a:extLst>
          </p:cNvPr>
          <p:cNvSpPr>
            <a:spLocks noGrp="1" noChangeArrowheads="1"/>
          </p:cNvSpPr>
          <p:nvPr>
            <p:ph type="sldNum" sz="quarter" idx="5"/>
          </p:nvPr>
        </p:nvSpPr>
        <p:spPr>
          <a:ln/>
        </p:spPr>
        <p:txBody>
          <a:bodyPr/>
          <a:lstStyle/>
          <a:p>
            <a:fld id="{E3A9DC41-B40E-4F55-B766-FC5869FEC43C}" type="slidenum">
              <a:rPr lang="en-US" altLang="en-US"/>
              <a:pPr/>
              <a:t>57</a:t>
            </a:fld>
            <a:endParaRPr lang="en-US" altLang="en-US"/>
          </a:p>
        </p:txBody>
      </p:sp>
      <p:sp>
        <p:nvSpPr>
          <p:cNvPr id="1156098" name="Rectangle 2">
            <a:extLst>
              <a:ext uri="{FF2B5EF4-FFF2-40B4-BE49-F238E27FC236}">
                <a16:creationId xmlns:a16="http://schemas.microsoft.com/office/drawing/2014/main" id="{7D916423-90E0-E7AD-CCBF-65D22A06BDBA}"/>
              </a:ext>
            </a:extLst>
          </p:cNvPr>
          <p:cNvSpPr>
            <a:spLocks noRot="1" noChangeArrowheads="1" noTextEdit="1"/>
          </p:cNvSpPr>
          <p:nvPr>
            <p:ph type="sldImg"/>
          </p:nvPr>
        </p:nvSpPr>
        <p:spPr>
          <a:ln/>
        </p:spPr>
      </p:sp>
      <p:sp>
        <p:nvSpPr>
          <p:cNvPr id="1156099" name="Rectangle 3">
            <a:extLst>
              <a:ext uri="{FF2B5EF4-FFF2-40B4-BE49-F238E27FC236}">
                <a16:creationId xmlns:a16="http://schemas.microsoft.com/office/drawing/2014/main" id="{51C23AD7-3268-95AB-569A-040E9111ADDA}"/>
              </a:ext>
            </a:extLst>
          </p:cNvPr>
          <p:cNvSpPr>
            <a:spLocks noGrp="1" noChangeArrowheads="1"/>
          </p:cNvSpPr>
          <p:nvPr>
            <p:ph type="body" idx="1"/>
          </p:nvPr>
        </p:nvSpPr>
        <p:spPr/>
        <p:txBody>
          <a:bodyPr/>
          <a:lstStyle/>
          <a:p>
            <a:r>
              <a:rPr lang="en-US" altLang="en-US"/>
              <a:t>CPI = BCWP/ACWP</a:t>
            </a:r>
            <a:br>
              <a:rPr lang="en-US" altLang="en-US"/>
            </a:br>
            <a:r>
              <a:rPr lang="en-US" altLang="en-US"/>
              <a:t>      = $1000/$1350 = .74</a:t>
            </a:r>
          </a:p>
          <a:p>
            <a:r>
              <a:rPr lang="en-US" altLang="en-US"/>
              <a:t>SPI = BCWP/BCWS</a:t>
            </a:r>
            <a:br>
              <a:rPr lang="en-US" altLang="en-US"/>
            </a:br>
            <a:r>
              <a:rPr lang="en-US" altLang="en-US"/>
              <a:t>      = $1000/$1500 = .67</a:t>
            </a:r>
          </a:p>
          <a:p>
            <a:r>
              <a:rPr lang="en-US" altLang="en-US"/>
              <a:t>ETC = (BAC – BCWP)/CPI</a:t>
            </a:r>
            <a:br>
              <a:rPr lang="en-US" altLang="en-US"/>
            </a:br>
            <a:r>
              <a:rPr lang="en-US" altLang="en-US"/>
              <a:t>       = $(1500 – 1000)/.74</a:t>
            </a:r>
            <a:br>
              <a:rPr lang="en-US" altLang="en-US"/>
            </a:br>
            <a:r>
              <a:rPr lang="en-US" altLang="en-US"/>
              <a:t>       = $675</a:t>
            </a:r>
          </a:p>
          <a:p>
            <a:r>
              <a:rPr lang="en-US" altLang="en-US"/>
              <a:t>EAC =  ACWP + ETC = $1350 + $675</a:t>
            </a:r>
            <a:br>
              <a:rPr lang="en-US" altLang="en-US"/>
            </a:br>
            <a:r>
              <a:rPr lang="en-US" altLang="en-US"/>
              <a:t>       = $2025</a:t>
            </a:r>
          </a:p>
          <a:p>
            <a:endParaRPr lang="en-US" altLang="en-US"/>
          </a:p>
          <a:p>
            <a:r>
              <a:rPr lang="en-US" altLang="en-US"/>
              <a:t>EAC = BAC/CPI = 1500/0.74 = $2025</a:t>
            </a:r>
          </a:p>
          <a:p>
            <a:r>
              <a:rPr lang="en-US" altLang="en-US"/>
              <a:t>ETC = EAC – ACWP = 2025 – 1350 =$ 675</a:t>
            </a:r>
            <a:br>
              <a:rPr lang="en-US" altLang="en-US"/>
            </a:br>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1682" name="Group 2">
            <a:extLst>
              <a:ext uri="{FF2B5EF4-FFF2-40B4-BE49-F238E27FC236}">
                <a16:creationId xmlns:a16="http://schemas.microsoft.com/office/drawing/2014/main" id="{E7A0511F-E574-0771-43B0-EEE92052675B}"/>
              </a:ext>
            </a:extLst>
          </p:cNvPr>
          <p:cNvGrpSpPr>
            <a:grpSpLocks/>
          </p:cNvGrpSpPr>
          <p:nvPr/>
        </p:nvGrpSpPr>
        <p:grpSpPr bwMode="auto">
          <a:xfrm>
            <a:off x="0" y="2438400"/>
            <a:ext cx="9009063" cy="1052513"/>
            <a:chOff x="0" y="1536"/>
            <a:chExt cx="5675" cy="663"/>
          </a:xfrm>
        </p:grpSpPr>
        <p:grpSp>
          <p:nvGrpSpPr>
            <p:cNvPr id="71683" name="Group 3">
              <a:extLst>
                <a:ext uri="{FF2B5EF4-FFF2-40B4-BE49-F238E27FC236}">
                  <a16:creationId xmlns:a16="http://schemas.microsoft.com/office/drawing/2014/main" id="{1CAE1A6A-F5F4-AA62-219A-CD0A65732842}"/>
                </a:ext>
              </a:extLst>
            </p:cNvPr>
            <p:cNvGrpSpPr>
              <a:grpSpLocks/>
            </p:cNvGrpSpPr>
            <p:nvPr/>
          </p:nvGrpSpPr>
          <p:grpSpPr bwMode="auto">
            <a:xfrm>
              <a:off x="183" y="1604"/>
              <a:ext cx="448" cy="299"/>
              <a:chOff x="720" y="336"/>
              <a:chExt cx="624" cy="432"/>
            </a:xfrm>
          </p:grpSpPr>
          <p:sp>
            <p:nvSpPr>
              <p:cNvPr id="71684" name="Rectangle 4">
                <a:extLst>
                  <a:ext uri="{FF2B5EF4-FFF2-40B4-BE49-F238E27FC236}">
                    <a16:creationId xmlns:a16="http://schemas.microsoft.com/office/drawing/2014/main" id="{1C8B5DEB-43A8-2819-947B-0901D06B9F3E}"/>
                  </a:ext>
                </a:extLst>
              </p:cNvPr>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685" name="Rectangle 5">
                <a:extLst>
                  <a:ext uri="{FF2B5EF4-FFF2-40B4-BE49-F238E27FC236}">
                    <a16:creationId xmlns:a16="http://schemas.microsoft.com/office/drawing/2014/main" id="{C78222B3-E37C-A368-7B0A-E35BD1581336}"/>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1686" name="Group 6">
              <a:extLst>
                <a:ext uri="{FF2B5EF4-FFF2-40B4-BE49-F238E27FC236}">
                  <a16:creationId xmlns:a16="http://schemas.microsoft.com/office/drawing/2014/main" id="{369C30C3-457E-1107-DD5E-1BDD74D3C86B}"/>
                </a:ext>
              </a:extLst>
            </p:cNvPr>
            <p:cNvGrpSpPr>
              <a:grpSpLocks/>
            </p:cNvGrpSpPr>
            <p:nvPr/>
          </p:nvGrpSpPr>
          <p:grpSpPr bwMode="auto">
            <a:xfrm>
              <a:off x="261" y="1870"/>
              <a:ext cx="465" cy="299"/>
              <a:chOff x="912" y="2640"/>
              <a:chExt cx="672" cy="432"/>
            </a:xfrm>
          </p:grpSpPr>
          <p:sp>
            <p:nvSpPr>
              <p:cNvPr id="71687" name="Rectangle 7">
                <a:extLst>
                  <a:ext uri="{FF2B5EF4-FFF2-40B4-BE49-F238E27FC236}">
                    <a16:creationId xmlns:a16="http://schemas.microsoft.com/office/drawing/2014/main" id="{8CB9F69B-FEAC-C95B-72C1-1C704DE31461}"/>
                  </a:ext>
                </a:extLst>
              </p:cNvPr>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688" name="Rectangle 8">
                <a:extLst>
                  <a:ext uri="{FF2B5EF4-FFF2-40B4-BE49-F238E27FC236}">
                    <a16:creationId xmlns:a16="http://schemas.microsoft.com/office/drawing/2014/main" id="{2D1E3348-F6DC-457E-BD3E-722845DE8546}"/>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71689" name="Rectangle 9">
              <a:extLst>
                <a:ext uri="{FF2B5EF4-FFF2-40B4-BE49-F238E27FC236}">
                  <a16:creationId xmlns:a16="http://schemas.microsoft.com/office/drawing/2014/main" id="{95056E2B-7B49-C857-86AA-92063BB3C21A}"/>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690" name="Rectangle 10">
              <a:extLst>
                <a:ext uri="{FF2B5EF4-FFF2-40B4-BE49-F238E27FC236}">
                  <a16:creationId xmlns:a16="http://schemas.microsoft.com/office/drawing/2014/main" id="{5DA5E170-E81F-9244-CCEA-F4134847C2C7}"/>
                </a:ext>
              </a:extLst>
            </p:cNvPr>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691" name="Rectangle 11">
              <a:extLst>
                <a:ext uri="{FF2B5EF4-FFF2-40B4-BE49-F238E27FC236}">
                  <a16:creationId xmlns:a16="http://schemas.microsoft.com/office/drawing/2014/main" id="{8F0FE1F2-8E52-1A16-4D98-38B0ED0C6109}"/>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71692" name="Rectangle 12">
            <a:extLst>
              <a:ext uri="{FF2B5EF4-FFF2-40B4-BE49-F238E27FC236}">
                <a16:creationId xmlns:a16="http://schemas.microsoft.com/office/drawing/2014/main" id="{BDE4CA1E-DE6B-F628-D952-3AAC1E8DD687}"/>
              </a:ext>
            </a:extLst>
          </p:cNvPr>
          <p:cNvSpPr>
            <a:spLocks noGrp="1" noChangeArrowheads="1"/>
          </p:cNvSpPr>
          <p:nvPr>
            <p:ph type="ctrTitle"/>
          </p:nvPr>
        </p:nvSpPr>
        <p:spPr>
          <a:xfrm>
            <a:off x="990600" y="1676400"/>
            <a:ext cx="7772400" cy="1462088"/>
          </a:xfrm>
        </p:spPr>
        <p:txBody>
          <a:bodyPr/>
          <a:lstStyle>
            <a:lvl1pPr>
              <a:defRPr/>
            </a:lvl1pPr>
          </a:lstStyle>
          <a:p>
            <a:pPr lvl="0"/>
            <a:r>
              <a:rPr lang="en-US" altLang="en-US" noProof="0"/>
              <a:t>Click to edit Master title style</a:t>
            </a:r>
          </a:p>
        </p:txBody>
      </p:sp>
      <p:sp>
        <p:nvSpPr>
          <p:cNvPr id="71693" name="Rectangle 13">
            <a:extLst>
              <a:ext uri="{FF2B5EF4-FFF2-40B4-BE49-F238E27FC236}">
                <a16:creationId xmlns:a16="http://schemas.microsoft.com/office/drawing/2014/main" id="{EC16E0C3-3508-5D03-7F01-8EB0B1E79269}"/>
              </a:ext>
            </a:extLst>
          </p:cNvPr>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en-US" altLang="en-US" noProof="0"/>
              <a:t>Click to edit Master subtitle style</a:t>
            </a:r>
          </a:p>
        </p:txBody>
      </p:sp>
      <p:sp>
        <p:nvSpPr>
          <p:cNvPr id="71694" name="Rectangle 14">
            <a:extLst>
              <a:ext uri="{FF2B5EF4-FFF2-40B4-BE49-F238E27FC236}">
                <a16:creationId xmlns:a16="http://schemas.microsoft.com/office/drawing/2014/main" id="{32E4499F-26E6-E87C-0A7F-C2CD1FF82268}"/>
              </a:ext>
            </a:extLst>
          </p:cNvPr>
          <p:cNvSpPr>
            <a:spLocks noGrp="1" noChangeArrowheads="1"/>
          </p:cNvSpPr>
          <p:nvPr>
            <p:ph type="dt" sz="half" idx="2"/>
          </p:nvPr>
        </p:nvSpPr>
        <p:spPr>
          <a:xfrm>
            <a:off x="990600" y="6248400"/>
            <a:ext cx="1905000" cy="457200"/>
          </a:xfrm>
        </p:spPr>
        <p:txBody>
          <a:bodyPr/>
          <a:lstStyle>
            <a:lvl1pPr>
              <a:defRPr>
                <a:solidFill>
                  <a:schemeClr val="bg2"/>
                </a:solidFill>
              </a:defRPr>
            </a:lvl1pPr>
          </a:lstStyle>
          <a:p>
            <a:endParaRPr lang="en-US" altLang="en-US"/>
          </a:p>
        </p:txBody>
      </p:sp>
      <p:sp>
        <p:nvSpPr>
          <p:cNvPr id="71695" name="Rectangle 15">
            <a:extLst>
              <a:ext uri="{FF2B5EF4-FFF2-40B4-BE49-F238E27FC236}">
                <a16:creationId xmlns:a16="http://schemas.microsoft.com/office/drawing/2014/main" id="{FF03593E-F773-E95E-4ACC-9CBD14770B71}"/>
              </a:ext>
            </a:extLst>
          </p:cNvPr>
          <p:cNvSpPr>
            <a:spLocks noGrp="1" noChangeArrowheads="1"/>
          </p:cNvSpPr>
          <p:nvPr>
            <p:ph type="ftr" sz="quarter" idx="3"/>
          </p:nvPr>
        </p:nvSpPr>
        <p:spPr>
          <a:xfrm>
            <a:off x="3429000" y="6248400"/>
            <a:ext cx="2895600" cy="457200"/>
          </a:xfrm>
        </p:spPr>
        <p:txBody>
          <a:bodyPr/>
          <a:lstStyle>
            <a:lvl1pPr>
              <a:defRPr>
                <a:solidFill>
                  <a:schemeClr val="bg2"/>
                </a:solidFill>
              </a:defRPr>
            </a:lvl1pPr>
          </a:lstStyle>
          <a:p>
            <a:endParaRPr lang="en-US" altLang="en-US"/>
          </a:p>
        </p:txBody>
      </p:sp>
      <p:sp>
        <p:nvSpPr>
          <p:cNvPr id="71696" name="Rectangle 16">
            <a:extLst>
              <a:ext uri="{FF2B5EF4-FFF2-40B4-BE49-F238E27FC236}">
                <a16:creationId xmlns:a16="http://schemas.microsoft.com/office/drawing/2014/main" id="{2F9B8552-FA67-D939-F9BC-9061D6B13479}"/>
              </a:ext>
            </a:extLst>
          </p:cNvPr>
          <p:cNvSpPr>
            <a:spLocks noGrp="1" noChangeArrowheads="1"/>
          </p:cNvSpPr>
          <p:nvPr>
            <p:ph type="sldNum" sz="quarter" idx="4"/>
          </p:nvPr>
        </p:nvSpPr>
        <p:spPr>
          <a:xfrm>
            <a:off x="6858000" y="6248400"/>
            <a:ext cx="1905000" cy="457200"/>
          </a:xfrm>
        </p:spPr>
        <p:txBody>
          <a:bodyPr/>
          <a:lstStyle>
            <a:lvl1pPr>
              <a:defRPr>
                <a:solidFill>
                  <a:schemeClr val="bg2"/>
                </a:solidFill>
              </a:defRPr>
            </a:lvl1pPr>
          </a:lstStyle>
          <a:p>
            <a:fld id="{470F9DE1-457D-4E09-ACE6-BCA81B7CFCE6}" type="slidenum">
              <a:rPr lang="en-US" altLang="en-US"/>
              <a:pPr/>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93B24-218B-0189-0AA4-C1062C08E36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27025E-9FFD-63F0-C581-0F74D880C43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05A908-C836-38D9-4C2A-E9DDAF1A1CD9}"/>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8B5D278C-DB5F-C47C-721B-52CFA99848EE}"/>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ADF9AF4F-FFE3-F93A-266C-0E8E0B75CF8E}"/>
              </a:ext>
            </a:extLst>
          </p:cNvPr>
          <p:cNvSpPr>
            <a:spLocks noGrp="1"/>
          </p:cNvSpPr>
          <p:nvPr>
            <p:ph type="sldNum" sz="quarter" idx="12"/>
          </p:nvPr>
        </p:nvSpPr>
        <p:spPr/>
        <p:txBody>
          <a:bodyPr/>
          <a:lstStyle>
            <a:lvl1pPr>
              <a:defRPr/>
            </a:lvl1pPr>
          </a:lstStyle>
          <a:p>
            <a:fld id="{0E2218B8-EA0F-4824-A639-393D364690AA}" type="slidenum">
              <a:rPr lang="en-US" altLang="en-US"/>
              <a:pPr/>
              <a:t>‹#›</a:t>
            </a:fld>
            <a:endParaRPr lang="en-US" altLang="en-US"/>
          </a:p>
        </p:txBody>
      </p:sp>
    </p:spTree>
    <p:extLst>
      <p:ext uri="{BB962C8B-B14F-4D97-AF65-F5344CB8AC3E}">
        <p14:creationId xmlns:p14="http://schemas.microsoft.com/office/powerpoint/2010/main" val="20353062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35814-4500-7AEA-DF73-E660592228CC}"/>
              </a:ext>
            </a:extLst>
          </p:cNvPr>
          <p:cNvSpPr>
            <a:spLocks noGrp="1"/>
          </p:cNvSpPr>
          <p:nvPr>
            <p:ph type="title"/>
          </p:nvPr>
        </p:nvSpPr>
        <p:spPr>
          <a:xfrm>
            <a:off x="623888" y="1709738"/>
            <a:ext cx="7886700" cy="2852737"/>
          </a:xfrm>
        </p:spPr>
        <p:txBody>
          <a:bodyPr/>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EE693F9-443E-97B7-84DF-E9CA24F00F5C}"/>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A46CBB0D-AF3C-0211-B428-26D7ED026B4C}"/>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5D6ED2BF-9C24-920C-CABF-24B3F112C85C}"/>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E5F0BB60-4739-3CE9-73C8-89E6594841D4}"/>
              </a:ext>
            </a:extLst>
          </p:cNvPr>
          <p:cNvSpPr>
            <a:spLocks noGrp="1"/>
          </p:cNvSpPr>
          <p:nvPr>
            <p:ph type="sldNum" sz="quarter" idx="12"/>
          </p:nvPr>
        </p:nvSpPr>
        <p:spPr/>
        <p:txBody>
          <a:bodyPr/>
          <a:lstStyle>
            <a:lvl1pPr>
              <a:defRPr/>
            </a:lvl1pPr>
          </a:lstStyle>
          <a:p>
            <a:fld id="{74483A20-E9A8-46BE-A8A9-9DADE3CFB411}" type="slidenum">
              <a:rPr lang="en-US" altLang="en-US"/>
              <a:pPr/>
              <a:t>‹#›</a:t>
            </a:fld>
            <a:endParaRPr lang="en-US" altLang="en-US"/>
          </a:p>
        </p:txBody>
      </p:sp>
    </p:spTree>
    <p:extLst>
      <p:ext uri="{BB962C8B-B14F-4D97-AF65-F5344CB8AC3E}">
        <p14:creationId xmlns:p14="http://schemas.microsoft.com/office/powerpoint/2010/main" val="35308390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DAB5D-BF96-84E5-AB45-E4843ABD370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FCF7F8-C338-388E-93DE-DA3FD9FD953E}"/>
              </a:ext>
            </a:extLst>
          </p:cNvPr>
          <p:cNvSpPr>
            <a:spLocks noGrp="1"/>
          </p:cNvSpPr>
          <p:nvPr>
            <p:ph sz="half" idx="1"/>
          </p:nvPr>
        </p:nvSpPr>
        <p:spPr>
          <a:xfrm>
            <a:off x="762000" y="1676400"/>
            <a:ext cx="4019550" cy="4456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BAF8523-24C5-7F89-0002-D9F7DE917F1F}"/>
              </a:ext>
            </a:extLst>
          </p:cNvPr>
          <p:cNvSpPr>
            <a:spLocks noGrp="1"/>
          </p:cNvSpPr>
          <p:nvPr>
            <p:ph sz="half" idx="2"/>
          </p:nvPr>
        </p:nvSpPr>
        <p:spPr>
          <a:xfrm>
            <a:off x="4933950" y="1676400"/>
            <a:ext cx="4021138" cy="4456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EBFA9C0-5DFD-0C4B-F210-67D2E8B6F053}"/>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0D745040-DF1B-3408-F265-C3A9A33CF9F9}"/>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89CAF1B3-418C-DEB6-2412-6E5F4F148906}"/>
              </a:ext>
            </a:extLst>
          </p:cNvPr>
          <p:cNvSpPr>
            <a:spLocks noGrp="1"/>
          </p:cNvSpPr>
          <p:nvPr>
            <p:ph type="sldNum" sz="quarter" idx="12"/>
          </p:nvPr>
        </p:nvSpPr>
        <p:spPr/>
        <p:txBody>
          <a:bodyPr/>
          <a:lstStyle>
            <a:lvl1pPr>
              <a:defRPr/>
            </a:lvl1pPr>
          </a:lstStyle>
          <a:p>
            <a:fld id="{0E196A2A-CBB9-49E7-8E1C-6EA9B2CF914B}" type="slidenum">
              <a:rPr lang="en-US" altLang="en-US"/>
              <a:pPr/>
              <a:t>‹#›</a:t>
            </a:fld>
            <a:endParaRPr lang="en-US" altLang="en-US"/>
          </a:p>
        </p:txBody>
      </p:sp>
    </p:spTree>
    <p:extLst>
      <p:ext uri="{BB962C8B-B14F-4D97-AF65-F5344CB8AC3E}">
        <p14:creationId xmlns:p14="http://schemas.microsoft.com/office/powerpoint/2010/main" val="1273111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2E402-5187-336E-033E-EE50414E20FE}"/>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6A2005B-D86D-7DDC-FA1B-721DF6FDB6F9}"/>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05D137C-6EB7-7D0A-2C0C-DC7DA2F1538C}"/>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24559E3-016D-C213-2A90-EBB874C87431}"/>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EE4245-0379-D9E3-FF3B-78007D540B29}"/>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CBD23FF-A64C-6C51-86A7-06194FF2A5A9}"/>
              </a:ext>
            </a:extLst>
          </p:cNvPr>
          <p:cNvSpPr>
            <a:spLocks noGrp="1"/>
          </p:cNvSpPr>
          <p:nvPr>
            <p:ph type="dt" sz="half" idx="10"/>
          </p:nvPr>
        </p:nvSpPr>
        <p:spPr/>
        <p:txBody>
          <a:bodyPr/>
          <a:lstStyle>
            <a:lvl1pPr>
              <a:defRPr/>
            </a:lvl1pPr>
          </a:lstStyle>
          <a:p>
            <a:endParaRPr lang="en-US" altLang="en-US"/>
          </a:p>
        </p:txBody>
      </p:sp>
      <p:sp>
        <p:nvSpPr>
          <p:cNvPr id="8" name="Footer Placeholder 7">
            <a:extLst>
              <a:ext uri="{FF2B5EF4-FFF2-40B4-BE49-F238E27FC236}">
                <a16:creationId xmlns:a16="http://schemas.microsoft.com/office/drawing/2014/main" id="{A44C6F3B-9053-1A10-9894-DF603C5E7D07}"/>
              </a:ext>
            </a:extLst>
          </p:cNvPr>
          <p:cNvSpPr>
            <a:spLocks noGrp="1"/>
          </p:cNvSpPr>
          <p:nvPr>
            <p:ph type="ftr" sz="quarter" idx="11"/>
          </p:nvPr>
        </p:nvSpPr>
        <p:spPr/>
        <p:txBody>
          <a:bodyPr/>
          <a:lstStyle>
            <a:lvl1pPr>
              <a:defRPr/>
            </a:lvl1pPr>
          </a:lstStyle>
          <a:p>
            <a:endParaRPr lang="en-US" altLang="en-US"/>
          </a:p>
        </p:txBody>
      </p:sp>
      <p:sp>
        <p:nvSpPr>
          <p:cNvPr id="9" name="Slide Number Placeholder 8">
            <a:extLst>
              <a:ext uri="{FF2B5EF4-FFF2-40B4-BE49-F238E27FC236}">
                <a16:creationId xmlns:a16="http://schemas.microsoft.com/office/drawing/2014/main" id="{D6478E28-931E-7491-A233-D55298F26D65}"/>
              </a:ext>
            </a:extLst>
          </p:cNvPr>
          <p:cNvSpPr>
            <a:spLocks noGrp="1"/>
          </p:cNvSpPr>
          <p:nvPr>
            <p:ph type="sldNum" sz="quarter" idx="12"/>
          </p:nvPr>
        </p:nvSpPr>
        <p:spPr/>
        <p:txBody>
          <a:bodyPr/>
          <a:lstStyle>
            <a:lvl1pPr>
              <a:defRPr/>
            </a:lvl1pPr>
          </a:lstStyle>
          <a:p>
            <a:fld id="{5FCC5578-FE3C-4FAC-94E8-6EAED0093491}" type="slidenum">
              <a:rPr lang="en-US" altLang="en-US"/>
              <a:pPr/>
              <a:t>‹#›</a:t>
            </a:fld>
            <a:endParaRPr lang="en-US" altLang="en-US"/>
          </a:p>
        </p:txBody>
      </p:sp>
    </p:spTree>
    <p:extLst>
      <p:ext uri="{BB962C8B-B14F-4D97-AF65-F5344CB8AC3E}">
        <p14:creationId xmlns:p14="http://schemas.microsoft.com/office/powerpoint/2010/main" val="84372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39056-992F-0BD7-FCA2-DA77D94648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6223964-CB59-6936-0FE4-497F15724952}"/>
              </a:ext>
            </a:extLst>
          </p:cNvPr>
          <p:cNvSpPr>
            <a:spLocks noGrp="1"/>
          </p:cNvSpPr>
          <p:nvPr>
            <p:ph type="dt" sz="half" idx="10"/>
          </p:nvPr>
        </p:nvSpPr>
        <p:spPr/>
        <p:txBody>
          <a:bodyPr/>
          <a:lstStyle>
            <a:lvl1pPr>
              <a:defRPr/>
            </a:lvl1pPr>
          </a:lstStyle>
          <a:p>
            <a:endParaRPr lang="en-US" altLang="en-US"/>
          </a:p>
        </p:txBody>
      </p:sp>
      <p:sp>
        <p:nvSpPr>
          <p:cNvPr id="4" name="Footer Placeholder 3">
            <a:extLst>
              <a:ext uri="{FF2B5EF4-FFF2-40B4-BE49-F238E27FC236}">
                <a16:creationId xmlns:a16="http://schemas.microsoft.com/office/drawing/2014/main" id="{7E36EA66-931B-1EEE-7735-FD8618FE1F61}"/>
              </a:ext>
            </a:extLst>
          </p:cNvPr>
          <p:cNvSpPr>
            <a:spLocks noGrp="1"/>
          </p:cNvSpPr>
          <p:nvPr>
            <p:ph type="ftr" sz="quarter" idx="11"/>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76988456-B701-4582-68FF-DB7AA27C2FBB}"/>
              </a:ext>
            </a:extLst>
          </p:cNvPr>
          <p:cNvSpPr>
            <a:spLocks noGrp="1"/>
          </p:cNvSpPr>
          <p:nvPr>
            <p:ph type="sldNum" sz="quarter" idx="12"/>
          </p:nvPr>
        </p:nvSpPr>
        <p:spPr/>
        <p:txBody>
          <a:bodyPr/>
          <a:lstStyle>
            <a:lvl1pPr>
              <a:defRPr/>
            </a:lvl1pPr>
          </a:lstStyle>
          <a:p>
            <a:fld id="{5BAB751A-3B2F-403B-9AFF-6B4E200A3CBD}" type="slidenum">
              <a:rPr lang="en-US" altLang="en-US"/>
              <a:pPr/>
              <a:t>‹#›</a:t>
            </a:fld>
            <a:endParaRPr lang="en-US" altLang="en-US"/>
          </a:p>
        </p:txBody>
      </p:sp>
    </p:spTree>
    <p:extLst>
      <p:ext uri="{BB962C8B-B14F-4D97-AF65-F5344CB8AC3E}">
        <p14:creationId xmlns:p14="http://schemas.microsoft.com/office/powerpoint/2010/main" val="39633246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BD0795-548A-7037-5297-39E8949A2AEF}"/>
              </a:ext>
            </a:extLst>
          </p:cNvPr>
          <p:cNvSpPr>
            <a:spLocks noGrp="1"/>
          </p:cNvSpPr>
          <p:nvPr>
            <p:ph type="dt" sz="half" idx="10"/>
          </p:nvPr>
        </p:nvSpPr>
        <p:spPr/>
        <p:txBody>
          <a:bodyPr/>
          <a:lstStyle>
            <a:lvl1pPr>
              <a:defRPr/>
            </a:lvl1pPr>
          </a:lstStyle>
          <a:p>
            <a:endParaRPr lang="en-US" altLang="en-US"/>
          </a:p>
        </p:txBody>
      </p:sp>
      <p:sp>
        <p:nvSpPr>
          <p:cNvPr id="3" name="Footer Placeholder 2">
            <a:extLst>
              <a:ext uri="{FF2B5EF4-FFF2-40B4-BE49-F238E27FC236}">
                <a16:creationId xmlns:a16="http://schemas.microsoft.com/office/drawing/2014/main" id="{9240304B-9479-694A-277D-C0BD9FCCC6BD}"/>
              </a:ext>
            </a:extLst>
          </p:cNvPr>
          <p:cNvSpPr>
            <a:spLocks noGrp="1"/>
          </p:cNvSpPr>
          <p:nvPr>
            <p:ph type="ftr" sz="quarter" idx="11"/>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54476F14-98E4-27DE-6C8A-90770CE342A2}"/>
              </a:ext>
            </a:extLst>
          </p:cNvPr>
          <p:cNvSpPr>
            <a:spLocks noGrp="1"/>
          </p:cNvSpPr>
          <p:nvPr>
            <p:ph type="sldNum" sz="quarter" idx="12"/>
          </p:nvPr>
        </p:nvSpPr>
        <p:spPr/>
        <p:txBody>
          <a:bodyPr/>
          <a:lstStyle>
            <a:lvl1pPr>
              <a:defRPr/>
            </a:lvl1pPr>
          </a:lstStyle>
          <a:p>
            <a:fld id="{4609A1B1-34D8-4A91-BE65-C268FF8CAD5C}" type="slidenum">
              <a:rPr lang="en-US" altLang="en-US"/>
              <a:pPr/>
              <a:t>‹#›</a:t>
            </a:fld>
            <a:endParaRPr lang="en-US" altLang="en-US"/>
          </a:p>
        </p:txBody>
      </p:sp>
    </p:spTree>
    <p:extLst>
      <p:ext uri="{BB962C8B-B14F-4D97-AF65-F5344CB8AC3E}">
        <p14:creationId xmlns:p14="http://schemas.microsoft.com/office/powerpoint/2010/main" val="6262338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08C25-2CBE-E2D4-9E37-CC9F8DB4C263}"/>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F8A68B9-2672-7B4C-87CD-B0AB3B9D1567}"/>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1C9A9B8-E958-88B5-2856-C33611AF2FFE}"/>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F04DFA-A840-8817-3326-CC50ED4A11A1}"/>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002EA374-F5D9-B02E-0A0A-960FE81F11E5}"/>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7F8602F6-91C0-7818-994C-20D8DA43AB19}"/>
              </a:ext>
            </a:extLst>
          </p:cNvPr>
          <p:cNvSpPr>
            <a:spLocks noGrp="1"/>
          </p:cNvSpPr>
          <p:nvPr>
            <p:ph type="sldNum" sz="quarter" idx="12"/>
          </p:nvPr>
        </p:nvSpPr>
        <p:spPr/>
        <p:txBody>
          <a:bodyPr/>
          <a:lstStyle>
            <a:lvl1pPr>
              <a:defRPr/>
            </a:lvl1pPr>
          </a:lstStyle>
          <a:p>
            <a:fld id="{E51973A4-D8BC-441B-9E2E-C45CA0CE6AC6}" type="slidenum">
              <a:rPr lang="en-US" altLang="en-US"/>
              <a:pPr/>
              <a:t>‹#›</a:t>
            </a:fld>
            <a:endParaRPr lang="en-US" altLang="en-US"/>
          </a:p>
        </p:txBody>
      </p:sp>
    </p:spTree>
    <p:extLst>
      <p:ext uri="{BB962C8B-B14F-4D97-AF65-F5344CB8AC3E}">
        <p14:creationId xmlns:p14="http://schemas.microsoft.com/office/powerpoint/2010/main" val="16395899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D5783-B5C6-9308-FDB0-00FC8A938A05}"/>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1F3B618-8D71-3541-A11E-CF5D17D05E3B}"/>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4A5CB19-A620-2B90-CBDB-AF41408A8CFD}"/>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C69514-B65B-5916-45F3-E5327D40ED72}"/>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E84E8EE0-EC48-D43F-8A29-0521B0AF0CAC}"/>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1F0B789F-037A-D344-F553-4F254FDFED61}"/>
              </a:ext>
            </a:extLst>
          </p:cNvPr>
          <p:cNvSpPr>
            <a:spLocks noGrp="1"/>
          </p:cNvSpPr>
          <p:nvPr>
            <p:ph type="sldNum" sz="quarter" idx="12"/>
          </p:nvPr>
        </p:nvSpPr>
        <p:spPr/>
        <p:txBody>
          <a:bodyPr/>
          <a:lstStyle>
            <a:lvl1pPr>
              <a:defRPr/>
            </a:lvl1pPr>
          </a:lstStyle>
          <a:p>
            <a:fld id="{670DC5BF-F958-41E3-AD28-90A46399D9EB}" type="slidenum">
              <a:rPr lang="en-US" altLang="en-US"/>
              <a:pPr/>
              <a:t>‹#›</a:t>
            </a:fld>
            <a:endParaRPr lang="en-US" altLang="en-US"/>
          </a:p>
        </p:txBody>
      </p:sp>
    </p:spTree>
    <p:extLst>
      <p:ext uri="{BB962C8B-B14F-4D97-AF65-F5344CB8AC3E}">
        <p14:creationId xmlns:p14="http://schemas.microsoft.com/office/powerpoint/2010/main" val="8361951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185F0-41CF-0E34-D4C3-FFE8D1756A1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94EB21A-784F-78E5-FB52-BE89BEA4E88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FEEC19-A78E-DFBD-42A0-D7A50C69A5EE}"/>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D04C620E-9F80-3E1D-E193-4CFC18B02153}"/>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6793748E-C838-A675-F178-34668E4E4940}"/>
              </a:ext>
            </a:extLst>
          </p:cNvPr>
          <p:cNvSpPr>
            <a:spLocks noGrp="1"/>
          </p:cNvSpPr>
          <p:nvPr>
            <p:ph type="sldNum" sz="quarter" idx="12"/>
          </p:nvPr>
        </p:nvSpPr>
        <p:spPr/>
        <p:txBody>
          <a:bodyPr/>
          <a:lstStyle>
            <a:lvl1pPr>
              <a:defRPr/>
            </a:lvl1pPr>
          </a:lstStyle>
          <a:p>
            <a:fld id="{2E1DD176-4FBD-401F-808E-9DC359AA6BEA}" type="slidenum">
              <a:rPr lang="en-US" altLang="en-US"/>
              <a:pPr/>
              <a:t>‹#›</a:t>
            </a:fld>
            <a:endParaRPr lang="en-US" altLang="en-US"/>
          </a:p>
        </p:txBody>
      </p:sp>
    </p:spTree>
    <p:extLst>
      <p:ext uri="{BB962C8B-B14F-4D97-AF65-F5344CB8AC3E}">
        <p14:creationId xmlns:p14="http://schemas.microsoft.com/office/powerpoint/2010/main" val="3559037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1366ACE-A86F-B6A5-5B6E-E68BB7048029}"/>
              </a:ext>
            </a:extLst>
          </p:cNvPr>
          <p:cNvSpPr>
            <a:spLocks noGrp="1"/>
          </p:cNvSpPr>
          <p:nvPr>
            <p:ph type="title" orient="vert"/>
          </p:nvPr>
        </p:nvSpPr>
        <p:spPr>
          <a:xfrm>
            <a:off x="6907213" y="152400"/>
            <a:ext cx="2047875" cy="5980113"/>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B0FB725-78A6-313A-E34E-B150434645B4}"/>
              </a:ext>
            </a:extLst>
          </p:cNvPr>
          <p:cNvSpPr>
            <a:spLocks noGrp="1"/>
          </p:cNvSpPr>
          <p:nvPr>
            <p:ph type="body" orient="vert" idx="1"/>
          </p:nvPr>
        </p:nvSpPr>
        <p:spPr>
          <a:xfrm>
            <a:off x="762000" y="152400"/>
            <a:ext cx="5992813" cy="59801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E4D888-56A7-54A7-EFF2-F525E360A572}"/>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5600BF38-0435-185F-9591-61ED2D73CEDB}"/>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556FA65C-74BF-4E50-AF07-DFC81C76B1EE}"/>
              </a:ext>
            </a:extLst>
          </p:cNvPr>
          <p:cNvSpPr>
            <a:spLocks noGrp="1"/>
          </p:cNvSpPr>
          <p:nvPr>
            <p:ph type="sldNum" sz="quarter" idx="12"/>
          </p:nvPr>
        </p:nvSpPr>
        <p:spPr/>
        <p:txBody>
          <a:bodyPr/>
          <a:lstStyle>
            <a:lvl1pPr>
              <a:defRPr/>
            </a:lvl1pPr>
          </a:lstStyle>
          <a:p>
            <a:fld id="{64F57D90-CED1-4CE6-8E35-44C7E34E187D}" type="slidenum">
              <a:rPr lang="en-US" altLang="en-US"/>
              <a:pPr/>
              <a:t>‹#›</a:t>
            </a:fld>
            <a:endParaRPr lang="en-US" altLang="en-US"/>
          </a:p>
        </p:txBody>
      </p:sp>
    </p:spTree>
    <p:extLst>
      <p:ext uri="{BB962C8B-B14F-4D97-AF65-F5344CB8AC3E}">
        <p14:creationId xmlns:p14="http://schemas.microsoft.com/office/powerpoint/2010/main" val="29297165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1811-74CB-15C8-725A-33CF64961847}"/>
              </a:ext>
            </a:extLst>
          </p:cNvPr>
          <p:cNvSpPr>
            <a:spLocks noGrp="1"/>
          </p:cNvSpPr>
          <p:nvPr>
            <p:ph type="title"/>
          </p:nvPr>
        </p:nvSpPr>
        <p:spPr>
          <a:xfrm>
            <a:off x="1150938" y="152400"/>
            <a:ext cx="7793037" cy="1004888"/>
          </a:xfrm>
        </p:spPr>
        <p:txBody>
          <a:bodyPr/>
          <a:lstStyle/>
          <a:p>
            <a:r>
              <a:rPr lang="en-US"/>
              <a:t>Click to edit Master title style</a:t>
            </a:r>
          </a:p>
        </p:txBody>
      </p:sp>
      <p:sp>
        <p:nvSpPr>
          <p:cNvPr id="3" name="Text Placeholder 2">
            <a:extLst>
              <a:ext uri="{FF2B5EF4-FFF2-40B4-BE49-F238E27FC236}">
                <a16:creationId xmlns:a16="http://schemas.microsoft.com/office/drawing/2014/main" id="{53D92CD3-91F1-8447-E2B1-81D77B8B4097}"/>
              </a:ext>
            </a:extLst>
          </p:cNvPr>
          <p:cNvSpPr>
            <a:spLocks noGrp="1"/>
          </p:cNvSpPr>
          <p:nvPr>
            <p:ph type="body" sz="half" idx="1"/>
          </p:nvPr>
        </p:nvSpPr>
        <p:spPr>
          <a:xfrm>
            <a:off x="762000" y="1676400"/>
            <a:ext cx="4019550" cy="4456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B19C0B0-5A07-3645-2ED5-830680575D41}"/>
              </a:ext>
            </a:extLst>
          </p:cNvPr>
          <p:cNvSpPr>
            <a:spLocks noGrp="1"/>
          </p:cNvSpPr>
          <p:nvPr>
            <p:ph sz="half" idx="2"/>
          </p:nvPr>
        </p:nvSpPr>
        <p:spPr>
          <a:xfrm>
            <a:off x="4933950" y="1676400"/>
            <a:ext cx="4021138" cy="4456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CC70476-1A80-7DEF-A54E-74166B8DFE7E}"/>
              </a:ext>
            </a:extLst>
          </p:cNvPr>
          <p:cNvSpPr>
            <a:spLocks noGrp="1"/>
          </p:cNvSpPr>
          <p:nvPr>
            <p:ph type="dt" sz="half" idx="10"/>
          </p:nvPr>
        </p:nvSpPr>
        <p:spPr>
          <a:xfrm>
            <a:off x="1162050" y="6243638"/>
            <a:ext cx="1905000" cy="457200"/>
          </a:xfrm>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665DE950-E54B-DEAE-3885-0D9168FE9AA7}"/>
              </a:ext>
            </a:extLst>
          </p:cNvPr>
          <p:cNvSpPr>
            <a:spLocks noGrp="1"/>
          </p:cNvSpPr>
          <p:nvPr>
            <p:ph type="ftr" sz="quarter" idx="11"/>
          </p:nvPr>
        </p:nvSpPr>
        <p:spPr>
          <a:xfrm>
            <a:off x="3657600" y="6243638"/>
            <a:ext cx="2895600" cy="457200"/>
          </a:xfrm>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B9640085-D638-A6AB-CD42-BE429804D962}"/>
              </a:ext>
            </a:extLst>
          </p:cNvPr>
          <p:cNvSpPr>
            <a:spLocks noGrp="1"/>
          </p:cNvSpPr>
          <p:nvPr>
            <p:ph type="sldNum" sz="quarter" idx="12"/>
          </p:nvPr>
        </p:nvSpPr>
        <p:spPr>
          <a:xfrm>
            <a:off x="7042150" y="6243638"/>
            <a:ext cx="1905000" cy="457200"/>
          </a:xfrm>
        </p:spPr>
        <p:txBody>
          <a:bodyPr/>
          <a:lstStyle>
            <a:lvl1pPr>
              <a:defRPr/>
            </a:lvl1pPr>
          </a:lstStyle>
          <a:p>
            <a:fld id="{D99CAAE7-BF40-46F1-9F36-3843C132EE51}" type="slidenum">
              <a:rPr lang="en-US" altLang="en-US"/>
              <a:pPr/>
              <a:t>‹#›</a:t>
            </a:fld>
            <a:endParaRPr lang="en-US" altLang="en-US"/>
          </a:p>
        </p:txBody>
      </p:sp>
    </p:spTree>
    <p:extLst>
      <p:ext uri="{BB962C8B-B14F-4D97-AF65-F5344CB8AC3E}">
        <p14:creationId xmlns:p14="http://schemas.microsoft.com/office/powerpoint/2010/main" val="22442977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AB5530E7-B815-17C5-5281-E4B9316204C2}"/>
              </a:ext>
            </a:extLst>
          </p:cNvPr>
          <p:cNvSpPr>
            <a:spLocks noChangeArrowheads="1"/>
          </p:cNvSpPr>
          <p:nvPr/>
        </p:nvSpPr>
        <p:spPr bwMode="ltGray">
          <a:xfrm>
            <a:off x="417513" y="5651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kumimoji="1" lang="en-US" altLang="en-US" sz="2400" b="0"/>
          </a:p>
        </p:txBody>
      </p:sp>
      <p:sp>
        <p:nvSpPr>
          <p:cNvPr id="70659" name="Rectangle 3">
            <a:extLst>
              <a:ext uri="{FF2B5EF4-FFF2-40B4-BE49-F238E27FC236}">
                <a16:creationId xmlns:a16="http://schemas.microsoft.com/office/drawing/2014/main" id="{2DD39B56-0036-B52A-4034-82E38347A303}"/>
              </a:ext>
            </a:extLst>
          </p:cNvPr>
          <p:cNvSpPr>
            <a:spLocks noChangeArrowheads="1"/>
          </p:cNvSpPr>
          <p:nvPr/>
        </p:nvSpPr>
        <p:spPr bwMode="ltGray">
          <a:xfrm>
            <a:off x="800100" y="5651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kumimoji="1" lang="en-US" altLang="en-US" sz="2400" b="0"/>
          </a:p>
        </p:txBody>
      </p:sp>
      <p:sp>
        <p:nvSpPr>
          <p:cNvPr id="70660" name="Rectangle 4">
            <a:extLst>
              <a:ext uri="{FF2B5EF4-FFF2-40B4-BE49-F238E27FC236}">
                <a16:creationId xmlns:a16="http://schemas.microsoft.com/office/drawing/2014/main" id="{30B4A376-CF0A-6004-29C9-583FF547E352}"/>
              </a:ext>
            </a:extLst>
          </p:cNvPr>
          <p:cNvSpPr>
            <a:spLocks noChangeArrowheads="1"/>
          </p:cNvSpPr>
          <p:nvPr/>
        </p:nvSpPr>
        <p:spPr bwMode="ltGray">
          <a:xfrm>
            <a:off x="541338" y="9874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kumimoji="1" lang="en-US" altLang="en-US" sz="2400" b="0"/>
          </a:p>
        </p:txBody>
      </p:sp>
      <p:sp>
        <p:nvSpPr>
          <p:cNvPr id="70661" name="Rectangle 5">
            <a:extLst>
              <a:ext uri="{FF2B5EF4-FFF2-40B4-BE49-F238E27FC236}">
                <a16:creationId xmlns:a16="http://schemas.microsoft.com/office/drawing/2014/main" id="{694267FB-73F8-B1A7-1257-6ED4569E2C29}"/>
              </a:ext>
            </a:extLst>
          </p:cNvPr>
          <p:cNvSpPr>
            <a:spLocks noChangeArrowheads="1"/>
          </p:cNvSpPr>
          <p:nvPr/>
        </p:nvSpPr>
        <p:spPr bwMode="ltGray">
          <a:xfrm>
            <a:off x="911225" y="9874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kumimoji="1" lang="en-US" altLang="en-US" sz="2400" b="0"/>
          </a:p>
        </p:txBody>
      </p:sp>
      <p:sp>
        <p:nvSpPr>
          <p:cNvPr id="70662" name="Rectangle 6">
            <a:extLst>
              <a:ext uri="{FF2B5EF4-FFF2-40B4-BE49-F238E27FC236}">
                <a16:creationId xmlns:a16="http://schemas.microsoft.com/office/drawing/2014/main" id="{24BCD9F0-ACE1-9832-7098-7F7F3949108C}"/>
              </a:ext>
            </a:extLst>
          </p:cNvPr>
          <p:cNvSpPr>
            <a:spLocks noChangeArrowheads="1"/>
          </p:cNvSpPr>
          <p:nvPr/>
        </p:nvSpPr>
        <p:spPr bwMode="ltGray">
          <a:xfrm>
            <a:off x="127000" y="9144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kumimoji="1" lang="en-US" altLang="en-US" sz="2400" b="0"/>
          </a:p>
        </p:txBody>
      </p:sp>
      <p:sp>
        <p:nvSpPr>
          <p:cNvPr id="70663" name="Rectangle 7">
            <a:extLst>
              <a:ext uri="{FF2B5EF4-FFF2-40B4-BE49-F238E27FC236}">
                <a16:creationId xmlns:a16="http://schemas.microsoft.com/office/drawing/2014/main" id="{73E7426A-3708-54FE-E8E0-E1E6E9E8BE40}"/>
              </a:ext>
            </a:extLst>
          </p:cNvPr>
          <p:cNvSpPr>
            <a:spLocks noChangeArrowheads="1"/>
          </p:cNvSpPr>
          <p:nvPr/>
        </p:nvSpPr>
        <p:spPr bwMode="gray">
          <a:xfrm>
            <a:off x="762000" y="45720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kumimoji="1" lang="en-US" altLang="en-US" sz="2400" b="0"/>
          </a:p>
        </p:txBody>
      </p:sp>
      <p:sp>
        <p:nvSpPr>
          <p:cNvPr id="70664" name="Rectangle 8">
            <a:extLst>
              <a:ext uri="{FF2B5EF4-FFF2-40B4-BE49-F238E27FC236}">
                <a16:creationId xmlns:a16="http://schemas.microsoft.com/office/drawing/2014/main" id="{2F058926-FB47-D4BE-EEFD-656DB6BAF3E6}"/>
              </a:ext>
            </a:extLst>
          </p:cNvPr>
          <p:cNvSpPr>
            <a:spLocks noChangeArrowheads="1"/>
          </p:cNvSpPr>
          <p:nvPr/>
        </p:nvSpPr>
        <p:spPr bwMode="gray">
          <a:xfrm>
            <a:off x="442913" y="1247775"/>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kumimoji="1" lang="en-US" altLang="en-US" sz="2400" b="0"/>
          </a:p>
        </p:txBody>
      </p:sp>
      <p:sp>
        <p:nvSpPr>
          <p:cNvPr id="70665" name="Rectangle 9">
            <a:extLst>
              <a:ext uri="{FF2B5EF4-FFF2-40B4-BE49-F238E27FC236}">
                <a16:creationId xmlns:a16="http://schemas.microsoft.com/office/drawing/2014/main" id="{ED21015E-1488-3FC3-3F88-99A83A7CCAF9}"/>
              </a:ext>
            </a:extLst>
          </p:cNvPr>
          <p:cNvSpPr>
            <a:spLocks noGrp="1" noChangeArrowheads="1"/>
          </p:cNvSpPr>
          <p:nvPr>
            <p:ph type="title"/>
          </p:nvPr>
        </p:nvSpPr>
        <p:spPr bwMode="auto">
          <a:xfrm>
            <a:off x="1150938" y="152400"/>
            <a:ext cx="7793037" cy="1004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70666" name="Rectangle 10">
            <a:extLst>
              <a:ext uri="{FF2B5EF4-FFF2-40B4-BE49-F238E27FC236}">
                <a16:creationId xmlns:a16="http://schemas.microsoft.com/office/drawing/2014/main" id="{1D5F86D8-A8AB-D5FE-76F4-1CA69381BDBC}"/>
              </a:ext>
            </a:extLst>
          </p:cNvPr>
          <p:cNvSpPr>
            <a:spLocks noGrp="1" noChangeArrowheads="1"/>
          </p:cNvSpPr>
          <p:nvPr>
            <p:ph type="body" idx="1"/>
          </p:nvPr>
        </p:nvSpPr>
        <p:spPr bwMode="auto">
          <a:xfrm>
            <a:off x="762000" y="1676400"/>
            <a:ext cx="8193088" cy="445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0667" name="Rectangle 11">
            <a:extLst>
              <a:ext uri="{FF2B5EF4-FFF2-40B4-BE49-F238E27FC236}">
                <a16:creationId xmlns:a16="http://schemas.microsoft.com/office/drawing/2014/main" id="{B18991C8-6957-DDDB-E9F4-65A3B9ADB82A}"/>
              </a:ext>
            </a:extLst>
          </p:cNvPr>
          <p:cNvSpPr>
            <a:spLocks noGrp="1" noChangeArrowheads="1"/>
          </p:cNvSpPr>
          <p:nvPr>
            <p:ph type="dt" sz="half" idx="2"/>
          </p:nvPr>
        </p:nvSpPr>
        <p:spPr bwMode="auto">
          <a:xfrm>
            <a:off x="11620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eaLnBrk="1" hangingPunct="1">
              <a:defRPr sz="1400" b="0"/>
            </a:lvl1pPr>
          </a:lstStyle>
          <a:p>
            <a:endParaRPr lang="en-US" altLang="en-US"/>
          </a:p>
        </p:txBody>
      </p:sp>
      <p:sp>
        <p:nvSpPr>
          <p:cNvPr id="70668" name="Rectangle 12">
            <a:extLst>
              <a:ext uri="{FF2B5EF4-FFF2-40B4-BE49-F238E27FC236}">
                <a16:creationId xmlns:a16="http://schemas.microsoft.com/office/drawing/2014/main" id="{3CF2A7DA-8FE0-08D9-D153-DBE5FC4EE675}"/>
              </a:ext>
            </a:extLst>
          </p:cNvPr>
          <p:cNvSpPr>
            <a:spLocks noGrp="1" noChangeArrowheads="1"/>
          </p:cNvSpPr>
          <p:nvPr>
            <p:ph type="ftr" sz="quarter" idx="3"/>
          </p:nvPr>
        </p:nvSpPr>
        <p:spPr bwMode="auto">
          <a:xfrm>
            <a:off x="3657600" y="6243638"/>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400" b="0"/>
            </a:lvl1pPr>
          </a:lstStyle>
          <a:p>
            <a:endParaRPr lang="en-US" altLang="en-US"/>
          </a:p>
        </p:txBody>
      </p:sp>
      <p:sp>
        <p:nvSpPr>
          <p:cNvPr id="70669" name="Rectangle 13">
            <a:extLst>
              <a:ext uri="{FF2B5EF4-FFF2-40B4-BE49-F238E27FC236}">
                <a16:creationId xmlns:a16="http://schemas.microsoft.com/office/drawing/2014/main" id="{3F860BC6-31E5-B87E-5A72-3F91508CE21E}"/>
              </a:ext>
            </a:extLst>
          </p:cNvPr>
          <p:cNvSpPr>
            <a:spLocks noGrp="1" noChangeArrowheads="1"/>
          </p:cNvSpPr>
          <p:nvPr>
            <p:ph type="sldNum" sz="quarter" idx="4"/>
          </p:nvPr>
        </p:nvSpPr>
        <p:spPr bwMode="auto">
          <a:xfrm>
            <a:off x="70421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400" b="0"/>
            </a:lvl1pPr>
          </a:lstStyle>
          <a:p>
            <a:fld id="{94B6CAC0-FA09-4F80-B056-A87677E4D1E7}"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Lst>
  <p:hf hdr="0" ftr="0" dt="0"/>
  <p:txStyles>
    <p:titleStyle>
      <a:lvl1pPr algn="l" rtl="0" fontAlgn="base">
        <a:spcBef>
          <a:spcPct val="0"/>
        </a:spcBef>
        <a:spcAft>
          <a:spcPct val="0"/>
        </a:spcAft>
        <a:defRPr sz="3200" kern="1200">
          <a:solidFill>
            <a:schemeClr val="tx2"/>
          </a:solidFill>
          <a:latin typeface="+mj-lt"/>
          <a:ea typeface="+mj-ea"/>
          <a:cs typeface="+mj-cs"/>
        </a:defRPr>
      </a:lvl1pPr>
      <a:lvl2pPr algn="l" rtl="0" fontAlgn="base">
        <a:spcBef>
          <a:spcPct val="0"/>
        </a:spcBef>
        <a:spcAft>
          <a:spcPct val="0"/>
        </a:spcAft>
        <a:defRPr sz="3200">
          <a:solidFill>
            <a:schemeClr val="tx2"/>
          </a:solidFill>
          <a:latin typeface="Tahoma" panose="020B0604030504040204" pitchFamily="34" charset="0"/>
        </a:defRPr>
      </a:lvl2pPr>
      <a:lvl3pPr algn="l" rtl="0" fontAlgn="base">
        <a:spcBef>
          <a:spcPct val="0"/>
        </a:spcBef>
        <a:spcAft>
          <a:spcPct val="0"/>
        </a:spcAft>
        <a:defRPr sz="3200">
          <a:solidFill>
            <a:schemeClr val="tx2"/>
          </a:solidFill>
          <a:latin typeface="Tahoma" panose="020B0604030504040204" pitchFamily="34" charset="0"/>
        </a:defRPr>
      </a:lvl3pPr>
      <a:lvl4pPr algn="l" rtl="0" fontAlgn="base">
        <a:spcBef>
          <a:spcPct val="0"/>
        </a:spcBef>
        <a:spcAft>
          <a:spcPct val="0"/>
        </a:spcAft>
        <a:defRPr sz="3200">
          <a:solidFill>
            <a:schemeClr val="tx2"/>
          </a:solidFill>
          <a:latin typeface="Tahoma" panose="020B0604030504040204" pitchFamily="34" charset="0"/>
        </a:defRPr>
      </a:lvl4pPr>
      <a:lvl5pPr algn="l" rtl="0" fontAlgn="base">
        <a:spcBef>
          <a:spcPct val="0"/>
        </a:spcBef>
        <a:spcAft>
          <a:spcPct val="0"/>
        </a:spcAft>
        <a:defRPr sz="3200">
          <a:solidFill>
            <a:schemeClr val="tx2"/>
          </a:solidFill>
          <a:latin typeface="Tahoma" panose="020B0604030504040204" pitchFamily="34" charset="0"/>
        </a:defRPr>
      </a:lvl5pPr>
      <a:lvl6pPr marL="457200" algn="l" rtl="0" fontAlgn="base">
        <a:spcBef>
          <a:spcPct val="0"/>
        </a:spcBef>
        <a:spcAft>
          <a:spcPct val="0"/>
        </a:spcAft>
        <a:defRPr sz="3200">
          <a:solidFill>
            <a:schemeClr val="tx2"/>
          </a:solidFill>
          <a:latin typeface="Tahoma" panose="020B0604030504040204" pitchFamily="34" charset="0"/>
        </a:defRPr>
      </a:lvl6pPr>
      <a:lvl7pPr marL="914400" algn="l" rtl="0" fontAlgn="base">
        <a:spcBef>
          <a:spcPct val="0"/>
        </a:spcBef>
        <a:spcAft>
          <a:spcPct val="0"/>
        </a:spcAft>
        <a:defRPr sz="3200">
          <a:solidFill>
            <a:schemeClr val="tx2"/>
          </a:solidFill>
          <a:latin typeface="Tahoma" panose="020B0604030504040204" pitchFamily="34" charset="0"/>
        </a:defRPr>
      </a:lvl7pPr>
      <a:lvl8pPr marL="1371600" algn="l" rtl="0" fontAlgn="base">
        <a:spcBef>
          <a:spcPct val="0"/>
        </a:spcBef>
        <a:spcAft>
          <a:spcPct val="0"/>
        </a:spcAft>
        <a:defRPr sz="3200">
          <a:solidFill>
            <a:schemeClr val="tx2"/>
          </a:solidFill>
          <a:latin typeface="Tahoma" panose="020B0604030504040204" pitchFamily="34" charset="0"/>
        </a:defRPr>
      </a:lvl8pPr>
      <a:lvl9pPr marL="1828800" algn="l" rtl="0" fontAlgn="base">
        <a:spcBef>
          <a:spcPct val="0"/>
        </a:spcBef>
        <a:spcAft>
          <a:spcPct val="0"/>
        </a:spcAft>
        <a:defRPr sz="3200">
          <a:solidFill>
            <a:schemeClr val="tx2"/>
          </a:solidFill>
          <a:latin typeface="Tahoma" panose="020B0604030504040204" pitchFamily="34" charset="0"/>
        </a:defRPr>
      </a:lvl9pPr>
    </p:titleStyle>
    <p:bodyStyle>
      <a:lvl1pPr marL="342900" indent="-342900" algn="l" rtl="0" fontAlgn="base">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fontAlgn="base">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6.xml"/><Relationship Id="rId1" Type="http://schemas.openxmlformats.org/officeDocument/2006/relationships/slideLayout" Target="../slideLayouts/slideLayout12.xml"/><Relationship Id="rId5" Type="http://schemas.openxmlformats.org/officeDocument/2006/relationships/image" Target="../media/image7.png"/><Relationship Id="rId4" Type="http://schemas.openxmlformats.org/officeDocument/2006/relationships/image" Target="../media/image6.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6">
            <a:extLst>
              <a:ext uri="{FF2B5EF4-FFF2-40B4-BE49-F238E27FC236}">
                <a16:creationId xmlns:a16="http://schemas.microsoft.com/office/drawing/2014/main" id="{4CC90A54-9A81-B40E-B495-B912C1C098D3}"/>
              </a:ext>
            </a:extLst>
          </p:cNvPr>
          <p:cNvSpPr>
            <a:spLocks noGrp="1" noChangeArrowheads="1"/>
          </p:cNvSpPr>
          <p:nvPr>
            <p:ph type="sldNum" sz="quarter" idx="4"/>
          </p:nvPr>
        </p:nvSpPr>
        <p:spPr/>
        <p:txBody>
          <a:bodyPr/>
          <a:lstStyle/>
          <a:p>
            <a:fld id="{6F7E214E-F69D-440D-BDDE-264E5273C693}" type="slidenum">
              <a:rPr lang="en-US" altLang="en-US"/>
              <a:pPr/>
              <a:t>1</a:t>
            </a:fld>
            <a:endParaRPr lang="en-US" altLang="en-US"/>
          </a:p>
        </p:txBody>
      </p:sp>
      <p:sp>
        <p:nvSpPr>
          <p:cNvPr id="2054" name="Rectangle 6">
            <a:extLst>
              <a:ext uri="{FF2B5EF4-FFF2-40B4-BE49-F238E27FC236}">
                <a16:creationId xmlns:a16="http://schemas.microsoft.com/office/drawing/2014/main" id="{BD19496F-7EF6-61E2-F0DE-35354AEADCD5}"/>
              </a:ext>
            </a:extLst>
          </p:cNvPr>
          <p:cNvSpPr>
            <a:spLocks noChangeArrowheads="1"/>
          </p:cNvSpPr>
          <p:nvPr/>
        </p:nvSpPr>
        <p:spPr bwMode="auto">
          <a:xfrm>
            <a:off x="76200" y="1905000"/>
            <a:ext cx="9067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lgn="l">
              <a:defRPr sz="3200">
                <a:solidFill>
                  <a:schemeClr val="tx2"/>
                </a:solidFill>
                <a:latin typeface="Tahoma" panose="020B0604030504040204" pitchFamily="34" charset="0"/>
              </a:defRPr>
            </a:lvl1pPr>
            <a:lvl2pPr algn="l">
              <a:defRPr sz="3200">
                <a:solidFill>
                  <a:schemeClr val="tx2"/>
                </a:solidFill>
                <a:latin typeface="Tahoma" panose="020B0604030504040204" pitchFamily="34" charset="0"/>
              </a:defRPr>
            </a:lvl2pPr>
            <a:lvl3pPr algn="l">
              <a:defRPr sz="3200">
                <a:solidFill>
                  <a:schemeClr val="tx2"/>
                </a:solidFill>
                <a:latin typeface="Tahoma" panose="020B0604030504040204" pitchFamily="34" charset="0"/>
              </a:defRPr>
            </a:lvl3pPr>
            <a:lvl4pPr algn="l">
              <a:defRPr sz="3200">
                <a:solidFill>
                  <a:schemeClr val="tx2"/>
                </a:solidFill>
                <a:latin typeface="Tahoma" panose="020B0604030504040204" pitchFamily="34" charset="0"/>
              </a:defRPr>
            </a:lvl4pPr>
            <a:lvl5pPr algn="l">
              <a:defRPr sz="3200">
                <a:solidFill>
                  <a:schemeClr val="tx2"/>
                </a:solidFill>
                <a:latin typeface="Tahoma" panose="020B0604030504040204" pitchFamily="34" charset="0"/>
              </a:defRPr>
            </a:lvl5pPr>
            <a:lvl6pPr marL="457200" fontAlgn="base">
              <a:spcBef>
                <a:spcPct val="0"/>
              </a:spcBef>
              <a:spcAft>
                <a:spcPct val="0"/>
              </a:spcAft>
              <a:defRPr sz="3200">
                <a:solidFill>
                  <a:schemeClr val="tx2"/>
                </a:solidFill>
                <a:latin typeface="Tahoma" panose="020B0604030504040204" pitchFamily="34" charset="0"/>
              </a:defRPr>
            </a:lvl6pPr>
            <a:lvl7pPr marL="914400" fontAlgn="base">
              <a:spcBef>
                <a:spcPct val="0"/>
              </a:spcBef>
              <a:spcAft>
                <a:spcPct val="0"/>
              </a:spcAft>
              <a:defRPr sz="3200">
                <a:solidFill>
                  <a:schemeClr val="tx2"/>
                </a:solidFill>
                <a:latin typeface="Tahoma" panose="020B0604030504040204" pitchFamily="34" charset="0"/>
              </a:defRPr>
            </a:lvl7pPr>
            <a:lvl8pPr marL="1371600" fontAlgn="base">
              <a:spcBef>
                <a:spcPct val="0"/>
              </a:spcBef>
              <a:spcAft>
                <a:spcPct val="0"/>
              </a:spcAft>
              <a:defRPr sz="3200">
                <a:solidFill>
                  <a:schemeClr val="tx2"/>
                </a:solidFill>
                <a:latin typeface="Tahoma" panose="020B0604030504040204" pitchFamily="34" charset="0"/>
              </a:defRPr>
            </a:lvl8pPr>
            <a:lvl9pPr marL="1828800" fontAlgn="base">
              <a:spcBef>
                <a:spcPct val="0"/>
              </a:spcBef>
              <a:spcAft>
                <a:spcPct val="0"/>
              </a:spcAft>
              <a:defRPr sz="3200">
                <a:solidFill>
                  <a:schemeClr val="tx2"/>
                </a:solidFill>
                <a:latin typeface="Tahoma" panose="020B0604030504040204" pitchFamily="34" charset="0"/>
              </a:defRPr>
            </a:lvl9pPr>
          </a:lstStyle>
          <a:p>
            <a:pPr algn="ctr" eaLnBrk="1" hangingPunct="1"/>
            <a:r>
              <a:rPr lang="en-US" altLang="en-US" sz="2400"/>
              <a:t>QUẢN LÝ DỰ ÁN CÔNG NGHỆ THÔNG TIN </a:t>
            </a:r>
          </a:p>
        </p:txBody>
      </p:sp>
      <p:sp>
        <p:nvSpPr>
          <p:cNvPr id="2057" name="Rectangle 9">
            <a:extLst>
              <a:ext uri="{FF2B5EF4-FFF2-40B4-BE49-F238E27FC236}">
                <a16:creationId xmlns:a16="http://schemas.microsoft.com/office/drawing/2014/main" id="{B9DBAA6A-42FE-9BBC-4D48-76ED318B7BA8}"/>
              </a:ext>
            </a:extLst>
          </p:cNvPr>
          <p:cNvSpPr>
            <a:spLocks noGrp="1" noChangeArrowheads="1"/>
          </p:cNvSpPr>
          <p:nvPr>
            <p:ph type="ctrTitle"/>
          </p:nvPr>
        </p:nvSpPr>
        <p:spPr>
          <a:xfrm>
            <a:off x="152400" y="3810000"/>
            <a:ext cx="8763000" cy="533400"/>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algn="ctr"/>
            <a:r>
              <a:rPr lang="en-US" altLang="en-US" sz="2800" b="1">
                <a:solidFill>
                  <a:srgbClr val="003366"/>
                </a:solidFill>
              </a:rPr>
              <a:t>CH</a:t>
            </a:r>
            <a:r>
              <a:rPr lang="vi-VN" altLang="en-US" sz="2800" b="1">
                <a:solidFill>
                  <a:srgbClr val="003366"/>
                </a:solidFill>
              </a:rPr>
              <a:t>ƯƠ</a:t>
            </a:r>
            <a:r>
              <a:rPr lang="en-US" altLang="en-US" sz="2800" b="1">
                <a:solidFill>
                  <a:srgbClr val="003366"/>
                </a:solidFill>
              </a:rPr>
              <a:t>NG 4</a:t>
            </a:r>
          </a:p>
        </p:txBody>
      </p:sp>
      <p:sp>
        <p:nvSpPr>
          <p:cNvPr id="2058" name="Rectangle 10">
            <a:extLst>
              <a:ext uri="{FF2B5EF4-FFF2-40B4-BE49-F238E27FC236}">
                <a16:creationId xmlns:a16="http://schemas.microsoft.com/office/drawing/2014/main" id="{AB0CA518-79FB-523B-6E4C-EFFC7C81EBDC}"/>
              </a:ext>
            </a:extLst>
          </p:cNvPr>
          <p:cNvSpPr>
            <a:spLocks noChangeArrowheads="1"/>
          </p:cNvSpPr>
          <p:nvPr/>
        </p:nvSpPr>
        <p:spPr bwMode="auto">
          <a:xfrm>
            <a:off x="76200" y="4953000"/>
            <a:ext cx="90678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lgn="l">
              <a:defRPr sz="3200">
                <a:solidFill>
                  <a:schemeClr val="tx2"/>
                </a:solidFill>
                <a:latin typeface="Tahoma" panose="020B0604030504040204" pitchFamily="34" charset="0"/>
              </a:defRPr>
            </a:lvl1pPr>
            <a:lvl2pPr algn="l">
              <a:defRPr sz="3200">
                <a:solidFill>
                  <a:schemeClr val="tx2"/>
                </a:solidFill>
                <a:latin typeface="Tahoma" panose="020B0604030504040204" pitchFamily="34" charset="0"/>
              </a:defRPr>
            </a:lvl2pPr>
            <a:lvl3pPr algn="l">
              <a:defRPr sz="3200">
                <a:solidFill>
                  <a:schemeClr val="tx2"/>
                </a:solidFill>
                <a:latin typeface="Tahoma" panose="020B0604030504040204" pitchFamily="34" charset="0"/>
              </a:defRPr>
            </a:lvl3pPr>
            <a:lvl4pPr algn="l">
              <a:defRPr sz="3200">
                <a:solidFill>
                  <a:schemeClr val="tx2"/>
                </a:solidFill>
                <a:latin typeface="Tahoma" panose="020B0604030504040204" pitchFamily="34" charset="0"/>
              </a:defRPr>
            </a:lvl4pPr>
            <a:lvl5pPr algn="l">
              <a:defRPr sz="3200">
                <a:solidFill>
                  <a:schemeClr val="tx2"/>
                </a:solidFill>
                <a:latin typeface="Tahoma" panose="020B0604030504040204" pitchFamily="34" charset="0"/>
              </a:defRPr>
            </a:lvl5pPr>
            <a:lvl6pPr marL="457200" fontAlgn="base">
              <a:spcBef>
                <a:spcPct val="0"/>
              </a:spcBef>
              <a:spcAft>
                <a:spcPct val="0"/>
              </a:spcAft>
              <a:defRPr sz="3200">
                <a:solidFill>
                  <a:schemeClr val="tx2"/>
                </a:solidFill>
                <a:latin typeface="Tahoma" panose="020B0604030504040204" pitchFamily="34" charset="0"/>
              </a:defRPr>
            </a:lvl6pPr>
            <a:lvl7pPr marL="914400" fontAlgn="base">
              <a:spcBef>
                <a:spcPct val="0"/>
              </a:spcBef>
              <a:spcAft>
                <a:spcPct val="0"/>
              </a:spcAft>
              <a:defRPr sz="3200">
                <a:solidFill>
                  <a:schemeClr val="tx2"/>
                </a:solidFill>
                <a:latin typeface="Tahoma" panose="020B0604030504040204" pitchFamily="34" charset="0"/>
              </a:defRPr>
            </a:lvl7pPr>
            <a:lvl8pPr marL="1371600" fontAlgn="base">
              <a:spcBef>
                <a:spcPct val="0"/>
              </a:spcBef>
              <a:spcAft>
                <a:spcPct val="0"/>
              </a:spcAft>
              <a:defRPr sz="3200">
                <a:solidFill>
                  <a:schemeClr val="tx2"/>
                </a:solidFill>
                <a:latin typeface="Tahoma" panose="020B0604030504040204" pitchFamily="34" charset="0"/>
              </a:defRPr>
            </a:lvl8pPr>
            <a:lvl9pPr marL="1828800" fontAlgn="base">
              <a:spcBef>
                <a:spcPct val="0"/>
              </a:spcBef>
              <a:spcAft>
                <a:spcPct val="0"/>
              </a:spcAft>
              <a:defRPr sz="3200">
                <a:solidFill>
                  <a:schemeClr val="tx2"/>
                </a:solidFill>
                <a:latin typeface="Tahoma" panose="020B0604030504040204" pitchFamily="34" charset="0"/>
              </a:defRPr>
            </a:lvl9pPr>
          </a:lstStyle>
          <a:p>
            <a:pPr algn="ctr" eaLnBrk="1" hangingPunct="1"/>
            <a:r>
              <a:rPr lang="en-US" altLang="en-US" sz="4000">
                <a:solidFill>
                  <a:srgbClr val="003366"/>
                </a:solidFill>
              </a:rPr>
              <a:t>QUẢN LÝ CHI PHÍ </a:t>
            </a:r>
            <a:br>
              <a:rPr lang="en-US" altLang="en-US" sz="4000">
                <a:solidFill>
                  <a:srgbClr val="003366"/>
                </a:solidFill>
              </a:rPr>
            </a:br>
            <a:r>
              <a:rPr lang="en-US" altLang="en-US">
                <a:solidFill>
                  <a:srgbClr val="003366"/>
                </a:solidFill>
              </a:rPr>
              <a:t>(PROJECT COST MANAGEMENT)</a:t>
            </a:r>
          </a:p>
        </p:txBody>
      </p:sp>
      <p:pic>
        <p:nvPicPr>
          <p:cNvPr id="2060" name="Picture 12">
            <a:extLst>
              <a:ext uri="{FF2B5EF4-FFF2-40B4-BE49-F238E27FC236}">
                <a16:creationId xmlns:a16="http://schemas.microsoft.com/office/drawing/2014/main" id="{7E49B1BF-46D2-0691-8A16-C2361B145C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7800" y="0"/>
            <a:ext cx="3886200" cy="19018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11506FC7-693A-15AF-BA85-1AFC3F9A83BE}"/>
              </a:ext>
            </a:extLst>
          </p:cNvPr>
          <p:cNvSpPr>
            <a:spLocks noGrp="1"/>
          </p:cNvSpPr>
          <p:nvPr>
            <p:ph type="sldNum" sz="quarter" idx="12"/>
          </p:nvPr>
        </p:nvSpPr>
        <p:spPr/>
        <p:txBody>
          <a:bodyPr/>
          <a:lstStyle/>
          <a:p>
            <a:fld id="{D81F451D-07A5-4947-8583-B4C1BE88AC6A}" type="slidenum">
              <a:rPr lang="en-US" altLang="en-US"/>
              <a:pPr/>
              <a:t>2</a:t>
            </a:fld>
            <a:endParaRPr lang="en-US" altLang="en-US"/>
          </a:p>
        </p:txBody>
      </p:sp>
      <p:sp>
        <p:nvSpPr>
          <p:cNvPr id="386050" name="Rectangle 2">
            <a:extLst>
              <a:ext uri="{FF2B5EF4-FFF2-40B4-BE49-F238E27FC236}">
                <a16:creationId xmlns:a16="http://schemas.microsoft.com/office/drawing/2014/main" id="{BEC229AD-29FA-AA4D-186F-1A88D7C9D137}"/>
              </a:ext>
            </a:extLst>
          </p:cNvPr>
          <p:cNvSpPr>
            <a:spLocks noGrp="1" noChangeArrowheads="1"/>
          </p:cNvSpPr>
          <p:nvPr>
            <p:ph type="title"/>
          </p:nvPr>
        </p:nvSpPr>
        <p:spPr/>
        <p:txBody>
          <a:bodyPr/>
          <a:lstStyle/>
          <a:p>
            <a:r>
              <a:rPr lang="en-US" altLang="en-US" b="1"/>
              <a:t>MỤC ĐÍCH</a:t>
            </a:r>
          </a:p>
        </p:txBody>
      </p:sp>
      <p:sp>
        <p:nvSpPr>
          <p:cNvPr id="386053" name="Rectangle 5">
            <a:extLst>
              <a:ext uri="{FF2B5EF4-FFF2-40B4-BE49-F238E27FC236}">
                <a16:creationId xmlns:a16="http://schemas.microsoft.com/office/drawing/2014/main" id="{3F084DB8-D950-6476-8914-F96083A8C1F4}"/>
              </a:ext>
            </a:extLst>
          </p:cNvPr>
          <p:cNvSpPr>
            <a:spLocks noGrp="1" noChangeArrowheads="1"/>
          </p:cNvSpPr>
          <p:nvPr>
            <p:ph type="body" idx="1"/>
          </p:nvPr>
        </p:nvSpPr>
        <p:spPr>
          <a:xfrm>
            <a:off x="762000" y="1563688"/>
            <a:ext cx="8229600" cy="4837112"/>
          </a:xfrm>
          <a:noFill/>
          <a:ln/>
        </p:spPr>
        <p:txBody>
          <a:bodyPr/>
          <a:lstStyle/>
          <a:p>
            <a:pPr marL="533400" indent="-533400"/>
            <a:r>
              <a:rPr lang="en-US" altLang="en-US"/>
              <a:t>Hiểu được tầm quan trọng của việc quản lý chi phí dự án</a:t>
            </a:r>
          </a:p>
          <a:p>
            <a:pPr marL="533400" indent="-533400"/>
            <a:r>
              <a:rPr lang="en-US" altLang="en-US"/>
              <a:t>Hiểu được một số khái niệm và thuật ngữ về quản lý chi phí.</a:t>
            </a:r>
          </a:p>
          <a:p>
            <a:pPr marL="533400" indent="-533400"/>
            <a:r>
              <a:rPr lang="en-US" altLang="en-US"/>
              <a:t>Hiểu được các Qui trình Quản lý chi phí</a:t>
            </a:r>
          </a:p>
          <a:p>
            <a:pPr marL="533400" indent="-533400">
              <a:buFont typeface="Wingdings" panose="05000000000000000000" pitchFamily="2" charset="2"/>
              <a:buNone/>
            </a:pPr>
            <a:endParaRPr lang="en-US" altLang="en-US" sz="2400"/>
          </a:p>
          <a:p>
            <a:pPr marL="533400" indent="-533400"/>
            <a:endParaRPr lang="en-US" altLang="en-US" sz="2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75FEDD24-DBCA-C54B-83EA-16C1D8760DA0}"/>
              </a:ext>
            </a:extLst>
          </p:cNvPr>
          <p:cNvSpPr>
            <a:spLocks noGrp="1"/>
          </p:cNvSpPr>
          <p:nvPr>
            <p:ph type="sldNum" sz="quarter" idx="12"/>
          </p:nvPr>
        </p:nvSpPr>
        <p:spPr/>
        <p:txBody>
          <a:bodyPr/>
          <a:lstStyle/>
          <a:p>
            <a:fld id="{A4AA9A6D-18DA-4DEC-A753-F5304AA3C1B3}" type="slidenum">
              <a:rPr lang="en-US" altLang="en-US"/>
              <a:pPr/>
              <a:t>3</a:t>
            </a:fld>
            <a:endParaRPr lang="en-US" altLang="en-US"/>
          </a:p>
        </p:txBody>
      </p:sp>
      <p:sp>
        <p:nvSpPr>
          <p:cNvPr id="593922" name="Rectangle 2">
            <a:extLst>
              <a:ext uri="{FF2B5EF4-FFF2-40B4-BE49-F238E27FC236}">
                <a16:creationId xmlns:a16="http://schemas.microsoft.com/office/drawing/2014/main" id="{4E6CEB30-C672-331F-09D5-BE6AEE8EE276}"/>
              </a:ext>
            </a:extLst>
          </p:cNvPr>
          <p:cNvSpPr>
            <a:spLocks noGrp="1" noChangeArrowheads="1"/>
          </p:cNvSpPr>
          <p:nvPr>
            <p:ph type="title"/>
          </p:nvPr>
        </p:nvSpPr>
        <p:spPr/>
        <p:txBody>
          <a:bodyPr/>
          <a:lstStyle/>
          <a:p>
            <a:r>
              <a:rPr lang="en-US" altLang="en-US" b="1"/>
              <a:t>GIỚI THIỆU CHUNG</a:t>
            </a:r>
          </a:p>
        </p:txBody>
      </p:sp>
      <p:sp>
        <p:nvSpPr>
          <p:cNvPr id="593923" name="Rectangle 3">
            <a:extLst>
              <a:ext uri="{FF2B5EF4-FFF2-40B4-BE49-F238E27FC236}">
                <a16:creationId xmlns:a16="http://schemas.microsoft.com/office/drawing/2014/main" id="{2D5F9339-5A7F-16FD-74A8-EE4FFFEBAA4C}"/>
              </a:ext>
            </a:extLst>
          </p:cNvPr>
          <p:cNvSpPr>
            <a:spLocks noGrp="1" noChangeArrowheads="1"/>
          </p:cNvSpPr>
          <p:nvPr>
            <p:ph type="body" idx="1"/>
          </p:nvPr>
        </p:nvSpPr>
        <p:spPr>
          <a:xfrm>
            <a:off x="609600" y="1295400"/>
            <a:ext cx="8382000" cy="5029200"/>
          </a:xfrm>
        </p:spPr>
        <p:txBody>
          <a:bodyPr/>
          <a:lstStyle/>
          <a:p>
            <a:pPr marL="533400" indent="-533400">
              <a:lnSpc>
                <a:spcPct val="90000"/>
              </a:lnSpc>
              <a:buSzTx/>
              <a:buFont typeface="Wingdings" panose="05000000000000000000" pitchFamily="2" charset="2"/>
              <a:buAutoNum type="arabicPeriod"/>
            </a:pPr>
            <a:endParaRPr lang="en-US" altLang="en-US" sz="2800"/>
          </a:p>
          <a:p>
            <a:pPr marL="533400" indent="-533400">
              <a:lnSpc>
                <a:spcPct val="90000"/>
              </a:lnSpc>
            </a:pPr>
            <a:r>
              <a:rPr lang="en-US" altLang="en-US" b="1">
                <a:solidFill>
                  <a:srgbClr val="FF0066"/>
                </a:solidFill>
              </a:rPr>
              <a:t>Tầm quan trọng của việc QL chi phí</a:t>
            </a:r>
            <a:r>
              <a:rPr lang="en-US" altLang="en-US"/>
              <a:t> </a:t>
            </a:r>
          </a:p>
          <a:p>
            <a:pPr marL="914400" lvl="1" indent="-457200">
              <a:lnSpc>
                <a:spcPct val="90000"/>
              </a:lnSpc>
            </a:pPr>
            <a:r>
              <a:rPr lang="en-US" altLang="en-US"/>
              <a:t>Những dự án về CNTT có hồ sơ theo dõi kém hiệu quả cho việc đạt được mục đích về giá cả.</a:t>
            </a:r>
          </a:p>
          <a:p>
            <a:pPr marL="914400" lvl="1" indent="-457200">
              <a:lnSpc>
                <a:spcPct val="90000"/>
              </a:lnSpc>
            </a:pPr>
            <a:r>
              <a:rPr lang="en-US" altLang="en-US"/>
              <a:t>Chi phí trung bình vượt quá dự toán ban đầu theo nghiên cứu từ năm 1995 của CHAOS là 189%; đã được cải thiện 145% trong nghiên cứu năm 2001</a:t>
            </a:r>
          </a:p>
          <a:p>
            <a:pPr marL="914400" lvl="1" indent="-457200">
              <a:lnSpc>
                <a:spcPct val="90000"/>
              </a:lnSpc>
            </a:pPr>
            <a:r>
              <a:rPr lang="en-US" altLang="en-US"/>
              <a:t>Ở Mỹ các dự án CNTT bị huỷ làm tốn trên 81 tỉ đô la năm 1995</a:t>
            </a:r>
          </a:p>
          <a:p>
            <a:pPr marL="914400" lvl="1" indent="-457200">
              <a:lnSpc>
                <a:spcPct val="90000"/>
              </a:lnSpc>
            </a:pPr>
            <a:endParaRPr lang="en-US" altLang="en-US"/>
          </a:p>
          <a:p>
            <a:pPr marL="914400" lvl="1" indent="-457200">
              <a:lnSpc>
                <a:spcPct val="90000"/>
              </a:lnSpc>
            </a:pPr>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E5EF4196-8E61-5A1F-7E9F-D417F61D6BB6}"/>
              </a:ext>
            </a:extLst>
          </p:cNvPr>
          <p:cNvSpPr>
            <a:spLocks noGrp="1"/>
          </p:cNvSpPr>
          <p:nvPr>
            <p:ph type="sldNum" sz="quarter" idx="12"/>
          </p:nvPr>
        </p:nvSpPr>
        <p:spPr/>
        <p:txBody>
          <a:bodyPr/>
          <a:lstStyle/>
          <a:p>
            <a:fld id="{ABC65F9E-BC81-41DE-A8FB-0978B6CAC62B}" type="slidenum">
              <a:rPr lang="en-US" altLang="en-US"/>
              <a:pPr/>
              <a:t>4</a:t>
            </a:fld>
            <a:endParaRPr lang="en-US" altLang="en-US"/>
          </a:p>
        </p:txBody>
      </p:sp>
      <p:sp>
        <p:nvSpPr>
          <p:cNvPr id="1027074" name="Rectangle 2">
            <a:extLst>
              <a:ext uri="{FF2B5EF4-FFF2-40B4-BE49-F238E27FC236}">
                <a16:creationId xmlns:a16="http://schemas.microsoft.com/office/drawing/2014/main" id="{4B82B5BB-064B-05FF-AB3A-3F9AC23E52AD}"/>
              </a:ext>
            </a:extLst>
          </p:cNvPr>
          <p:cNvSpPr>
            <a:spLocks noGrp="1" noChangeArrowheads="1"/>
          </p:cNvSpPr>
          <p:nvPr>
            <p:ph type="title"/>
          </p:nvPr>
        </p:nvSpPr>
        <p:spPr/>
        <p:txBody>
          <a:bodyPr/>
          <a:lstStyle/>
          <a:p>
            <a:r>
              <a:rPr lang="en-US" altLang="en-US" b="1"/>
              <a:t>GIỚI THIỆU CHUNG</a:t>
            </a:r>
          </a:p>
        </p:txBody>
      </p:sp>
      <p:sp>
        <p:nvSpPr>
          <p:cNvPr id="1027075" name="Rectangle 3">
            <a:extLst>
              <a:ext uri="{FF2B5EF4-FFF2-40B4-BE49-F238E27FC236}">
                <a16:creationId xmlns:a16="http://schemas.microsoft.com/office/drawing/2014/main" id="{0D932C5F-2864-5210-1AEC-E12DDC0E56BF}"/>
              </a:ext>
            </a:extLst>
          </p:cNvPr>
          <p:cNvSpPr>
            <a:spLocks noGrp="1" noChangeArrowheads="1"/>
          </p:cNvSpPr>
          <p:nvPr>
            <p:ph type="body" idx="1"/>
          </p:nvPr>
        </p:nvSpPr>
        <p:spPr>
          <a:xfrm>
            <a:off x="609600" y="1295400"/>
            <a:ext cx="8382000" cy="5029200"/>
          </a:xfrm>
        </p:spPr>
        <p:txBody>
          <a:bodyPr/>
          <a:lstStyle/>
          <a:p>
            <a:pPr marL="533400" indent="-533400">
              <a:lnSpc>
                <a:spcPct val="90000"/>
              </a:lnSpc>
              <a:buSzTx/>
              <a:buFont typeface="Wingdings" panose="05000000000000000000" pitchFamily="2" charset="2"/>
              <a:buAutoNum type="arabicPeriod"/>
            </a:pPr>
            <a:endParaRPr lang="en-US" altLang="en-US" sz="2400"/>
          </a:p>
          <a:p>
            <a:pPr marL="533400" indent="-533400">
              <a:lnSpc>
                <a:spcPct val="90000"/>
              </a:lnSpc>
            </a:pPr>
            <a:r>
              <a:rPr lang="en-US" altLang="en-US" b="1">
                <a:solidFill>
                  <a:srgbClr val="FF0066"/>
                </a:solidFill>
              </a:rPr>
              <a:t>Khái niệm QL chi phí</a:t>
            </a:r>
            <a:r>
              <a:rPr lang="en-US" altLang="en-US"/>
              <a:t> </a:t>
            </a:r>
          </a:p>
          <a:p>
            <a:pPr marL="914400" lvl="1" indent="-457200">
              <a:lnSpc>
                <a:spcPct val="90000"/>
              </a:lnSpc>
            </a:pPr>
            <a:r>
              <a:rPr lang="en-US" altLang="en-US"/>
              <a:t>Chi phí là tài nguyên được hy sinh hay tính trước để đạt được một mục tiêu rõ ràng hay để trao đổi cái gì đó. Chi phí thường được đo bằng đơn vị tiền tệ.</a:t>
            </a:r>
          </a:p>
          <a:p>
            <a:pPr marL="914400" lvl="1" indent="-457200">
              <a:lnSpc>
                <a:spcPct val="90000"/>
              </a:lnSpc>
            </a:pPr>
            <a:r>
              <a:rPr lang="en-US" altLang="en-US" sz="2400"/>
              <a:t>Quản lý chi phí là để bảo đảm cho dự án hoàn thành trong khoản kinh phí cho phép (và trong thời hạn cho phép)</a:t>
            </a:r>
          </a:p>
          <a:p>
            <a:pPr marL="1295400" lvl="2" indent="-381000">
              <a:lnSpc>
                <a:spcPct val="90000"/>
              </a:lnSpc>
            </a:pPr>
            <a:r>
              <a:rPr lang="en-US" altLang="en-US" sz="2000"/>
              <a:t>Hoạch định (ước tính) chi phí thực hiện dự án</a:t>
            </a:r>
          </a:p>
          <a:p>
            <a:pPr marL="1295400" lvl="2" indent="-381000">
              <a:lnSpc>
                <a:spcPct val="90000"/>
              </a:lnSpc>
            </a:pPr>
            <a:r>
              <a:rPr lang="en-US" altLang="en-US" sz="2000"/>
              <a:t>Đánh giá hiệu quả sử dụng kinh phí trong các kế hoạch thực hiện và dự báo kết quả của dự án</a:t>
            </a:r>
          </a:p>
          <a:p>
            <a:pPr marL="914400" lvl="1" indent="-457200">
              <a:lnSpc>
                <a:spcPct val="90000"/>
              </a:lnSpc>
            </a:pPr>
            <a:endParaRPr lang="en-US" altLang="en-US"/>
          </a:p>
          <a:p>
            <a:pPr marL="914400" lvl="1" indent="-457200">
              <a:lnSpc>
                <a:spcPct val="90000"/>
              </a:lnSpc>
            </a:pPr>
            <a:endParaRPr lang="en-US" altLang="en-US" sz="2400"/>
          </a:p>
          <a:p>
            <a:pPr marL="914400" lvl="1" indent="-457200">
              <a:lnSpc>
                <a:spcPct val="90000"/>
              </a:lnSpc>
            </a:pPr>
            <a:endParaRPr lang="en-US" altLang="en-US" sz="2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1482999A-D7F2-B45E-C1D0-83375AB2F2D6}"/>
              </a:ext>
            </a:extLst>
          </p:cNvPr>
          <p:cNvSpPr>
            <a:spLocks noGrp="1"/>
          </p:cNvSpPr>
          <p:nvPr>
            <p:ph type="sldNum" sz="quarter" idx="12"/>
          </p:nvPr>
        </p:nvSpPr>
        <p:spPr/>
        <p:txBody>
          <a:bodyPr/>
          <a:lstStyle/>
          <a:p>
            <a:fld id="{44B20357-1FE4-41D4-902A-F0E56C6C654E}" type="slidenum">
              <a:rPr lang="en-US" altLang="en-US"/>
              <a:pPr/>
              <a:t>5</a:t>
            </a:fld>
            <a:endParaRPr lang="en-US" altLang="en-US"/>
          </a:p>
        </p:txBody>
      </p:sp>
      <p:sp>
        <p:nvSpPr>
          <p:cNvPr id="1029122" name="Rectangle 2">
            <a:extLst>
              <a:ext uri="{FF2B5EF4-FFF2-40B4-BE49-F238E27FC236}">
                <a16:creationId xmlns:a16="http://schemas.microsoft.com/office/drawing/2014/main" id="{D3BDBA16-D5C4-EAB2-CC83-4BD310D8461F}"/>
              </a:ext>
            </a:extLst>
          </p:cNvPr>
          <p:cNvSpPr>
            <a:spLocks noGrp="1" noChangeArrowheads="1"/>
          </p:cNvSpPr>
          <p:nvPr>
            <p:ph type="title"/>
          </p:nvPr>
        </p:nvSpPr>
        <p:spPr/>
        <p:txBody>
          <a:bodyPr/>
          <a:lstStyle/>
          <a:p>
            <a:r>
              <a:rPr lang="en-US" altLang="en-US" b="1"/>
              <a:t>GIỚI THIỆU CHUNG</a:t>
            </a:r>
          </a:p>
        </p:txBody>
      </p:sp>
      <p:sp>
        <p:nvSpPr>
          <p:cNvPr id="1029123" name="Rectangle 3">
            <a:extLst>
              <a:ext uri="{FF2B5EF4-FFF2-40B4-BE49-F238E27FC236}">
                <a16:creationId xmlns:a16="http://schemas.microsoft.com/office/drawing/2014/main" id="{CAA2730D-C5BF-1122-A418-00C4C0174EB7}"/>
              </a:ext>
            </a:extLst>
          </p:cNvPr>
          <p:cNvSpPr>
            <a:spLocks noGrp="1" noChangeArrowheads="1"/>
          </p:cNvSpPr>
          <p:nvPr>
            <p:ph type="body" idx="1"/>
          </p:nvPr>
        </p:nvSpPr>
        <p:spPr>
          <a:xfrm>
            <a:off x="609600" y="1295400"/>
            <a:ext cx="8382000" cy="5029200"/>
          </a:xfrm>
        </p:spPr>
        <p:txBody>
          <a:bodyPr/>
          <a:lstStyle/>
          <a:p>
            <a:pPr marL="533400" indent="-533400">
              <a:lnSpc>
                <a:spcPct val="90000"/>
              </a:lnSpc>
              <a:buSzTx/>
              <a:buFont typeface="Wingdings" panose="05000000000000000000" pitchFamily="2" charset="2"/>
              <a:buAutoNum type="arabicPeriod"/>
            </a:pPr>
            <a:endParaRPr lang="en-US" altLang="en-US" sz="2400"/>
          </a:p>
          <a:p>
            <a:pPr marL="533400" indent="-533400">
              <a:lnSpc>
                <a:spcPct val="90000"/>
              </a:lnSpc>
            </a:pPr>
            <a:r>
              <a:rPr lang="en-US" altLang="en-US" b="1">
                <a:solidFill>
                  <a:srgbClr val="FF0066"/>
                </a:solidFill>
              </a:rPr>
              <a:t>Qui trình QL chi phí</a:t>
            </a:r>
            <a:r>
              <a:rPr lang="en-US" altLang="en-US"/>
              <a:t> </a:t>
            </a:r>
          </a:p>
          <a:p>
            <a:pPr marL="914400" lvl="1" indent="-457200">
              <a:lnSpc>
                <a:spcPct val="90000"/>
              </a:lnSpc>
            </a:pPr>
            <a:r>
              <a:rPr lang="en-US" altLang="en-US" sz="2400"/>
              <a:t>Quản lý Chi phí dự án gồm những qui trình bảo đảm cho dự án được hoàn tất trong sự cho phép của ngân sách. Những qui trình này gồm:</a:t>
            </a:r>
          </a:p>
          <a:p>
            <a:pPr marL="1295400" lvl="2" indent="-381000">
              <a:lnSpc>
                <a:spcPct val="90000"/>
              </a:lnSpc>
            </a:pPr>
            <a:r>
              <a:rPr lang="en-US" altLang="en-US" sz="2000"/>
              <a:t>Lập kế hoạch cho nguồn tài nguyên: xác định nguồn tài nguyên cần thiết và số lượng để thực hiện dự án.</a:t>
            </a:r>
          </a:p>
          <a:p>
            <a:pPr marL="1295400" lvl="2" indent="-381000">
              <a:lnSpc>
                <a:spcPct val="90000"/>
              </a:lnSpc>
            </a:pPr>
            <a:r>
              <a:rPr lang="en-US" altLang="en-US" sz="2000"/>
              <a:t>Ước lượng chi phí: ước tính chi phí về các nguồn tài nguyên để hoàn tất một dự án.</a:t>
            </a:r>
          </a:p>
          <a:p>
            <a:pPr marL="1295400" lvl="2" indent="-381000">
              <a:lnSpc>
                <a:spcPct val="90000"/>
              </a:lnSpc>
            </a:pPr>
            <a:r>
              <a:rPr lang="en-US" altLang="en-US" sz="2000"/>
              <a:t>Dự toán chi phí: phân bổ toàn bộ chi phí ước tính vào từng hạng mục công việc để thiết lập một đường mức (Base line) cho việc đo lường việc thực hiện</a:t>
            </a:r>
          </a:p>
          <a:p>
            <a:pPr marL="1295400" lvl="2" indent="-381000">
              <a:lnSpc>
                <a:spcPct val="90000"/>
              </a:lnSpc>
            </a:pPr>
            <a:r>
              <a:rPr lang="en-US" altLang="en-US" sz="2000"/>
              <a:t>Kiểm soát – Điều chỉnh chi phí: điều chỉnh thay đổi Chi phí dự án.</a:t>
            </a:r>
            <a:endParaRPr lang="en-US" altLang="en-US"/>
          </a:p>
          <a:p>
            <a:pPr marL="914400" lvl="1" indent="-457200">
              <a:lnSpc>
                <a:spcPct val="90000"/>
              </a:lnSpc>
            </a:pPr>
            <a:endParaRPr lang="en-US" altLang="en-US" sz="2400"/>
          </a:p>
          <a:p>
            <a:pPr marL="914400" lvl="1" indent="-457200">
              <a:lnSpc>
                <a:spcPct val="90000"/>
              </a:lnSpc>
            </a:pPr>
            <a:endParaRPr lang="en-US" altLang="en-US" sz="2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11D10A53-8750-9184-2024-098089092652}"/>
              </a:ext>
            </a:extLst>
          </p:cNvPr>
          <p:cNvSpPr>
            <a:spLocks noGrp="1"/>
          </p:cNvSpPr>
          <p:nvPr>
            <p:ph type="sldNum" sz="quarter" idx="12"/>
          </p:nvPr>
        </p:nvSpPr>
        <p:spPr/>
        <p:txBody>
          <a:bodyPr/>
          <a:lstStyle/>
          <a:p>
            <a:fld id="{9B1BF139-B6C4-4741-9853-33B15709408B}" type="slidenum">
              <a:rPr lang="en-US" altLang="en-US"/>
              <a:pPr/>
              <a:t>6</a:t>
            </a:fld>
            <a:endParaRPr lang="en-US" altLang="en-US"/>
          </a:p>
        </p:txBody>
      </p:sp>
      <p:sp>
        <p:nvSpPr>
          <p:cNvPr id="1031170" name="Rectangle 2">
            <a:extLst>
              <a:ext uri="{FF2B5EF4-FFF2-40B4-BE49-F238E27FC236}">
                <a16:creationId xmlns:a16="http://schemas.microsoft.com/office/drawing/2014/main" id="{B52E1303-F579-943F-EE1A-A3C67E17F57E}"/>
              </a:ext>
            </a:extLst>
          </p:cNvPr>
          <p:cNvSpPr>
            <a:spLocks noGrp="1" noChangeArrowheads="1"/>
          </p:cNvSpPr>
          <p:nvPr>
            <p:ph type="title"/>
          </p:nvPr>
        </p:nvSpPr>
        <p:spPr>
          <a:xfrm>
            <a:off x="1150938" y="457200"/>
            <a:ext cx="7793037" cy="700088"/>
          </a:xfrm>
        </p:spPr>
        <p:txBody>
          <a:bodyPr/>
          <a:lstStyle/>
          <a:p>
            <a:r>
              <a:rPr lang="en-US" altLang="en-US" b="1"/>
              <a:t>LẬP KẾ HOẠCH NGÂN SÁCH</a:t>
            </a:r>
          </a:p>
        </p:txBody>
      </p:sp>
      <p:sp>
        <p:nvSpPr>
          <p:cNvPr id="1031171" name="Rectangle 3">
            <a:extLst>
              <a:ext uri="{FF2B5EF4-FFF2-40B4-BE49-F238E27FC236}">
                <a16:creationId xmlns:a16="http://schemas.microsoft.com/office/drawing/2014/main" id="{C67FAAAE-1D7C-B4AE-D92D-FDC5C0908260}"/>
              </a:ext>
            </a:extLst>
          </p:cNvPr>
          <p:cNvSpPr>
            <a:spLocks noGrp="1" noChangeArrowheads="1"/>
          </p:cNvSpPr>
          <p:nvPr>
            <p:ph type="body" idx="1"/>
          </p:nvPr>
        </p:nvSpPr>
        <p:spPr>
          <a:xfrm>
            <a:off x="609600" y="1295400"/>
            <a:ext cx="8382000" cy="5029200"/>
          </a:xfrm>
        </p:spPr>
        <p:txBody>
          <a:bodyPr/>
          <a:lstStyle/>
          <a:p>
            <a:pPr marL="533400" indent="-533400">
              <a:lnSpc>
                <a:spcPct val="90000"/>
              </a:lnSpc>
              <a:buSzTx/>
              <a:buFont typeface="Wingdings" panose="05000000000000000000" pitchFamily="2" charset="2"/>
              <a:buAutoNum type="arabicPeriod"/>
            </a:pPr>
            <a:endParaRPr lang="en-US" altLang="en-US" sz="2400"/>
          </a:p>
          <a:p>
            <a:pPr marL="533400" indent="-533400">
              <a:lnSpc>
                <a:spcPct val="90000"/>
              </a:lnSpc>
            </a:pPr>
            <a:r>
              <a:rPr lang="en-US" altLang="en-US" sz="2800"/>
              <a:t>Lập kế hoạch cho ngân sách phụ thuộc vào bản chất của dự án và tổ chức.</a:t>
            </a:r>
          </a:p>
          <a:p>
            <a:pPr marL="533400" indent="-533400">
              <a:lnSpc>
                <a:spcPct val="90000"/>
              </a:lnSpc>
            </a:pPr>
            <a:r>
              <a:rPr lang="en-US" altLang="en-US" sz="2800"/>
              <a:t>Một số câu hỏi cần cân nhắc:</a:t>
            </a:r>
          </a:p>
          <a:p>
            <a:pPr marL="914400" lvl="1" indent="-457200">
              <a:lnSpc>
                <a:spcPct val="90000"/>
              </a:lnSpc>
            </a:pPr>
            <a:r>
              <a:rPr lang="en-US" altLang="en-US" sz="2400"/>
              <a:t>Các khó khăn nào sẽ gặp khi thực hiện các công việc cụ thể trong dự án?</a:t>
            </a:r>
          </a:p>
          <a:p>
            <a:pPr marL="914400" lvl="1" indent="-457200">
              <a:lnSpc>
                <a:spcPct val="90000"/>
              </a:lnSpc>
            </a:pPr>
            <a:r>
              <a:rPr lang="en-US" altLang="en-US" sz="2400"/>
              <a:t>Có phạm vi nhất định nào ảnh hưởng đến nguồn tài nguyên?</a:t>
            </a:r>
          </a:p>
          <a:p>
            <a:pPr marL="914400" lvl="1" indent="-457200">
              <a:lnSpc>
                <a:spcPct val="90000"/>
              </a:lnSpc>
            </a:pPr>
            <a:r>
              <a:rPr lang="en-US" altLang="en-US" sz="2400"/>
              <a:t>Tổ chức đã thực hiện những công việc nào tương tự như dự án?</a:t>
            </a:r>
          </a:p>
          <a:p>
            <a:pPr marL="914400" lvl="1" indent="-457200">
              <a:lnSpc>
                <a:spcPct val="90000"/>
              </a:lnSpc>
            </a:pPr>
            <a:r>
              <a:rPr lang="en-US" altLang="en-US" sz="2400"/>
              <a:t>Tổ chức đó có đủ người, trang thiết bị và vật tư để thực hiện dự án?</a:t>
            </a:r>
          </a:p>
          <a:p>
            <a:pPr marL="914400" lvl="1" indent="-457200">
              <a:lnSpc>
                <a:spcPct val="90000"/>
              </a:lnSpc>
            </a:pPr>
            <a:endParaRPr lang="en-US" altLang="en-US" sz="2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3D52B5E9-65AE-8578-0B6D-96E3C4BC983B}"/>
              </a:ext>
            </a:extLst>
          </p:cNvPr>
          <p:cNvSpPr>
            <a:spLocks noGrp="1"/>
          </p:cNvSpPr>
          <p:nvPr>
            <p:ph type="sldNum" sz="quarter" idx="12"/>
          </p:nvPr>
        </p:nvSpPr>
        <p:spPr/>
        <p:txBody>
          <a:bodyPr/>
          <a:lstStyle/>
          <a:p>
            <a:fld id="{4561CCAC-F8C6-4534-8F81-481541B9E914}" type="slidenum">
              <a:rPr lang="en-US" altLang="en-US"/>
              <a:pPr/>
              <a:t>7</a:t>
            </a:fld>
            <a:endParaRPr lang="en-US" altLang="en-US"/>
          </a:p>
        </p:txBody>
      </p:sp>
      <p:sp>
        <p:nvSpPr>
          <p:cNvPr id="1033218" name="Rectangle 2">
            <a:extLst>
              <a:ext uri="{FF2B5EF4-FFF2-40B4-BE49-F238E27FC236}">
                <a16:creationId xmlns:a16="http://schemas.microsoft.com/office/drawing/2014/main" id="{32EC7D1E-389C-0027-67D5-8FE04B77E8E7}"/>
              </a:ext>
            </a:extLst>
          </p:cNvPr>
          <p:cNvSpPr>
            <a:spLocks noGrp="1" noChangeArrowheads="1"/>
          </p:cNvSpPr>
          <p:nvPr>
            <p:ph type="title"/>
          </p:nvPr>
        </p:nvSpPr>
        <p:spPr/>
        <p:txBody>
          <a:bodyPr/>
          <a:lstStyle/>
          <a:p>
            <a:r>
              <a:rPr lang="en-US" altLang="en-US" b="1"/>
              <a:t>ƯỚC TÍNH CHI PHÍ</a:t>
            </a:r>
          </a:p>
        </p:txBody>
      </p:sp>
      <p:sp>
        <p:nvSpPr>
          <p:cNvPr id="1033219" name="Rectangle 3">
            <a:extLst>
              <a:ext uri="{FF2B5EF4-FFF2-40B4-BE49-F238E27FC236}">
                <a16:creationId xmlns:a16="http://schemas.microsoft.com/office/drawing/2014/main" id="{8C4B84E6-83A9-CA29-B606-1E8D84A94591}"/>
              </a:ext>
            </a:extLst>
          </p:cNvPr>
          <p:cNvSpPr>
            <a:spLocks noGrp="1" noChangeArrowheads="1"/>
          </p:cNvSpPr>
          <p:nvPr>
            <p:ph type="body" idx="1"/>
          </p:nvPr>
        </p:nvSpPr>
        <p:spPr>
          <a:xfrm>
            <a:off x="609600" y="1143000"/>
            <a:ext cx="8382000" cy="5029200"/>
          </a:xfrm>
        </p:spPr>
        <p:txBody>
          <a:bodyPr/>
          <a:lstStyle/>
          <a:p>
            <a:pPr marL="533400" indent="-533400">
              <a:buSzTx/>
              <a:buFont typeface="Wingdings" panose="05000000000000000000" pitchFamily="2" charset="2"/>
              <a:buAutoNum type="arabicPeriod"/>
            </a:pPr>
            <a:endParaRPr lang="en-US" altLang="en-US" sz="2800"/>
          </a:p>
          <a:p>
            <a:pPr marL="533400" indent="-533400"/>
            <a:r>
              <a:rPr lang="en-US" altLang="en-US" sz="2800"/>
              <a:t>Ước tính nguồn lực bằng tiền cần thiết để hoàn thành các hoạt động của dự án</a:t>
            </a:r>
          </a:p>
          <a:p>
            <a:pPr marL="533400" indent="-533400"/>
            <a:r>
              <a:rPr lang="en-US" altLang="en-US" sz="2800"/>
              <a:t>Đầu ra quan trọng của quản lý chi phí dự án là ước tính chi phí</a:t>
            </a:r>
          </a:p>
          <a:p>
            <a:pPr marL="533400" indent="-533400"/>
            <a:r>
              <a:rPr lang="en-US" altLang="en-US" sz="2800"/>
              <a:t>Có nhiều loại ước tính chi phí và những công cụ cùng với kỹ thuật giúp tạo ra chúng</a:t>
            </a:r>
          </a:p>
          <a:p>
            <a:pPr marL="533400" indent="-533400"/>
            <a:r>
              <a:rPr lang="en-US" altLang="en-US" sz="2800"/>
              <a:t>Điều quan trọng là phát triển một kế hoạch quản lý chi phí trong đó mô tả sự dao động chi phí sẽ được quản lý trong dự án ra sao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95B637F2-608B-8995-F0E8-39DCEDCB8EAF}"/>
              </a:ext>
            </a:extLst>
          </p:cNvPr>
          <p:cNvSpPr>
            <a:spLocks noGrp="1"/>
          </p:cNvSpPr>
          <p:nvPr>
            <p:ph type="sldNum" sz="quarter" idx="12"/>
          </p:nvPr>
        </p:nvSpPr>
        <p:spPr/>
        <p:txBody>
          <a:bodyPr/>
          <a:lstStyle/>
          <a:p>
            <a:fld id="{97AE4BCC-A1CF-4138-936D-F836164BD060}" type="slidenum">
              <a:rPr lang="en-US" altLang="en-US"/>
              <a:pPr/>
              <a:t>8</a:t>
            </a:fld>
            <a:endParaRPr lang="en-US" altLang="en-US"/>
          </a:p>
        </p:txBody>
      </p:sp>
      <p:sp>
        <p:nvSpPr>
          <p:cNvPr id="1035266" name="Rectangle 2">
            <a:extLst>
              <a:ext uri="{FF2B5EF4-FFF2-40B4-BE49-F238E27FC236}">
                <a16:creationId xmlns:a16="http://schemas.microsoft.com/office/drawing/2014/main" id="{E9417E18-EBE7-BB25-9CCB-FBDE0E87DBAD}"/>
              </a:ext>
            </a:extLst>
          </p:cNvPr>
          <p:cNvSpPr>
            <a:spLocks noGrp="1" noChangeArrowheads="1"/>
          </p:cNvSpPr>
          <p:nvPr>
            <p:ph type="title"/>
          </p:nvPr>
        </p:nvSpPr>
        <p:spPr/>
        <p:txBody>
          <a:bodyPr/>
          <a:lstStyle/>
          <a:p>
            <a:r>
              <a:rPr lang="en-US" altLang="en-US" b="1"/>
              <a:t>ƯỚC TÍNH CHI PHÍ</a:t>
            </a:r>
          </a:p>
        </p:txBody>
      </p:sp>
      <p:sp>
        <p:nvSpPr>
          <p:cNvPr id="1035267" name="Rectangle 3">
            <a:extLst>
              <a:ext uri="{FF2B5EF4-FFF2-40B4-BE49-F238E27FC236}">
                <a16:creationId xmlns:a16="http://schemas.microsoft.com/office/drawing/2014/main" id="{40B75012-DC09-DB42-84CF-ECC06BD844F1}"/>
              </a:ext>
            </a:extLst>
          </p:cNvPr>
          <p:cNvSpPr>
            <a:spLocks noGrp="1" noChangeArrowheads="1"/>
          </p:cNvSpPr>
          <p:nvPr>
            <p:ph type="body" sz="half" idx="1"/>
          </p:nvPr>
        </p:nvSpPr>
        <p:spPr>
          <a:xfrm>
            <a:off x="762000" y="1447800"/>
            <a:ext cx="7696200" cy="4456113"/>
          </a:xfrm>
        </p:spPr>
        <p:txBody>
          <a:bodyPr/>
          <a:lstStyle/>
          <a:p>
            <a:pPr marL="533400" indent="-533400">
              <a:buSzTx/>
              <a:buFont typeface="Wingdings" panose="05000000000000000000" pitchFamily="2" charset="2"/>
              <a:buAutoNum type="arabicPeriod"/>
            </a:pPr>
            <a:endParaRPr lang="en-US" altLang="en-US" sz="2400"/>
          </a:p>
          <a:p>
            <a:pPr marL="533400" indent="-533400"/>
            <a:r>
              <a:rPr lang="en-US" altLang="en-US" sz="2800"/>
              <a:t>Các loại ước tính Chi phí</a:t>
            </a:r>
          </a:p>
          <a:p>
            <a:pPr marL="533400" indent="-533400"/>
            <a:endParaRPr lang="en-US" altLang="en-US" sz="2800"/>
          </a:p>
        </p:txBody>
      </p:sp>
      <p:graphicFrame>
        <p:nvGraphicFramePr>
          <p:cNvPr id="1035655" name="Group 391">
            <a:extLst>
              <a:ext uri="{FF2B5EF4-FFF2-40B4-BE49-F238E27FC236}">
                <a16:creationId xmlns:a16="http://schemas.microsoft.com/office/drawing/2014/main" id="{4B06FB51-2659-F8DB-8FD5-C57D43CCECE5}"/>
              </a:ext>
            </a:extLst>
          </p:cNvPr>
          <p:cNvGraphicFramePr>
            <a:graphicFrameLocks noGrp="1"/>
          </p:cNvGraphicFramePr>
          <p:nvPr>
            <p:ph sz="half" idx="2"/>
          </p:nvPr>
        </p:nvGraphicFramePr>
        <p:xfrm>
          <a:off x="990600" y="2438400"/>
          <a:ext cx="7848600" cy="3813175"/>
        </p:xfrm>
        <a:graphic>
          <a:graphicData uri="http://schemas.openxmlformats.org/drawingml/2006/table">
            <a:tbl>
              <a:tblPr/>
              <a:tblGrid>
                <a:gridCol w="1139825">
                  <a:extLst>
                    <a:ext uri="{9D8B030D-6E8A-4147-A177-3AD203B41FA5}">
                      <a16:colId xmlns:a16="http://schemas.microsoft.com/office/drawing/2014/main" val="218583026"/>
                    </a:ext>
                  </a:extLst>
                </a:gridCol>
                <a:gridCol w="1935163">
                  <a:extLst>
                    <a:ext uri="{9D8B030D-6E8A-4147-A177-3AD203B41FA5}">
                      <a16:colId xmlns:a16="http://schemas.microsoft.com/office/drawing/2014/main" val="2756546314"/>
                    </a:ext>
                  </a:extLst>
                </a:gridCol>
                <a:gridCol w="2751137">
                  <a:extLst>
                    <a:ext uri="{9D8B030D-6E8A-4147-A177-3AD203B41FA5}">
                      <a16:colId xmlns:a16="http://schemas.microsoft.com/office/drawing/2014/main" val="3316157256"/>
                    </a:ext>
                  </a:extLst>
                </a:gridCol>
                <a:gridCol w="2022475">
                  <a:extLst>
                    <a:ext uri="{9D8B030D-6E8A-4147-A177-3AD203B41FA5}">
                      <a16:colId xmlns:a16="http://schemas.microsoft.com/office/drawing/2014/main" val="2976564789"/>
                    </a:ext>
                  </a:extLst>
                </a:gridCol>
              </a:tblGrid>
              <a:tr h="673100">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ahoma" panose="020B0604030504040204" pitchFamily="34" charset="0"/>
                          <a:cs typeface="Tahoma" panose="020B0604030504040204" pitchFamily="34" charset="0"/>
                        </a:rPr>
                        <a:t>Lọai Ước tính </a:t>
                      </a:r>
                      <a:endParaRPr kumimoji="0" lang="en-US" altLang="en-US" sz="18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ahoma" panose="020B0604030504040204" pitchFamily="34" charset="0"/>
                          <a:cs typeface="Tahoma" panose="020B0604030504040204" pitchFamily="34" charset="0"/>
                        </a:rPr>
                        <a:t>Khi nào làm? </a:t>
                      </a:r>
                      <a:endParaRPr kumimoji="0" lang="en-US" altLang="en-US" sz="18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ahoma" panose="020B0604030504040204" pitchFamily="34" charset="0"/>
                          <a:cs typeface="Tahoma" panose="020B0604030504040204" pitchFamily="34" charset="0"/>
                        </a:rPr>
                        <a:t>Tại sao làm?</a:t>
                      </a:r>
                      <a:endParaRPr kumimoji="0" lang="en-US" altLang="en-US" sz="18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ahoma" panose="020B0604030504040204" pitchFamily="34" charset="0"/>
                          <a:cs typeface="Tahoma" panose="020B0604030504040204" pitchFamily="34" charset="0"/>
                        </a:rPr>
                        <a:t>Độ chính xác</a:t>
                      </a:r>
                      <a:endParaRPr kumimoji="0" lang="en-US" altLang="en-US" sz="18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23651554"/>
                  </a:ext>
                </a:extLst>
              </a:tr>
              <a:tr h="950913">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ahoma" panose="020B0604030504040204" pitchFamily="34" charset="0"/>
                          <a:cs typeface="Tahoma" panose="020B0604030504040204" pitchFamily="34" charset="0"/>
                        </a:rPr>
                        <a:t>Độ lớn thô (</a:t>
                      </a:r>
                      <a:r>
                        <a:rPr kumimoji="0" lang="en-US" altLang="en-US" sz="1400" b="0" i="0" u="none" strike="noStrike" cap="none" normalizeH="0" baseline="0">
                          <a:ln>
                            <a:noFill/>
                          </a:ln>
                          <a:solidFill>
                            <a:schemeClr val="tx1"/>
                          </a:solidFill>
                          <a:effectLst/>
                          <a:latin typeface="Tahoma" panose="020B0604030504040204" pitchFamily="34" charset="0"/>
                          <a:cs typeface="Tahoma" panose="020B0604030504040204" pitchFamily="34" charset="0"/>
                        </a:rPr>
                        <a:t>ROM: </a:t>
                      </a:r>
                      <a:r>
                        <a:rPr kumimoji="0" lang="en-US" altLang="en-US" sz="1400" b="0" i="0" u="none" strike="noStrike" cap="none" normalizeH="0" baseline="0">
                          <a:ln>
                            <a:noFill/>
                          </a:ln>
                          <a:solidFill>
                            <a:schemeClr val="tx1"/>
                          </a:solidFill>
                          <a:effectLst/>
                          <a:latin typeface="Tahoma" panose="020B0604030504040204" pitchFamily="34" charset="0"/>
                        </a:rPr>
                        <a:t>Rough Order of Magnitude</a:t>
                      </a:r>
                      <a:r>
                        <a:rPr kumimoji="0" lang="en-US" altLang="en-US" sz="1600" b="0" i="0" u="none" strike="noStrike" cap="none" normalizeH="0" baseline="0">
                          <a:ln>
                            <a:noFill/>
                          </a:ln>
                          <a:solidFill>
                            <a:schemeClr val="tx1"/>
                          </a:solidFill>
                          <a:effectLst/>
                          <a:latin typeface="Tahoma" panose="020B0604030504040204" pitchFamily="34" charset="0"/>
                          <a:cs typeface="Tahoma" panose="020B0604030504040204" pitchFamily="34" charset="0"/>
                        </a:rPr>
                        <a: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ahoma" panose="020B0604030504040204" pitchFamily="34" charset="0"/>
                          <a:cs typeface="Tahoma" panose="020B0604030504040204" pitchFamily="34" charset="0"/>
                        </a:rPr>
                        <a:t>Rất sớm trong chu trình 3- 5 năm trước</a:t>
                      </a:r>
                      <a:endParaRPr kumimoji="0" lang="en-US" altLang="en-US" sz="18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ahoma" panose="020B0604030504040204" pitchFamily="34" charset="0"/>
                          <a:cs typeface="Tahoma" panose="020B0604030504040204" pitchFamily="34" charset="0"/>
                        </a:rPr>
                        <a:t>Cho biết chi phí thô để quyết định lựa chọn</a:t>
                      </a:r>
                      <a:endParaRPr kumimoji="0" lang="en-US" altLang="en-US" sz="18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ahoma" panose="020B0604030504040204" pitchFamily="34" charset="0"/>
                          <a:cs typeface="Tahoma" panose="020B0604030504040204" pitchFamily="34" charset="0"/>
                        </a:rPr>
                        <a:t>-25%, +75%</a:t>
                      </a:r>
                      <a:endParaRPr kumimoji="0" lang="en-US" altLang="en-US" sz="18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96002560"/>
                  </a:ext>
                </a:extLst>
              </a:tr>
              <a:tr h="674688">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ahoma" panose="020B0604030504040204" pitchFamily="34" charset="0"/>
                          <a:cs typeface="Tahoma" panose="020B0604030504040204" pitchFamily="34" charset="0"/>
                        </a:rPr>
                        <a:t>Ngân sách</a:t>
                      </a:r>
                      <a:endParaRPr kumimoji="0" lang="en-US" altLang="en-US" sz="18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ahoma" panose="020B0604030504040204" pitchFamily="34" charset="0"/>
                          <a:cs typeface="Tahoma" panose="020B0604030504040204" pitchFamily="34" charset="0"/>
                        </a:rPr>
                        <a:t>Sớm 1-2 năm xong</a:t>
                      </a:r>
                      <a:endParaRPr kumimoji="0" lang="en-US" altLang="en-US" sz="18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ahoma" panose="020B0604030504040204" pitchFamily="34" charset="0"/>
                          <a:cs typeface="Tahoma" panose="020B0604030504040204" pitchFamily="34" charset="0"/>
                        </a:rPr>
                        <a:t>Đưa $ vào các Kế hoạch ngân sách</a:t>
                      </a:r>
                      <a:endParaRPr kumimoji="0" lang="en-US" altLang="en-US" sz="18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ahoma" panose="020B0604030504040204" pitchFamily="34" charset="0"/>
                          <a:cs typeface="Tahoma" panose="020B0604030504040204" pitchFamily="34" charset="0"/>
                        </a:rPr>
                        <a:t>- 10%, +25%</a:t>
                      </a:r>
                      <a:endParaRPr kumimoji="0" lang="en-US" altLang="en-US" sz="18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76883312"/>
                  </a:ext>
                </a:extLst>
              </a:tr>
              <a:tr h="673100">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ahoma" panose="020B0604030504040204" pitchFamily="34" charset="0"/>
                          <a:cs typeface="Tahoma" panose="020B0604030504040204" pitchFamily="34" charset="0"/>
                        </a:rPr>
                        <a:t>Xác định</a:t>
                      </a:r>
                      <a:endParaRPr kumimoji="0" lang="en-US" altLang="en-US" sz="18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ahoma" panose="020B0604030504040204" pitchFamily="34" charset="0"/>
                          <a:cs typeface="Tahoma" panose="020B0604030504040204" pitchFamily="34" charset="0"/>
                        </a:rPr>
                        <a:t>Muộn hơn trong dự án &lt; 1 năm xong</a:t>
                      </a:r>
                      <a:endParaRPr kumimoji="0" lang="en-US" altLang="en-US" sz="18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ahoma" panose="020B0604030504040204" pitchFamily="34" charset="0"/>
                          <a:cs typeface="Tahoma" panose="020B0604030504040204" pitchFamily="34" charset="0"/>
                        </a:rPr>
                        <a:t>Cung cấp chi tiết đ</a:t>
                      </a:r>
                      <a:r>
                        <a:rPr kumimoji="0" lang="en-US" altLang="en-US" sz="1800" b="0" i="0" u="none" strike="noStrike" cap="none" normalizeH="0" baseline="0">
                          <a:ln>
                            <a:noFill/>
                          </a:ln>
                          <a:solidFill>
                            <a:schemeClr val="tx1"/>
                          </a:solidFill>
                          <a:effectLst/>
                          <a:latin typeface="Tahoma" panose="020B0604030504040204" pitchFamily="34" charset="0"/>
                        </a:rPr>
                        <a:t>ể</a:t>
                      </a:r>
                      <a:r>
                        <a:rPr kumimoji="0" lang="en-US" altLang="en-US" sz="1800" b="0" i="0" u="none" strike="noStrike" cap="none" normalizeH="0" baseline="0">
                          <a:ln>
                            <a:noFill/>
                          </a:ln>
                          <a:solidFill>
                            <a:schemeClr val="tx1"/>
                          </a:solidFill>
                          <a:effectLst/>
                          <a:latin typeface="Tahoma" panose="020B0604030504040204" pitchFamily="34" charset="0"/>
                          <a:cs typeface="Tahoma" panose="020B0604030504040204" pitchFamily="34" charset="0"/>
                        </a:rPr>
                        <a:t> mua, ước lượng chi phí thật sự.</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ahoma" panose="020B0604030504040204" pitchFamily="34" charset="0"/>
                          <a:cs typeface="Tahoma" panose="020B0604030504040204" pitchFamily="34" charset="0"/>
                        </a:rPr>
                        <a:t>-5%, +10%</a:t>
                      </a:r>
                      <a:endParaRPr kumimoji="0" lang="en-US" altLang="en-US" sz="18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0354438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65AA25E9-8FD1-8F68-E2A1-C69A554E9CD1}"/>
              </a:ext>
            </a:extLst>
          </p:cNvPr>
          <p:cNvSpPr>
            <a:spLocks noGrp="1"/>
          </p:cNvSpPr>
          <p:nvPr>
            <p:ph type="sldNum" sz="quarter" idx="12"/>
          </p:nvPr>
        </p:nvSpPr>
        <p:spPr/>
        <p:txBody>
          <a:bodyPr/>
          <a:lstStyle/>
          <a:p>
            <a:fld id="{B8F7A659-E9B0-46CD-AEDD-3FFC71CF94B4}" type="slidenum">
              <a:rPr lang="en-US" altLang="en-US"/>
              <a:pPr/>
              <a:t>9</a:t>
            </a:fld>
            <a:endParaRPr lang="en-US" altLang="en-US"/>
          </a:p>
        </p:txBody>
      </p:sp>
      <p:sp>
        <p:nvSpPr>
          <p:cNvPr id="1037314" name="Rectangle 2">
            <a:extLst>
              <a:ext uri="{FF2B5EF4-FFF2-40B4-BE49-F238E27FC236}">
                <a16:creationId xmlns:a16="http://schemas.microsoft.com/office/drawing/2014/main" id="{7B21E3A9-EA16-17D7-8CD4-39C672D2125B}"/>
              </a:ext>
            </a:extLst>
          </p:cNvPr>
          <p:cNvSpPr>
            <a:spLocks noGrp="1" noChangeArrowheads="1"/>
          </p:cNvSpPr>
          <p:nvPr>
            <p:ph type="title"/>
          </p:nvPr>
        </p:nvSpPr>
        <p:spPr/>
        <p:txBody>
          <a:bodyPr/>
          <a:lstStyle/>
          <a:p>
            <a:r>
              <a:rPr lang="en-US" altLang="en-US" b="1"/>
              <a:t>ƯỚC TÍNH CHI PHÍ</a:t>
            </a:r>
          </a:p>
        </p:txBody>
      </p:sp>
      <p:sp>
        <p:nvSpPr>
          <p:cNvPr id="1037315" name="Rectangle 3">
            <a:extLst>
              <a:ext uri="{FF2B5EF4-FFF2-40B4-BE49-F238E27FC236}">
                <a16:creationId xmlns:a16="http://schemas.microsoft.com/office/drawing/2014/main" id="{C84F7409-1536-8425-9133-A83E472FC7B8}"/>
              </a:ext>
            </a:extLst>
          </p:cNvPr>
          <p:cNvSpPr>
            <a:spLocks noGrp="1" noChangeArrowheads="1"/>
          </p:cNvSpPr>
          <p:nvPr>
            <p:ph type="body" idx="1"/>
          </p:nvPr>
        </p:nvSpPr>
        <p:spPr>
          <a:xfrm>
            <a:off x="609600" y="1295400"/>
            <a:ext cx="8382000" cy="5029200"/>
          </a:xfrm>
        </p:spPr>
        <p:txBody>
          <a:bodyPr/>
          <a:lstStyle/>
          <a:p>
            <a:pPr marL="533400" indent="-533400">
              <a:buSzTx/>
              <a:buFont typeface="Wingdings" panose="05000000000000000000" pitchFamily="2" charset="2"/>
              <a:buAutoNum type="arabicPeriod"/>
            </a:pPr>
            <a:endParaRPr lang="en-US" altLang="en-US" sz="2400"/>
          </a:p>
          <a:p>
            <a:pPr marL="533400" indent="-533400"/>
            <a:r>
              <a:rPr lang="en-US" altLang="en-US" sz="2800"/>
              <a:t>Các phương pháp ước tính Chi phí</a:t>
            </a:r>
          </a:p>
          <a:p>
            <a:pPr marL="914400" lvl="1" indent="-457200"/>
            <a:r>
              <a:rPr lang="en-US" altLang="en-US" sz="2400"/>
              <a:t>Tương tự hay Trên - xuống (top-down): sử dụng chi phí thực tế trước đó, các dự án tương tự làm nền tảng cơ bản để làm ước tính mới</a:t>
            </a:r>
          </a:p>
          <a:p>
            <a:pPr marL="914400" lvl="1" indent="-457200"/>
            <a:r>
              <a:rPr lang="en-US" altLang="en-US" sz="2400"/>
              <a:t>Dưới lên (Bottom-up): ước tính riêng từng nhóm làm việc và tính toán con số tổng cộng.</a:t>
            </a:r>
          </a:p>
          <a:p>
            <a:pPr marL="914400" lvl="1" indent="-457200"/>
            <a:r>
              <a:rPr lang="en-US" altLang="en-US" sz="2400"/>
              <a:t>Mô hình điểm chức năng.</a:t>
            </a:r>
          </a:p>
          <a:p>
            <a:pPr marL="914400" lvl="1" indent="-457200"/>
            <a:r>
              <a:rPr lang="en-US" altLang="en-US" sz="2400"/>
              <a:t>Dùng thông số: sử dụng các đặc điểm riêng biệt trong dự án áp dụng phương thức toán học để ước tính chi phí. Mô hình COCOMO (Constructive Cost Model) là mô hình thông dụng</a:t>
            </a:r>
            <a:r>
              <a:rPr lang="en-US" altLang="en-US" sz="2000"/>
              <a:t> </a:t>
            </a:r>
            <a:endParaRPr lang="en-US" altLang="en-US" sz="2400"/>
          </a:p>
          <a:p>
            <a:pPr marL="533400" indent="-533400"/>
            <a:endParaRPr lang="en-US" altLang="en-US" sz="28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866EFA91-97C2-EC25-86CD-B2208070C1A0}"/>
              </a:ext>
            </a:extLst>
          </p:cNvPr>
          <p:cNvSpPr>
            <a:spLocks noGrp="1"/>
          </p:cNvSpPr>
          <p:nvPr>
            <p:ph type="sldNum" sz="quarter" idx="12"/>
          </p:nvPr>
        </p:nvSpPr>
        <p:spPr/>
        <p:txBody>
          <a:bodyPr/>
          <a:lstStyle/>
          <a:p>
            <a:fld id="{00EBB3E1-CCCB-4399-AE19-638B8372200E}" type="slidenum">
              <a:rPr lang="en-US" altLang="en-US"/>
              <a:pPr/>
              <a:t>10</a:t>
            </a:fld>
            <a:endParaRPr lang="en-US" altLang="en-US"/>
          </a:p>
        </p:txBody>
      </p:sp>
      <p:sp>
        <p:nvSpPr>
          <p:cNvPr id="1130498" name="Rectangle 2">
            <a:extLst>
              <a:ext uri="{FF2B5EF4-FFF2-40B4-BE49-F238E27FC236}">
                <a16:creationId xmlns:a16="http://schemas.microsoft.com/office/drawing/2014/main" id="{C7FDA99C-9272-B5BF-5D16-C7407627B737}"/>
              </a:ext>
            </a:extLst>
          </p:cNvPr>
          <p:cNvSpPr>
            <a:spLocks noGrp="1" noChangeArrowheads="1"/>
          </p:cNvSpPr>
          <p:nvPr>
            <p:ph type="title"/>
          </p:nvPr>
        </p:nvSpPr>
        <p:spPr/>
        <p:txBody>
          <a:bodyPr/>
          <a:lstStyle/>
          <a:p>
            <a:r>
              <a:rPr lang="en-US" altLang="en-US" b="1"/>
              <a:t>ƯỚC TÍNH CHI PHÍ</a:t>
            </a:r>
          </a:p>
        </p:txBody>
      </p:sp>
      <p:sp>
        <p:nvSpPr>
          <p:cNvPr id="1130499" name="Rectangle 3">
            <a:extLst>
              <a:ext uri="{FF2B5EF4-FFF2-40B4-BE49-F238E27FC236}">
                <a16:creationId xmlns:a16="http://schemas.microsoft.com/office/drawing/2014/main" id="{7654E36E-B1A6-9F71-5F2E-9DA0BA10AEEC}"/>
              </a:ext>
            </a:extLst>
          </p:cNvPr>
          <p:cNvSpPr>
            <a:spLocks noGrp="1" noChangeArrowheads="1"/>
          </p:cNvSpPr>
          <p:nvPr>
            <p:ph type="body" idx="1"/>
          </p:nvPr>
        </p:nvSpPr>
        <p:spPr>
          <a:xfrm>
            <a:off x="609600" y="1295400"/>
            <a:ext cx="8382000" cy="5029200"/>
          </a:xfrm>
        </p:spPr>
        <p:txBody>
          <a:bodyPr/>
          <a:lstStyle/>
          <a:p>
            <a:pPr marL="533400" indent="-533400">
              <a:lnSpc>
                <a:spcPct val="90000"/>
              </a:lnSpc>
              <a:buSzTx/>
              <a:buFont typeface="Wingdings" panose="05000000000000000000" pitchFamily="2" charset="2"/>
              <a:buAutoNum type="arabicPeriod"/>
            </a:pPr>
            <a:endParaRPr lang="en-US" altLang="en-US" sz="2400"/>
          </a:p>
          <a:p>
            <a:pPr marL="914400" lvl="1" indent="-457200">
              <a:lnSpc>
                <a:spcPct val="90000"/>
              </a:lnSpc>
            </a:pPr>
            <a:r>
              <a:rPr lang="en-US" altLang="en-US" sz="2400"/>
              <a:t>Mô hình COCOMO (Constructive Cost Model):</a:t>
            </a:r>
          </a:p>
          <a:p>
            <a:pPr marL="1295400" lvl="2" indent="-381000">
              <a:lnSpc>
                <a:spcPct val="90000"/>
              </a:lnSpc>
            </a:pPr>
            <a:r>
              <a:rPr lang="en-AU" altLang="en-US" sz="2000"/>
              <a:t>Xác định cả 2 thông số là số nhân lực và thời gian phát triển</a:t>
            </a:r>
            <a:endParaRPr lang="en-US" altLang="en-US" sz="2000"/>
          </a:p>
          <a:p>
            <a:pPr marL="1295400" lvl="2" indent="-381000">
              <a:lnSpc>
                <a:spcPct val="90000"/>
              </a:lnSpc>
            </a:pPr>
            <a:r>
              <a:rPr lang="en-US" altLang="en-US" sz="2000"/>
              <a:t>Quy đổi đánh giá về số dòng lệnh thành đánh giá về số nhân lực</a:t>
            </a:r>
          </a:p>
          <a:p>
            <a:pPr marL="1295400" lvl="2" indent="-381000">
              <a:lnSpc>
                <a:spcPct val="90000"/>
              </a:lnSpc>
            </a:pPr>
            <a:r>
              <a:rPr lang="en-AU" altLang="en-US" sz="2000"/>
              <a:t>Trình tự thực hiện (Work Breakdown Structure)</a:t>
            </a:r>
          </a:p>
          <a:p>
            <a:pPr marL="1714500" lvl="3" indent="-342900">
              <a:lnSpc>
                <a:spcPct val="90000"/>
              </a:lnSpc>
            </a:pPr>
            <a:r>
              <a:rPr lang="en-AU" altLang="en-US" sz="1800"/>
              <a:t>Phân tích các yêu cầu của dự án</a:t>
            </a:r>
          </a:p>
          <a:p>
            <a:pPr marL="1714500" lvl="3" indent="-342900">
              <a:lnSpc>
                <a:spcPct val="90000"/>
              </a:lnSpc>
            </a:pPr>
            <a:r>
              <a:rPr lang="en-AU" altLang="en-US" sz="1800"/>
              <a:t>Xác định line of code của từng yêu cầu dựa vào metric data</a:t>
            </a:r>
          </a:p>
          <a:p>
            <a:pPr marL="1714500" lvl="3" indent="-342900">
              <a:lnSpc>
                <a:spcPct val="90000"/>
              </a:lnSpc>
            </a:pPr>
            <a:r>
              <a:rPr lang="en-AU" altLang="en-US" sz="1800"/>
              <a:t>Trừ các phần đã được xác định là reuse code</a:t>
            </a:r>
          </a:p>
          <a:p>
            <a:pPr marL="1714500" lvl="3" indent="-342900">
              <a:lnSpc>
                <a:spcPct val="90000"/>
              </a:lnSpc>
            </a:pPr>
            <a:r>
              <a:rPr lang="en-AU" altLang="en-US" sz="1800"/>
              <a:t>Tổng các phần còn lại tính được </a:t>
            </a:r>
            <a:r>
              <a:rPr lang="en-AU" altLang="en-US" sz="1800" b="1">
                <a:effectLst>
                  <a:outerShdw blurRad="38100" dist="38100" dir="2700000" algn="tl">
                    <a:srgbClr val="C0C0C0"/>
                  </a:outerShdw>
                </a:effectLst>
              </a:rPr>
              <a:t>K</a:t>
            </a:r>
            <a:r>
              <a:rPr lang="en-AU" altLang="en-US" sz="1800"/>
              <a:t> line of code</a:t>
            </a:r>
          </a:p>
          <a:p>
            <a:pPr marL="1714500" lvl="3" indent="-342900">
              <a:lnSpc>
                <a:spcPct val="90000"/>
              </a:lnSpc>
            </a:pPr>
            <a:r>
              <a:rPr lang="en-AU" altLang="en-US" sz="1800"/>
              <a:t>Áp dựng công thức tính</a:t>
            </a:r>
          </a:p>
          <a:p>
            <a:pPr marL="2171700" lvl="4" indent="-342900">
              <a:lnSpc>
                <a:spcPct val="90000"/>
              </a:lnSpc>
            </a:pPr>
            <a:r>
              <a:rPr lang="en-AU" altLang="en-US" sz="1800"/>
              <a:t>E = a</a:t>
            </a:r>
            <a:r>
              <a:rPr lang="en-AU" altLang="en-US" sz="1800" baseline="-25000"/>
              <a:t>b</a:t>
            </a:r>
            <a:r>
              <a:rPr lang="en-AU" altLang="en-US" sz="1800"/>
              <a:t> * K * exp(b</a:t>
            </a:r>
            <a:r>
              <a:rPr lang="en-AU" altLang="en-US" sz="1800" baseline="-25000"/>
              <a:t>b</a:t>
            </a:r>
            <a:r>
              <a:rPr lang="en-AU" altLang="en-US" sz="1800"/>
              <a:t>)</a:t>
            </a:r>
          </a:p>
          <a:p>
            <a:pPr marL="2171700" lvl="4" indent="-342900">
              <a:lnSpc>
                <a:spcPct val="90000"/>
              </a:lnSpc>
            </a:pPr>
            <a:r>
              <a:rPr lang="en-AU" altLang="en-US" sz="1800"/>
              <a:t>D = c</a:t>
            </a:r>
            <a:r>
              <a:rPr lang="en-AU" altLang="en-US" sz="1800" baseline="-25000"/>
              <a:t>b</a:t>
            </a:r>
            <a:r>
              <a:rPr lang="en-AU" altLang="en-US" sz="1800"/>
              <a:t> * E * exp(d</a:t>
            </a:r>
            <a:r>
              <a:rPr lang="en-AU" altLang="en-US" sz="1800" baseline="-25000"/>
              <a:t>b</a:t>
            </a:r>
            <a:r>
              <a:rPr lang="en-AU" altLang="en-US" sz="1800"/>
              <a:t>)</a:t>
            </a:r>
          </a:p>
          <a:p>
            <a:pPr marL="2171700" lvl="4" indent="-342900">
              <a:lnSpc>
                <a:spcPct val="90000"/>
              </a:lnSpc>
              <a:buFont typeface="Wingdings" panose="05000000000000000000" pitchFamily="2" charset="2"/>
              <a:buNone/>
            </a:pPr>
            <a:r>
              <a:rPr lang="en-AU" altLang="en-US" sz="1800"/>
              <a:t>	E là số nhân lực tham gia vào dự án</a:t>
            </a:r>
          </a:p>
          <a:p>
            <a:pPr marL="2171700" lvl="4" indent="-342900">
              <a:lnSpc>
                <a:spcPct val="90000"/>
              </a:lnSpc>
              <a:buFont typeface="Wingdings" panose="05000000000000000000" pitchFamily="2" charset="2"/>
              <a:buNone/>
            </a:pPr>
            <a:r>
              <a:rPr lang="en-AU" altLang="en-US" sz="1800"/>
              <a:t>	D là thời gian thực hiện dự án</a:t>
            </a:r>
            <a:endParaRPr lang="en-US" altLang="en-US" sz="1800"/>
          </a:p>
          <a:p>
            <a:pPr marL="533400" indent="-533400">
              <a:lnSpc>
                <a:spcPct val="90000"/>
              </a:lnSpc>
            </a:pPr>
            <a:endParaRPr lang="en-US" altLang="en-US" sz="2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B3B0DB56-A8EE-1D0B-1C84-6C5559BF16A8}"/>
              </a:ext>
            </a:extLst>
          </p:cNvPr>
          <p:cNvSpPr>
            <a:spLocks noGrp="1"/>
          </p:cNvSpPr>
          <p:nvPr>
            <p:ph type="sldNum" sz="quarter" idx="12"/>
          </p:nvPr>
        </p:nvSpPr>
        <p:spPr/>
        <p:txBody>
          <a:bodyPr/>
          <a:lstStyle/>
          <a:p>
            <a:fld id="{0122AE5A-1BDC-4A48-8847-B11313D97013}" type="slidenum">
              <a:rPr lang="en-US" altLang="en-US"/>
              <a:pPr/>
              <a:t>11</a:t>
            </a:fld>
            <a:endParaRPr lang="en-US" altLang="en-US"/>
          </a:p>
        </p:txBody>
      </p:sp>
      <p:sp>
        <p:nvSpPr>
          <p:cNvPr id="1132546" name="Rectangle 2">
            <a:extLst>
              <a:ext uri="{FF2B5EF4-FFF2-40B4-BE49-F238E27FC236}">
                <a16:creationId xmlns:a16="http://schemas.microsoft.com/office/drawing/2014/main" id="{776C693F-F2B7-BC96-DB9D-D570153C9EFB}"/>
              </a:ext>
            </a:extLst>
          </p:cNvPr>
          <p:cNvSpPr>
            <a:spLocks noGrp="1" noChangeArrowheads="1"/>
          </p:cNvSpPr>
          <p:nvPr>
            <p:ph type="title"/>
          </p:nvPr>
        </p:nvSpPr>
        <p:spPr/>
        <p:txBody>
          <a:bodyPr/>
          <a:lstStyle/>
          <a:p>
            <a:r>
              <a:rPr lang="en-US" altLang="en-US" b="1"/>
              <a:t>ƯỚC TÍNH CHI PHÍ</a:t>
            </a:r>
          </a:p>
        </p:txBody>
      </p:sp>
      <p:sp>
        <p:nvSpPr>
          <p:cNvPr id="1132547" name="Rectangle 3">
            <a:extLst>
              <a:ext uri="{FF2B5EF4-FFF2-40B4-BE49-F238E27FC236}">
                <a16:creationId xmlns:a16="http://schemas.microsoft.com/office/drawing/2014/main" id="{9C0852D1-B748-A2C7-55B7-76ADAC2E0C56}"/>
              </a:ext>
            </a:extLst>
          </p:cNvPr>
          <p:cNvSpPr>
            <a:spLocks noGrp="1" noChangeArrowheads="1"/>
          </p:cNvSpPr>
          <p:nvPr>
            <p:ph type="body" sz="half" idx="1"/>
          </p:nvPr>
        </p:nvSpPr>
        <p:spPr>
          <a:xfrm>
            <a:off x="762000" y="1219200"/>
            <a:ext cx="7620000" cy="5410200"/>
          </a:xfrm>
        </p:spPr>
        <p:txBody>
          <a:bodyPr/>
          <a:lstStyle/>
          <a:p>
            <a:pPr marL="533400" indent="-533400">
              <a:lnSpc>
                <a:spcPct val="90000"/>
              </a:lnSpc>
              <a:buSzTx/>
              <a:buFont typeface="Wingdings" panose="05000000000000000000" pitchFamily="2" charset="2"/>
              <a:buAutoNum type="arabicPeriod"/>
            </a:pPr>
            <a:endParaRPr lang="en-US" altLang="en-US" sz="1800"/>
          </a:p>
          <a:p>
            <a:pPr marL="914400" lvl="1" indent="-457200">
              <a:lnSpc>
                <a:spcPct val="90000"/>
              </a:lnSpc>
            </a:pPr>
            <a:r>
              <a:rPr lang="en-US" altLang="en-US" sz="2400"/>
              <a:t>Mô hình COCOMO (tt)</a:t>
            </a:r>
          </a:p>
          <a:p>
            <a:pPr marL="1295400" lvl="2" indent="-381000">
              <a:lnSpc>
                <a:spcPct val="90000"/>
              </a:lnSpc>
            </a:pPr>
            <a:r>
              <a:rPr lang="en-AU" altLang="en-US" sz="2000"/>
              <a:t>Các hệ số của công thức COCOMO</a:t>
            </a:r>
          </a:p>
          <a:p>
            <a:pPr marL="1295400" lvl="2" indent="-381000">
              <a:lnSpc>
                <a:spcPct val="90000"/>
              </a:lnSpc>
            </a:pPr>
            <a:endParaRPr lang="en-AU" altLang="en-US" sz="2000"/>
          </a:p>
          <a:p>
            <a:pPr marL="1295400" lvl="2" indent="-381000">
              <a:lnSpc>
                <a:spcPct val="90000"/>
              </a:lnSpc>
            </a:pPr>
            <a:endParaRPr lang="en-AU" altLang="en-US" sz="1600"/>
          </a:p>
          <a:p>
            <a:pPr marL="1295400" lvl="2" indent="-381000">
              <a:lnSpc>
                <a:spcPct val="90000"/>
              </a:lnSpc>
            </a:pPr>
            <a:endParaRPr lang="en-AU" altLang="en-US" sz="1600"/>
          </a:p>
          <a:p>
            <a:pPr marL="1295400" lvl="2" indent="-381000">
              <a:lnSpc>
                <a:spcPct val="90000"/>
              </a:lnSpc>
            </a:pPr>
            <a:endParaRPr lang="en-AU" altLang="en-US" sz="1600"/>
          </a:p>
          <a:p>
            <a:pPr marL="1295400" lvl="2" indent="-381000">
              <a:lnSpc>
                <a:spcPct val="90000"/>
              </a:lnSpc>
            </a:pPr>
            <a:endParaRPr lang="en-AU" altLang="en-US" sz="1600"/>
          </a:p>
          <a:p>
            <a:pPr marL="1295400" lvl="2" indent="-381000">
              <a:lnSpc>
                <a:spcPct val="90000"/>
              </a:lnSpc>
            </a:pPr>
            <a:endParaRPr lang="en-AU" altLang="en-US" sz="1600"/>
          </a:p>
          <a:p>
            <a:pPr marL="1295400" lvl="2" indent="-381000">
              <a:lnSpc>
                <a:spcPct val="90000"/>
              </a:lnSpc>
            </a:pPr>
            <a:endParaRPr lang="en-AU" altLang="en-US" sz="1600"/>
          </a:p>
          <a:p>
            <a:pPr marL="1295400" lvl="2" indent="-381000">
              <a:lnSpc>
                <a:spcPct val="90000"/>
              </a:lnSpc>
            </a:pPr>
            <a:endParaRPr lang="en-AU" altLang="en-US" sz="1600"/>
          </a:p>
          <a:p>
            <a:pPr marL="1295400" lvl="2" indent="-381000">
              <a:lnSpc>
                <a:spcPct val="90000"/>
              </a:lnSpc>
            </a:pPr>
            <a:endParaRPr lang="en-AU" altLang="en-US" sz="1600"/>
          </a:p>
          <a:p>
            <a:pPr marL="1295400" lvl="2" indent="-381000">
              <a:lnSpc>
                <a:spcPct val="90000"/>
              </a:lnSpc>
            </a:pPr>
            <a:endParaRPr lang="en-US" altLang="en-US" sz="1600"/>
          </a:p>
          <a:p>
            <a:pPr marL="1295400" lvl="2" indent="-381000">
              <a:lnSpc>
                <a:spcPct val="90000"/>
              </a:lnSpc>
            </a:pPr>
            <a:endParaRPr lang="en-US" altLang="en-US" sz="1600"/>
          </a:p>
          <a:p>
            <a:pPr marL="1295400" lvl="2" indent="-381000">
              <a:lnSpc>
                <a:spcPct val="90000"/>
              </a:lnSpc>
            </a:pPr>
            <a:endParaRPr lang="en-US" altLang="en-US" sz="2000"/>
          </a:p>
          <a:p>
            <a:pPr marL="1295400" lvl="2" indent="-381000">
              <a:lnSpc>
                <a:spcPct val="90000"/>
              </a:lnSpc>
            </a:pPr>
            <a:r>
              <a:rPr lang="en-US" altLang="en-US" sz="2000"/>
              <a:t>Các giá trị E và D tính được phụ thuộc vào khả năng estimate giá trị line of code (K) của dự án</a:t>
            </a:r>
          </a:p>
          <a:p>
            <a:pPr marL="533400" indent="-533400">
              <a:lnSpc>
                <a:spcPct val="90000"/>
              </a:lnSpc>
            </a:pPr>
            <a:endParaRPr lang="en-US" altLang="en-US" sz="2800"/>
          </a:p>
        </p:txBody>
      </p:sp>
      <p:graphicFrame>
        <p:nvGraphicFramePr>
          <p:cNvPr id="1132594" name="Group 50">
            <a:extLst>
              <a:ext uri="{FF2B5EF4-FFF2-40B4-BE49-F238E27FC236}">
                <a16:creationId xmlns:a16="http://schemas.microsoft.com/office/drawing/2014/main" id="{C003788C-016B-8BB3-9981-2419A8480C2D}"/>
              </a:ext>
            </a:extLst>
          </p:cNvPr>
          <p:cNvGraphicFramePr>
            <a:graphicFrameLocks noGrp="1"/>
          </p:cNvGraphicFramePr>
          <p:nvPr>
            <p:ph sz="half" idx="2"/>
          </p:nvPr>
        </p:nvGraphicFramePr>
        <p:xfrm>
          <a:off x="1828800" y="2362200"/>
          <a:ext cx="6096000" cy="3127375"/>
        </p:xfrm>
        <a:graphic>
          <a:graphicData uri="http://schemas.openxmlformats.org/drawingml/2006/table">
            <a:tbl>
              <a:tblPr/>
              <a:tblGrid>
                <a:gridCol w="3468688">
                  <a:extLst>
                    <a:ext uri="{9D8B030D-6E8A-4147-A177-3AD203B41FA5}">
                      <a16:colId xmlns:a16="http://schemas.microsoft.com/office/drawing/2014/main" val="2839182937"/>
                    </a:ext>
                  </a:extLst>
                </a:gridCol>
                <a:gridCol w="615950">
                  <a:extLst>
                    <a:ext uri="{9D8B030D-6E8A-4147-A177-3AD203B41FA5}">
                      <a16:colId xmlns:a16="http://schemas.microsoft.com/office/drawing/2014/main" val="3022628872"/>
                    </a:ext>
                  </a:extLst>
                </a:gridCol>
                <a:gridCol w="671512">
                  <a:extLst>
                    <a:ext uri="{9D8B030D-6E8A-4147-A177-3AD203B41FA5}">
                      <a16:colId xmlns:a16="http://schemas.microsoft.com/office/drawing/2014/main" val="1144092941"/>
                    </a:ext>
                  </a:extLst>
                </a:gridCol>
                <a:gridCol w="668338">
                  <a:extLst>
                    <a:ext uri="{9D8B030D-6E8A-4147-A177-3AD203B41FA5}">
                      <a16:colId xmlns:a16="http://schemas.microsoft.com/office/drawing/2014/main" val="2423451258"/>
                    </a:ext>
                  </a:extLst>
                </a:gridCol>
                <a:gridCol w="671512">
                  <a:extLst>
                    <a:ext uri="{9D8B030D-6E8A-4147-A177-3AD203B41FA5}">
                      <a16:colId xmlns:a16="http://schemas.microsoft.com/office/drawing/2014/main" val="2472521013"/>
                    </a:ext>
                  </a:extLst>
                </a:gridCol>
              </a:tblGrid>
              <a:tr h="0">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en-US" sz="1400" b="0" i="0" u="none" strike="noStrike" cap="none" normalizeH="0" baseline="0">
                          <a:ln>
                            <a:noFill/>
                          </a:ln>
                          <a:solidFill>
                            <a:schemeClr val="tx1"/>
                          </a:solidFill>
                          <a:effectLst/>
                          <a:latin typeface="Tahoma" panose="020B0604030504040204" pitchFamily="34" charset="0"/>
                          <a:cs typeface="Arial" panose="020B0604020202020204" pitchFamily="34" charset="0"/>
                        </a:rPr>
                        <a:t>Software Project type</a:t>
                      </a:r>
                      <a:endParaRPr kumimoji="0" lang="en-US" altLang="en-US" sz="1400" b="0" i="0" u="none" strike="noStrike" cap="none" normalizeH="0" baseline="0">
                        <a:ln>
                          <a:noFill/>
                        </a:ln>
                        <a:solidFill>
                          <a:schemeClr val="tx1"/>
                        </a:solidFill>
                        <a:effectLst/>
                        <a:latin typeface="Tahoma" panose="020B0604030504040204" pitchFamily="34"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en-US" sz="1400" b="0" i="0" u="none" strike="noStrike" cap="none" normalizeH="0" baseline="0">
                          <a:ln>
                            <a:noFill/>
                          </a:ln>
                          <a:solidFill>
                            <a:schemeClr val="tx1"/>
                          </a:solidFill>
                          <a:effectLst/>
                          <a:latin typeface="Tahoma" panose="020B0604030504040204" pitchFamily="34" charset="0"/>
                          <a:cs typeface="Arial" panose="020B0604020202020204" pitchFamily="34" charset="0"/>
                        </a:rPr>
                        <a:t>Ab</a:t>
                      </a:r>
                      <a:endParaRPr kumimoji="0" lang="en-US" altLang="en-US" sz="1400" b="0" i="0" u="none" strike="noStrike" cap="none" normalizeH="0" baseline="0">
                        <a:ln>
                          <a:noFill/>
                        </a:ln>
                        <a:solidFill>
                          <a:schemeClr val="tx1"/>
                        </a:solidFill>
                        <a:effectLst/>
                        <a:latin typeface="Tahoma" panose="020B0604030504040204" pitchFamily="34"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en-US" sz="1400" b="0" i="0" u="none" strike="noStrike" cap="none" normalizeH="0" baseline="0">
                          <a:ln>
                            <a:noFill/>
                          </a:ln>
                          <a:solidFill>
                            <a:schemeClr val="tx1"/>
                          </a:solidFill>
                          <a:effectLst/>
                          <a:latin typeface="Tahoma" panose="020B0604030504040204" pitchFamily="34" charset="0"/>
                          <a:cs typeface="Arial" panose="020B0604020202020204" pitchFamily="34" charset="0"/>
                        </a:rPr>
                        <a:t>Bb</a:t>
                      </a:r>
                      <a:endParaRPr kumimoji="0" lang="en-US" altLang="en-US" sz="1400" b="0" i="0" u="none" strike="noStrike" cap="none" normalizeH="0" baseline="0">
                        <a:ln>
                          <a:noFill/>
                        </a:ln>
                        <a:solidFill>
                          <a:schemeClr val="tx1"/>
                        </a:solidFill>
                        <a:effectLst/>
                        <a:latin typeface="Tahoma" panose="020B0604030504040204" pitchFamily="34"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en-US" sz="1400" b="0" i="0" u="none" strike="noStrike" cap="none" normalizeH="0" baseline="0">
                          <a:ln>
                            <a:noFill/>
                          </a:ln>
                          <a:solidFill>
                            <a:schemeClr val="tx1"/>
                          </a:solidFill>
                          <a:effectLst/>
                          <a:latin typeface="Tahoma" panose="020B0604030504040204" pitchFamily="34" charset="0"/>
                          <a:cs typeface="Arial" panose="020B0604020202020204" pitchFamily="34" charset="0"/>
                        </a:rPr>
                        <a:t>Cb</a:t>
                      </a:r>
                      <a:endParaRPr kumimoji="0" lang="en-US" altLang="en-US" sz="1400" b="0" i="0" u="none" strike="noStrike" cap="none" normalizeH="0" baseline="0">
                        <a:ln>
                          <a:noFill/>
                        </a:ln>
                        <a:solidFill>
                          <a:schemeClr val="tx1"/>
                        </a:solidFill>
                        <a:effectLst/>
                        <a:latin typeface="Tahoma" panose="020B0604030504040204" pitchFamily="34"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en-US" sz="1400" b="0" i="0" u="none" strike="noStrike" cap="none" normalizeH="0" baseline="0">
                          <a:ln>
                            <a:noFill/>
                          </a:ln>
                          <a:solidFill>
                            <a:schemeClr val="tx1"/>
                          </a:solidFill>
                          <a:effectLst/>
                          <a:latin typeface="Tahoma" panose="020B0604030504040204" pitchFamily="34" charset="0"/>
                          <a:cs typeface="Arial" panose="020B0604020202020204" pitchFamily="34" charset="0"/>
                        </a:rPr>
                        <a:t>Db</a:t>
                      </a:r>
                      <a:endParaRPr kumimoji="0" lang="en-US" altLang="en-US" sz="1400" b="0" i="0" u="none" strike="noStrike" cap="none" normalizeH="0" baseline="0">
                        <a:ln>
                          <a:noFill/>
                        </a:ln>
                        <a:solidFill>
                          <a:schemeClr val="tx1"/>
                        </a:solidFill>
                        <a:effectLst/>
                        <a:latin typeface="Tahoma" panose="020B0604030504040204" pitchFamily="34"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80661065"/>
                  </a:ext>
                </a:extLst>
              </a:tr>
              <a:tr h="661988">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en-US" sz="1400" b="0" i="0" u="none" strike="noStrike" cap="none" normalizeH="0" baseline="0">
                          <a:ln>
                            <a:noFill/>
                          </a:ln>
                          <a:solidFill>
                            <a:schemeClr val="tx1"/>
                          </a:solidFill>
                          <a:effectLst/>
                          <a:latin typeface="Tahoma" panose="020B0604030504040204" pitchFamily="34" charset="0"/>
                          <a:cs typeface="Arial" panose="020B0604020202020204" pitchFamily="34" charset="0"/>
                        </a:rPr>
                        <a:t>DA tổ chức tương đối nhỏ, DA phần mềm đơn giản, đội ngũ nhỏ có kinh nghiệm ứng dụng tốt, làm việc trên môi trường với những yêu cầu không quá  cứng nhắc</a:t>
                      </a:r>
                      <a:endParaRPr kumimoji="0" lang="en-US" altLang="en-US" sz="1400" b="0" i="0" u="none" strike="noStrike" cap="none" normalizeH="0" baseline="0">
                        <a:ln>
                          <a:noFill/>
                        </a:ln>
                        <a:solidFill>
                          <a:schemeClr val="tx1"/>
                        </a:solidFill>
                        <a:effectLst/>
                        <a:latin typeface="Tahoma" panose="020B0604030504040204" pitchFamily="34"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en-US" sz="1400" b="0" i="0" u="none" strike="noStrike" cap="none" normalizeH="0" baseline="0">
                          <a:ln>
                            <a:noFill/>
                          </a:ln>
                          <a:solidFill>
                            <a:schemeClr val="tx1"/>
                          </a:solidFill>
                          <a:effectLst/>
                          <a:latin typeface="Tahoma" panose="020B0604030504040204" pitchFamily="34" charset="0"/>
                          <a:cs typeface="Arial" panose="020B0604020202020204" pitchFamily="34" charset="0"/>
                        </a:rPr>
                        <a:t>2.4</a:t>
                      </a:r>
                      <a:endParaRPr kumimoji="0" lang="en-US" altLang="en-US" sz="1400" b="0" i="0" u="none" strike="noStrike" cap="none" normalizeH="0" baseline="0">
                        <a:ln>
                          <a:noFill/>
                        </a:ln>
                        <a:solidFill>
                          <a:schemeClr val="tx1"/>
                        </a:solidFill>
                        <a:effectLst/>
                        <a:latin typeface="Tahoma" panose="020B0604030504040204" pitchFamily="34"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en-US" sz="1400" b="0" i="0" u="none" strike="noStrike" cap="none" normalizeH="0" baseline="0">
                          <a:ln>
                            <a:noFill/>
                          </a:ln>
                          <a:solidFill>
                            <a:schemeClr val="tx1"/>
                          </a:solidFill>
                          <a:effectLst/>
                          <a:latin typeface="Tahoma" panose="020B0604030504040204" pitchFamily="34" charset="0"/>
                          <a:cs typeface="Arial" panose="020B0604020202020204" pitchFamily="34" charset="0"/>
                        </a:rPr>
                        <a:t>1.05</a:t>
                      </a:r>
                      <a:endParaRPr kumimoji="0" lang="en-US" altLang="en-US" sz="1400" b="0" i="0" u="none" strike="noStrike" cap="none" normalizeH="0" baseline="0">
                        <a:ln>
                          <a:noFill/>
                        </a:ln>
                        <a:solidFill>
                          <a:schemeClr val="tx1"/>
                        </a:solidFill>
                        <a:effectLst/>
                        <a:latin typeface="Tahoma" panose="020B0604030504040204" pitchFamily="34"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en-US" sz="1400" b="0" i="0" u="none" strike="noStrike" cap="none" normalizeH="0" baseline="0">
                          <a:ln>
                            <a:noFill/>
                          </a:ln>
                          <a:solidFill>
                            <a:schemeClr val="tx1"/>
                          </a:solidFill>
                          <a:effectLst/>
                          <a:latin typeface="Tahoma" panose="020B0604030504040204" pitchFamily="34" charset="0"/>
                          <a:cs typeface="Arial" panose="020B0604020202020204" pitchFamily="34" charset="0"/>
                        </a:rPr>
                        <a:t>2.5</a:t>
                      </a:r>
                      <a:endParaRPr kumimoji="0" lang="en-US" altLang="en-US" sz="1400" b="0" i="0" u="none" strike="noStrike" cap="none" normalizeH="0" baseline="0">
                        <a:ln>
                          <a:noFill/>
                        </a:ln>
                        <a:solidFill>
                          <a:schemeClr val="tx1"/>
                        </a:solidFill>
                        <a:effectLst/>
                        <a:latin typeface="Tahoma" panose="020B0604030504040204" pitchFamily="34"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en-US" sz="1400" b="0" i="0" u="none" strike="noStrike" cap="none" normalizeH="0" baseline="0">
                          <a:ln>
                            <a:noFill/>
                          </a:ln>
                          <a:solidFill>
                            <a:schemeClr val="tx1"/>
                          </a:solidFill>
                          <a:effectLst/>
                          <a:latin typeface="Tahoma" panose="020B0604030504040204" pitchFamily="34" charset="0"/>
                          <a:cs typeface="Arial" panose="020B0604020202020204" pitchFamily="34" charset="0"/>
                        </a:rPr>
                        <a:t>0.38</a:t>
                      </a:r>
                      <a:endParaRPr kumimoji="0" lang="en-US" altLang="en-US" sz="1400" b="0" i="0" u="none" strike="noStrike" cap="none" normalizeH="0" baseline="0">
                        <a:ln>
                          <a:noFill/>
                        </a:ln>
                        <a:solidFill>
                          <a:schemeClr val="tx1"/>
                        </a:solidFill>
                        <a:effectLst/>
                        <a:latin typeface="Tahoma" panose="020B0604030504040204" pitchFamily="34"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31696560"/>
                  </a:ext>
                </a:extLst>
              </a:tr>
              <a:tr h="690563">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en-US" sz="1400" b="0" i="0" u="none" strike="noStrike" cap="none" normalizeH="0" baseline="0">
                          <a:ln>
                            <a:noFill/>
                          </a:ln>
                          <a:solidFill>
                            <a:schemeClr val="tx1"/>
                          </a:solidFill>
                          <a:effectLst/>
                          <a:latin typeface="Tahoma" panose="020B0604030504040204" pitchFamily="34" charset="0"/>
                          <a:cs typeface="Arial" panose="020B0604020202020204" pitchFamily="34" charset="0"/>
                        </a:rPr>
                        <a:t>DA nhúng được triển khai trong điều kiện chặt chẽ phần cứng, phần mềm và các ràng buộc vận hành</a:t>
                      </a:r>
                      <a:endParaRPr kumimoji="0" lang="en-US" altLang="en-US" sz="1400" b="0" i="0" u="none" strike="noStrike" cap="none" normalizeH="0" baseline="0">
                        <a:ln>
                          <a:noFill/>
                        </a:ln>
                        <a:solidFill>
                          <a:schemeClr val="tx1"/>
                        </a:solidFill>
                        <a:effectLst/>
                        <a:latin typeface="Tahoma" panose="020B0604030504040204" pitchFamily="34"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en-US" sz="1400" b="0" i="0" u="none" strike="noStrike" cap="none" normalizeH="0" baseline="0">
                          <a:ln>
                            <a:noFill/>
                          </a:ln>
                          <a:solidFill>
                            <a:schemeClr val="tx1"/>
                          </a:solidFill>
                          <a:effectLst/>
                          <a:latin typeface="Tahoma" panose="020B0604030504040204" pitchFamily="34" charset="0"/>
                          <a:cs typeface="Arial" panose="020B0604020202020204" pitchFamily="34" charset="0"/>
                        </a:rPr>
                        <a:t>3.6</a:t>
                      </a:r>
                      <a:endParaRPr kumimoji="0" lang="en-US" altLang="en-US" sz="1400" b="0" i="0" u="none" strike="noStrike" cap="none" normalizeH="0" baseline="0">
                        <a:ln>
                          <a:noFill/>
                        </a:ln>
                        <a:solidFill>
                          <a:schemeClr val="tx1"/>
                        </a:solidFill>
                        <a:effectLst/>
                        <a:latin typeface="Tahoma" panose="020B0604030504040204" pitchFamily="34"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en-US" sz="1400" b="0" i="0" u="none" strike="noStrike" cap="none" normalizeH="0" baseline="0">
                          <a:ln>
                            <a:noFill/>
                          </a:ln>
                          <a:solidFill>
                            <a:schemeClr val="tx1"/>
                          </a:solidFill>
                          <a:effectLst/>
                          <a:latin typeface="Tahoma" panose="020B0604030504040204" pitchFamily="34" charset="0"/>
                          <a:cs typeface="Arial" panose="020B0604020202020204" pitchFamily="34" charset="0"/>
                        </a:rPr>
                        <a:t>1.2</a:t>
                      </a:r>
                      <a:endParaRPr kumimoji="0" lang="en-US" altLang="en-US" sz="1400" b="0" i="0" u="none" strike="noStrike" cap="none" normalizeH="0" baseline="0">
                        <a:ln>
                          <a:noFill/>
                        </a:ln>
                        <a:solidFill>
                          <a:schemeClr val="tx1"/>
                        </a:solidFill>
                        <a:effectLst/>
                        <a:latin typeface="Tahoma" panose="020B0604030504040204" pitchFamily="34"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en-US" sz="1400" b="0" i="0" u="none" strike="noStrike" cap="none" normalizeH="0" baseline="0">
                          <a:ln>
                            <a:noFill/>
                          </a:ln>
                          <a:solidFill>
                            <a:schemeClr val="tx1"/>
                          </a:solidFill>
                          <a:effectLst/>
                          <a:latin typeface="Tahoma" panose="020B0604030504040204" pitchFamily="34" charset="0"/>
                          <a:cs typeface="Arial" panose="020B0604020202020204" pitchFamily="34" charset="0"/>
                        </a:rPr>
                        <a:t>2.5</a:t>
                      </a:r>
                      <a:endParaRPr kumimoji="0" lang="en-US" altLang="en-US" sz="1400" b="0" i="0" u="none" strike="noStrike" cap="none" normalizeH="0" baseline="0">
                        <a:ln>
                          <a:noFill/>
                        </a:ln>
                        <a:solidFill>
                          <a:schemeClr val="tx1"/>
                        </a:solidFill>
                        <a:effectLst/>
                        <a:latin typeface="Tahoma" panose="020B0604030504040204" pitchFamily="34"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en-US" sz="1400" b="0" i="0" u="none" strike="noStrike" cap="none" normalizeH="0" baseline="0">
                          <a:ln>
                            <a:noFill/>
                          </a:ln>
                          <a:solidFill>
                            <a:schemeClr val="tx1"/>
                          </a:solidFill>
                          <a:effectLst/>
                          <a:latin typeface="Tahoma" panose="020B0604030504040204" pitchFamily="34" charset="0"/>
                          <a:cs typeface="Arial" panose="020B0604020202020204" pitchFamily="34" charset="0"/>
                        </a:rPr>
                        <a:t>0.32</a:t>
                      </a:r>
                      <a:endParaRPr kumimoji="0" lang="en-US" altLang="en-US" sz="1400" b="0" i="0" u="none" strike="noStrike" cap="none" normalizeH="0" baseline="0">
                        <a:ln>
                          <a:noFill/>
                        </a:ln>
                        <a:solidFill>
                          <a:schemeClr val="tx1"/>
                        </a:solidFill>
                        <a:effectLst/>
                        <a:latin typeface="Tahoma" panose="020B0604030504040204" pitchFamily="34"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04437133"/>
                  </a:ext>
                </a:extLst>
              </a:tr>
              <a:tr h="692150">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en-US" sz="1400" b="0" i="0" u="none" strike="noStrike" cap="none" normalizeH="0" baseline="0">
                          <a:ln>
                            <a:noFill/>
                          </a:ln>
                          <a:solidFill>
                            <a:schemeClr val="tx1"/>
                          </a:solidFill>
                          <a:effectLst/>
                          <a:latin typeface="Tahoma" panose="020B0604030504040204" pitchFamily="34" charset="0"/>
                          <a:cs typeface="Arial" panose="020B0604020202020204" pitchFamily="34" charset="0"/>
                        </a:rPr>
                        <a:t>DA phần mềm bên trong, trung gian, đội ngũ có kinh nghiệm hỗn hợp và làm việc trên môi trường với những yêu cầu không quá cứng nhắc</a:t>
                      </a:r>
                      <a:endParaRPr kumimoji="0" lang="en-US" altLang="en-US" sz="1400" b="0" i="0" u="none" strike="noStrike" cap="none" normalizeH="0" baseline="0">
                        <a:ln>
                          <a:noFill/>
                        </a:ln>
                        <a:solidFill>
                          <a:schemeClr val="tx1"/>
                        </a:solidFill>
                        <a:effectLst/>
                        <a:latin typeface="Tahoma" panose="020B0604030504040204" pitchFamily="34"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en-US" sz="1400" b="0" i="0" u="none" strike="noStrike" cap="none" normalizeH="0" baseline="0">
                          <a:ln>
                            <a:noFill/>
                          </a:ln>
                          <a:solidFill>
                            <a:schemeClr val="tx1"/>
                          </a:solidFill>
                          <a:effectLst/>
                          <a:latin typeface="Tahoma" panose="020B0604030504040204" pitchFamily="34" charset="0"/>
                          <a:cs typeface="Arial" panose="020B0604020202020204" pitchFamily="34" charset="0"/>
                        </a:rPr>
                        <a:t>3.0</a:t>
                      </a:r>
                      <a:endParaRPr kumimoji="0" lang="en-US" altLang="en-US" sz="1400" b="0" i="0" u="none" strike="noStrike" cap="none" normalizeH="0" baseline="0">
                        <a:ln>
                          <a:noFill/>
                        </a:ln>
                        <a:solidFill>
                          <a:schemeClr val="tx1"/>
                        </a:solidFill>
                        <a:effectLst/>
                        <a:latin typeface="Tahoma" panose="020B0604030504040204" pitchFamily="34"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en-US" sz="1400" b="0" i="0" u="none" strike="noStrike" cap="none" normalizeH="0" baseline="0">
                          <a:ln>
                            <a:noFill/>
                          </a:ln>
                          <a:solidFill>
                            <a:schemeClr val="tx1"/>
                          </a:solidFill>
                          <a:effectLst/>
                          <a:latin typeface="Tahoma" panose="020B0604030504040204" pitchFamily="34" charset="0"/>
                          <a:cs typeface="Arial" panose="020B0604020202020204" pitchFamily="34" charset="0"/>
                        </a:rPr>
                        <a:t>1.12</a:t>
                      </a:r>
                      <a:endParaRPr kumimoji="0" lang="en-US" altLang="en-US" sz="1400" b="0" i="0" u="none" strike="noStrike" cap="none" normalizeH="0" baseline="0">
                        <a:ln>
                          <a:noFill/>
                        </a:ln>
                        <a:solidFill>
                          <a:schemeClr val="tx1"/>
                        </a:solidFill>
                        <a:effectLst/>
                        <a:latin typeface="Tahoma" panose="020B0604030504040204" pitchFamily="34"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en-US" sz="1400" b="0" i="0" u="none" strike="noStrike" cap="none" normalizeH="0" baseline="0">
                          <a:ln>
                            <a:noFill/>
                          </a:ln>
                          <a:solidFill>
                            <a:schemeClr val="tx1"/>
                          </a:solidFill>
                          <a:effectLst/>
                          <a:latin typeface="Tahoma" panose="020B0604030504040204" pitchFamily="34" charset="0"/>
                          <a:cs typeface="Arial" panose="020B0604020202020204" pitchFamily="34" charset="0"/>
                        </a:rPr>
                        <a:t>2.5</a:t>
                      </a:r>
                      <a:endParaRPr kumimoji="0" lang="en-US" altLang="en-US" sz="1400" b="0" i="0" u="none" strike="noStrike" cap="none" normalizeH="0" baseline="0">
                        <a:ln>
                          <a:noFill/>
                        </a:ln>
                        <a:solidFill>
                          <a:schemeClr val="tx1"/>
                        </a:solidFill>
                        <a:effectLst/>
                        <a:latin typeface="Tahoma" panose="020B0604030504040204" pitchFamily="34"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en-US" sz="1400" b="0" i="0" u="none" strike="noStrike" cap="none" normalizeH="0" baseline="0">
                          <a:ln>
                            <a:noFill/>
                          </a:ln>
                          <a:solidFill>
                            <a:schemeClr val="tx1"/>
                          </a:solidFill>
                          <a:effectLst/>
                          <a:latin typeface="Tahoma" panose="020B0604030504040204" pitchFamily="34" charset="0"/>
                          <a:cs typeface="Arial" panose="020B0604020202020204" pitchFamily="34" charset="0"/>
                        </a:rPr>
                        <a:t>0.35</a:t>
                      </a:r>
                      <a:endParaRPr kumimoji="0" lang="en-US" altLang="en-US" sz="1400" b="0" i="0" u="none" strike="noStrike" cap="none" normalizeH="0" baseline="0">
                        <a:ln>
                          <a:noFill/>
                        </a:ln>
                        <a:solidFill>
                          <a:schemeClr val="tx1"/>
                        </a:solidFill>
                        <a:effectLst/>
                        <a:latin typeface="Tahoma" panose="020B0604030504040204" pitchFamily="34"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65649580"/>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FA829750-7978-B4BD-D440-232681811303}"/>
              </a:ext>
            </a:extLst>
          </p:cNvPr>
          <p:cNvSpPr>
            <a:spLocks noGrp="1"/>
          </p:cNvSpPr>
          <p:nvPr>
            <p:ph type="sldNum" sz="quarter" idx="12"/>
          </p:nvPr>
        </p:nvSpPr>
        <p:spPr/>
        <p:txBody>
          <a:bodyPr/>
          <a:lstStyle/>
          <a:p>
            <a:fld id="{F922EE79-A7C7-4DC7-AB8A-605764EA3B26}" type="slidenum">
              <a:rPr lang="en-US" altLang="en-US"/>
              <a:pPr/>
              <a:t>12</a:t>
            </a:fld>
            <a:endParaRPr lang="en-US" altLang="en-US"/>
          </a:p>
        </p:txBody>
      </p:sp>
      <p:sp>
        <p:nvSpPr>
          <p:cNvPr id="1039362" name="Rectangle 2">
            <a:extLst>
              <a:ext uri="{FF2B5EF4-FFF2-40B4-BE49-F238E27FC236}">
                <a16:creationId xmlns:a16="http://schemas.microsoft.com/office/drawing/2014/main" id="{98DF9574-53BB-FB79-3B84-485CC9B9CF4D}"/>
              </a:ext>
            </a:extLst>
          </p:cNvPr>
          <p:cNvSpPr>
            <a:spLocks noGrp="1" noChangeArrowheads="1"/>
          </p:cNvSpPr>
          <p:nvPr>
            <p:ph type="title"/>
          </p:nvPr>
        </p:nvSpPr>
        <p:spPr/>
        <p:txBody>
          <a:bodyPr/>
          <a:lstStyle/>
          <a:p>
            <a:r>
              <a:rPr lang="en-US" altLang="en-US" b="1"/>
              <a:t>LẬP NGÂN SÁCH CHI PHÍ</a:t>
            </a:r>
          </a:p>
        </p:txBody>
      </p:sp>
      <p:sp>
        <p:nvSpPr>
          <p:cNvPr id="1039363" name="Rectangle 3">
            <a:extLst>
              <a:ext uri="{FF2B5EF4-FFF2-40B4-BE49-F238E27FC236}">
                <a16:creationId xmlns:a16="http://schemas.microsoft.com/office/drawing/2014/main" id="{CB26E7B2-7B4E-6727-CD51-F30432CBC54E}"/>
              </a:ext>
            </a:extLst>
          </p:cNvPr>
          <p:cNvSpPr>
            <a:spLocks noGrp="1" noChangeArrowheads="1"/>
          </p:cNvSpPr>
          <p:nvPr>
            <p:ph type="body" idx="1"/>
          </p:nvPr>
        </p:nvSpPr>
        <p:spPr>
          <a:xfrm>
            <a:off x="609600" y="1295400"/>
            <a:ext cx="8382000" cy="5029200"/>
          </a:xfrm>
        </p:spPr>
        <p:txBody>
          <a:bodyPr/>
          <a:lstStyle/>
          <a:p>
            <a:pPr marL="533400" indent="-533400">
              <a:buSzTx/>
              <a:buFont typeface="Wingdings" panose="05000000000000000000" pitchFamily="2" charset="2"/>
              <a:buAutoNum type="arabicPeriod"/>
            </a:pPr>
            <a:endParaRPr lang="en-US" altLang="en-US" sz="2800"/>
          </a:p>
          <a:p>
            <a:pPr marL="533400" indent="-533400"/>
            <a:r>
              <a:rPr lang="en-US" altLang="en-US" sz="2800"/>
              <a:t>Tổng gộp các chi phí ước tính của từng hoạt động hay toàn bộ công việc để thiết lập chi phí cơ bản cho phép</a:t>
            </a:r>
            <a:endParaRPr lang="en-US" altLang="en-US" sz="2800" b="1"/>
          </a:p>
          <a:p>
            <a:pPr marL="533400" indent="-533400"/>
            <a:r>
              <a:rPr lang="en-US" altLang="en-US" sz="2800" b="1"/>
              <a:t>Dự toán ngân sách chi phí:</a:t>
            </a:r>
            <a:r>
              <a:rPr lang="en-US" altLang="en-US" sz="2800"/>
              <a:t> hoạt động nghiệp vụ theo dõi tất cả các chi phí trực tiếp và gián tiếp cho công ty bằng DA</a:t>
            </a:r>
          </a:p>
          <a:p>
            <a:pPr marL="533400" indent="-533400"/>
            <a:r>
              <a:rPr lang="en-US" altLang="en-US" sz="2800"/>
              <a:t>Doanh thu cho DA được so sánh với tất cả các chi phí trực tiếp và gián tiếp để tính toán lợi nhuận của từng DA.</a:t>
            </a:r>
            <a:r>
              <a:rPr lang="en-US" altLang="en-US"/>
              <a:t> </a:t>
            </a:r>
            <a:r>
              <a:rPr lang="en-US" altLang="en-US" sz="2800"/>
              <a:t> </a:t>
            </a:r>
            <a:endParaRPr lang="en-US" altLang="en-US"/>
          </a:p>
          <a:p>
            <a:pPr marL="533400" indent="-533400"/>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79F3B016-583E-7771-E6F2-C74C5467A376}"/>
              </a:ext>
            </a:extLst>
          </p:cNvPr>
          <p:cNvSpPr>
            <a:spLocks noGrp="1"/>
          </p:cNvSpPr>
          <p:nvPr>
            <p:ph type="sldNum" sz="quarter" idx="12"/>
          </p:nvPr>
        </p:nvSpPr>
        <p:spPr/>
        <p:txBody>
          <a:bodyPr/>
          <a:lstStyle/>
          <a:p>
            <a:fld id="{2EA7AA3A-FD48-4B7B-8CF8-66A8907F5743}" type="slidenum">
              <a:rPr lang="en-US" altLang="en-US"/>
              <a:pPr/>
              <a:t>13</a:t>
            </a:fld>
            <a:endParaRPr lang="en-US" altLang="en-US"/>
          </a:p>
        </p:txBody>
      </p:sp>
      <p:sp>
        <p:nvSpPr>
          <p:cNvPr id="1041410" name="Rectangle 2">
            <a:extLst>
              <a:ext uri="{FF2B5EF4-FFF2-40B4-BE49-F238E27FC236}">
                <a16:creationId xmlns:a16="http://schemas.microsoft.com/office/drawing/2014/main" id="{E2F4E62C-5A48-3660-FB74-D9862FBD1398}"/>
              </a:ext>
            </a:extLst>
          </p:cNvPr>
          <p:cNvSpPr>
            <a:spLocks noGrp="1" noChangeArrowheads="1"/>
          </p:cNvSpPr>
          <p:nvPr>
            <p:ph type="title"/>
          </p:nvPr>
        </p:nvSpPr>
        <p:spPr/>
        <p:txBody>
          <a:bodyPr/>
          <a:lstStyle/>
          <a:p>
            <a:r>
              <a:rPr lang="en-US" altLang="en-US" b="1"/>
              <a:t>KIỂM SOÁT -  ĐIỀU CHỈNH CHI PHÍ</a:t>
            </a:r>
          </a:p>
        </p:txBody>
      </p:sp>
      <p:sp>
        <p:nvSpPr>
          <p:cNvPr id="1041411" name="Rectangle 3">
            <a:extLst>
              <a:ext uri="{FF2B5EF4-FFF2-40B4-BE49-F238E27FC236}">
                <a16:creationId xmlns:a16="http://schemas.microsoft.com/office/drawing/2014/main" id="{6AF60C92-7199-ADE5-DCCB-96B2FABDFBD2}"/>
              </a:ext>
            </a:extLst>
          </p:cNvPr>
          <p:cNvSpPr>
            <a:spLocks noGrp="1" noChangeArrowheads="1"/>
          </p:cNvSpPr>
          <p:nvPr>
            <p:ph type="body" idx="1"/>
          </p:nvPr>
        </p:nvSpPr>
        <p:spPr>
          <a:xfrm>
            <a:off x="609600" y="1295400"/>
            <a:ext cx="8382000" cy="5029200"/>
          </a:xfrm>
        </p:spPr>
        <p:txBody>
          <a:bodyPr/>
          <a:lstStyle/>
          <a:p>
            <a:pPr marL="533400" indent="-533400">
              <a:buSzTx/>
              <a:buFont typeface="Wingdings" panose="05000000000000000000" pitchFamily="2" charset="2"/>
              <a:buAutoNum type="arabicPeriod"/>
            </a:pPr>
            <a:endParaRPr lang="en-US" altLang="en-US" sz="2800"/>
          </a:p>
          <a:p>
            <a:pPr marL="533400" indent="-533400"/>
            <a:r>
              <a:rPr lang="en-US" altLang="en-US" sz="2800"/>
              <a:t>Giám sát trạng thái của dự án để cập nhật ngân sách và kiểm soát những thay đổi so với ngân sách cơ bản</a:t>
            </a:r>
          </a:p>
          <a:p>
            <a:pPr marL="533400" indent="-533400"/>
            <a:r>
              <a:rPr lang="en-US" altLang="en-US" sz="2800"/>
              <a:t>Bảo đảm rằng chỉ có sự thay đổi hợp lý đều được ghi nhận trong đường mức (Base line).</a:t>
            </a:r>
          </a:p>
          <a:p>
            <a:pPr marL="533400" indent="-533400"/>
            <a:r>
              <a:rPr lang="en-US" altLang="en-US" sz="2800"/>
              <a:t>Thông báo những thay đổi đến những người có thẩm quyền.</a:t>
            </a:r>
          </a:p>
          <a:p>
            <a:pPr marL="533400" indent="-533400"/>
            <a:endParaRPr lang="en-US" altLang="en-US" sz="28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F9B2E67-260C-0E33-139D-6691EE36DA38}"/>
              </a:ext>
            </a:extLst>
          </p:cNvPr>
          <p:cNvSpPr>
            <a:spLocks noGrp="1"/>
          </p:cNvSpPr>
          <p:nvPr>
            <p:ph type="sldNum" sz="quarter" idx="12"/>
          </p:nvPr>
        </p:nvSpPr>
        <p:spPr/>
        <p:txBody>
          <a:bodyPr/>
          <a:lstStyle/>
          <a:p>
            <a:fld id="{AB7AE2C2-A3BA-496D-A029-BBC41817E58C}" type="slidenum">
              <a:rPr lang="en-US" altLang="en-US"/>
              <a:pPr/>
              <a:t>14</a:t>
            </a:fld>
            <a:endParaRPr lang="en-US" altLang="en-US"/>
          </a:p>
        </p:txBody>
      </p:sp>
      <p:sp>
        <p:nvSpPr>
          <p:cNvPr id="1043458" name="Rectangle 2">
            <a:extLst>
              <a:ext uri="{FF2B5EF4-FFF2-40B4-BE49-F238E27FC236}">
                <a16:creationId xmlns:a16="http://schemas.microsoft.com/office/drawing/2014/main" id="{16CA803F-3E95-2561-D73D-06E4AA264DAE}"/>
              </a:ext>
            </a:extLst>
          </p:cNvPr>
          <p:cNvSpPr>
            <a:spLocks noGrp="1" noChangeArrowheads="1"/>
          </p:cNvSpPr>
          <p:nvPr>
            <p:ph type="title"/>
          </p:nvPr>
        </p:nvSpPr>
        <p:spPr/>
        <p:txBody>
          <a:bodyPr/>
          <a:lstStyle/>
          <a:p>
            <a:r>
              <a:rPr lang="en-US" altLang="en-US" b="1"/>
              <a:t>TIẾN TRÌNH ƯỚC TÍNH KINH PHÍ</a:t>
            </a:r>
          </a:p>
        </p:txBody>
      </p:sp>
      <p:sp>
        <p:nvSpPr>
          <p:cNvPr id="1043459" name="Rectangle 3">
            <a:extLst>
              <a:ext uri="{FF2B5EF4-FFF2-40B4-BE49-F238E27FC236}">
                <a16:creationId xmlns:a16="http://schemas.microsoft.com/office/drawing/2014/main" id="{D9EE1332-748E-6C40-8939-1E59B625EA6E}"/>
              </a:ext>
            </a:extLst>
          </p:cNvPr>
          <p:cNvSpPr>
            <a:spLocks noGrp="1" noChangeArrowheads="1"/>
          </p:cNvSpPr>
          <p:nvPr>
            <p:ph type="body" idx="1"/>
          </p:nvPr>
        </p:nvSpPr>
        <p:spPr>
          <a:xfrm>
            <a:off x="609600" y="1295400"/>
            <a:ext cx="8382000" cy="5029200"/>
          </a:xfrm>
        </p:spPr>
        <p:txBody>
          <a:bodyPr/>
          <a:lstStyle/>
          <a:p>
            <a:pPr marL="533400" indent="-533400">
              <a:buSzTx/>
              <a:buFont typeface="Wingdings" panose="05000000000000000000" pitchFamily="2" charset="2"/>
              <a:buAutoNum type="arabicPeriod"/>
            </a:pPr>
            <a:endParaRPr lang="en-US" altLang="en-US" sz="2400"/>
          </a:p>
          <a:p>
            <a:pPr marL="533400" indent="-533400"/>
            <a:r>
              <a:rPr lang="en-US" altLang="en-US" sz="2800"/>
              <a:t>Là ước tính mức độ kinh phí cần thiết để trang bị đủ nguồn lực cho dự án</a:t>
            </a:r>
          </a:p>
          <a:p>
            <a:pPr marL="533400" indent="-533400"/>
            <a:r>
              <a:rPr lang="en-US" altLang="en-US" sz="2800"/>
              <a:t>Cần phải </a:t>
            </a:r>
            <a:r>
              <a:rPr lang="en-US" altLang="en-US" sz="2800" b="1"/>
              <a:t>cân đối giữa  chi phí cho dự án</a:t>
            </a:r>
            <a:r>
              <a:rPr lang="en-US" altLang="en-US" sz="2800"/>
              <a:t> và </a:t>
            </a:r>
            <a:r>
              <a:rPr lang="en-US" altLang="en-US" sz="2800" b="1"/>
              <a:t>giá trị (lợi ích) mà dự án mang lại</a:t>
            </a:r>
            <a:r>
              <a:rPr lang="en-US" altLang="en-US" sz="2800"/>
              <a:t> để cho dự án có sức thuyết phục các nhà tài trợ.</a:t>
            </a:r>
          </a:p>
          <a:p>
            <a:pPr marL="914400" lvl="1" indent="-457200"/>
            <a:r>
              <a:rPr lang="en-US" altLang="en-US" sz="2400"/>
              <a:t>Tính giá trị mà dự án tạo ra cho tổ chức</a:t>
            </a:r>
          </a:p>
          <a:p>
            <a:pPr marL="914400" lvl="1" indent="-457200"/>
            <a:r>
              <a:rPr lang="en-US" altLang="en-US" sz="2400"/>
              <a:t>Tính các loại chi phí cho dự án</a:t>
            </a:r>
          </a:p>
          <a:p>
            <a:pPr marL="914400" lvl="1" indent="-457200"/>
            <a:r>
              <a:rPr lang="en-US" altLang="en-US" sz="2400"/>
              <a:t>Tính mức độ lợi nhuận bằng các mô hình (financial models)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79E47CC5-6BF3-DECE-A25A-21471B9371B3}"/>
              </a:ext>
            </a:extLst>
          </p:cNvPr>
          <p:cNvSpPr>
            <a:spLocks noGrp="1"/>
          </p:cNvSpPr>
          <p:nvPr>
            <p:ph type="sldNum" sz="quarter" idx="12"/>
          </p:nvPr>
        </p:nvSpPr>
        <p:spPr/>
        <p:txBody>
          <a:bodyPr/>
          <a:lstStyle/>
          <a:p>
            <a:fld id="{0EDD61CC-A152-4B04-A0FE-6E3D6C9EBFE8}" type="slidenum">
              <a:rPr lang="en-US" altLang="en-US"/>
              <a:pPr/>
              <a:t>15</a:t>
            </a:fld>
            <a:endParaRPr lang="en-US" altLang="en-US"/>
          </a:p>
        </p:txBody>
      </p:sp>
      <p:sp>
        <p:nvSpPr>
          <p:cNvPr id="1045506" name="Rectangle 2">
            <a:extLst>
              <a:ext uri="{FF2B5EF4-FFF2-40B4-BE49-F238E27FC236}">
                <a16:creationId xmlns:a16="http://schemas.microsoft.com/office/drawing/2014/main" id="{A6324F8A-8FFD-0910-5791-749E6DD120B5}"/>
              </a:ext>
            </a:extLst>
          </p:cNvPr>
          <p:cNvSpPr>
            <a:spLocks noGrp="1" noChangeArrowheads="1"/>
          </p:cNvSpPr>
          <p:nvPr>
            <p:ph type="title"/>
          </p:nvPr>
        </p:nvSpPr>
        <p:spPr/>
        <p:txBody>
          <a:bodyPr/>
          <a:lstStyle/>
          <a:p>
            <a:r>
              <a:rPr lang="en-US" altLang="en-US" sz="2800" b="1"/>
              <a:t>TÍNH GIÁ TRỊ DA TẠO RA CHO TỔ CHỨC</a:t>
            </a:r>
          </a:p>
        </p:txBody>
      </p:sp>
      <p:sp>
        <p:nvSpPr>
          <p:cNvPr id="1045507" name="Rectangle 3">
            <a:extLst>
              <a:ext uri="{FF2B5EF4-FFF2-40B4-BE49-F238E27FC236}">
                <a16:creationId xmlns:a16="http://schemas.microsoft.com/office/drawing/2014/main" id="{768DC470-A468-7C1B-AFCA-066491B2A2D4}"/>
              </a:ext>
            </a:extLst>
          </p:cNvPr>
          <p:cNvSpPr>
            <a:spLocks noGrp="1" noChangeArrowheads="1"/>
          </p:cNvSpPr>
          <p:nvPr>
            <p:ph type="body" idx="1"/>
          </p:nvPr>
        </p:nvSpPr>
        <p:spPr>
          <a:xfrm>
            <a:off x="609600" y="1295400"/>
            <a:ext cx="8382000" cy="5029200"/>
          </a:xfrm>
        </p:spPr>
        <p:txBody>
          <a:bodyPr/>
          <a:lstStyle/>
          <a:p>
            <a:pPr marL="533400" indent="-533400">
              <a:buSzTx/>
              <a:buFont typeface="Wingdings" panose="05000000000000000000" pitchFamily="2" charset="2"/>
              <a:buAutoNum type="arabicPeriod"/>
            </a:pPr>
            <a:endParaRPr lang="en-US" altLang="en-US" sz="2800"/>
          </a:p>
          <a:p>
            <a:pPr marL="533400" indent="-533400"/>
            <a:r>
              <a:rPr lang="en-US" altLang="en-US" sz="2800"/>
              <a:t>MOV (Measurable Organizational Value) là giá trị hữu ích mà dự án tạo ra cho tổ chức.</a:t>
            </a:r>
          </a:p>
          <a:p>
            <a:pPr marL="533400" indent="-533400"/>
            <a:r>
              <a:rPr lang="en-US" altLang="en-US" sz="2800" b="1"/>
              <a:t>Đặc tính của MOV:</a:t>
            </a:r>
          </a:p>
          <a:p>
            <a:pPr marL="914400" lvl="1" indent="-457200"/>
            <a:r>
              <a:rPr lang="en-US" altLang="en-US"/>
              <a:t>Đo lường được</a:t>
            </a:r>
          </a:p>
          <a:p>
            <a:pPr marL="914400" lvl="1" indent="-457200"/>
            <a:r>
              <a:rPr lang="en-US" altLang="en-US"/>
              <a:t>Có lợi cho tổ chức</a:t>
            </a:r>
          </a:p>
          <a:p>
            <a:pPr marL="914400" lvl="1" indent="-457200"/>
            <a:r>
              <a:rPr lang="en-US" altLang="en-US"/>
              <a:t>Được các stakeholders chấp nhận</a:t>
            </a:r>
          </a:p>
          <a:p>
            <a:pPr marL="914400" lvl="1" indent="-457200"/>
            <a:r>
              <a:rPr lang="en-US" altLang="en-US"/>
              <a:t>Kiểm chứng được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FE9781A7-224D-407D-709E-869333216D0D}"/>
              </a:ext>
            </a:extLst>
          </p:cNvPr>
          <p:cNvSpPr>
            <a:spLocks noGrp="1"/>
          </p:cNvSpPr>
          <p:nvPr>
            <p:ph type="sldNum" sz="quarter" idx="12"/>
          </p:nvPr>
        </p:nvSpPr>
        <p:spPr/>
        <p:txBody>
          <a:bodyPr/>
          <a:lstStyle/>
          <a:p>
            <a:fld id="{E62C0C21-44D1-46B9-8A96-3C093275BC77}" type="slidenum">
              <a:rPr lang="en-US" altLang="en-US"/>
              <a:pPr/>
              <a:t>16</a:t>
            </a:fld>
            <a:endParaRPr lang="en-US" altLang="en-US"/>
          </a:p>
        </p:txBody>
      </p:sp>
      <p:sp>
        <p:nvSpPr>
          <p:cNvPr id="1047554" name="Rectangle 2">
            <a:extLst>
              <a:ext uri="{FF2B5EF4-FFF2-40B4-BE49-F238E27FC236}">
                <a16:creationId xmlns:a16="http://schemas.microsoft.com/office/drawing/2014/main" id="{70069D78-B156-819C-4070-4395D35BFA3D}"/>
              </a:ext>
            </a:extLst>
          </p:cNvPr>
          <p:cNvSpPr>
            <a:spLocks noGrp="1" noChangeArrowheads="1"/>
          </p:cNvSpPr>
          <p:nvPr>
            <p:ph type="title"/>
          </p:nvPr>
        </p:nvSpPr>
        <p:spPr/>
        <p:txBody>
          <a:bodyPr/>
          <a:lstStyle/>
          <a:p>
            <a:r>
              <a:rPr lang="en-US" altLang="en-US" sz="2800" b="1"/>
              <a:t>TÍNH GIÁ TRỊ DA TẠO RA CHO TỔ CHỨC</a:t>
            </a:r>
          </a:p>
        </p:txBody>
      </p:sp>
      <p:sp>
        <p:nvSpPr>
          <p:cNvPr id="1047555" name="Rectangle 3">
            <a:extLst>
              <a:ext uri="{FF2B5EF4-FFF2-40B4-BE49-F238E27FC236}">
                <a16:creationId xmlns:a16="http://schemas.microsoft.com/office/drawing/2014/main" id="{A36B6770-B8FA-4147-FAB6-013A030D2C90}"/>
              </a:ext>
            </a:extLst>
          </p:cNvPr>
          <p:cNvSpPr>
            <a:spLocks noGrp="1" noChangeArrowheads="1"/>
          </p:cNvSpPr>
          <p:nvPr>
            <p:ph type="body" idx="1"/>
          </p:nvPr>
        </p:nvSpPr>
        <p:spPr>
          <a:xfrm>
            <a:off x="609600" y="1295400"/>
            <a:ext cx="8382000" cy="5029200"/>
          </a:xfrm>
        </p:spPr>
        <p:txBody>
          <a:bodyPr/>
          <a:lstStyle/>
          <a:p>
            <a:pPr marL="533400" indent="-533400">
              <a:buSzTx/>
              <a:buFont typeface="Wingdings" panose="05000000000000000000" pitchFamily="2" charset="2"/>
              <a:buAutoNum type="arabicPeriod"/>
            </a:pPr>
            <a:endParaRPr lang="en-US" altLang="en-US" sz="2800"/>
          </a:p>
          <a:p>
            <a:pPr marL="533400" indent="-533400"/>
            <a:r>
              <a:rPr lang="en-US" altLang="en-US" b="1">
                <a:solidFill>
                  <a:srgbClr val="FF0066"/>
                </a:solidFill>
              </a:rPr>
              <a:t>Đo lường được:</a:t>
            </a:r>
          </a:p>
          <a:p>
            <a:pPr marL="914400" lvl="1" indent="-457200"/>
            <a:r>
              <a:rPr lang="en-US" altLang="en-US"/>
              <a:t>Độ đo của MOV được thiết lập trên </a:t>
            </a:r>
            <a:r>
              <a:rPr lang="en-US" altLang="en-US" b="1"/>
              <a:t>giá trị của các chuyển giao đối với mục tiêu chiến lược của tổ chức</a:t>
            </a:r>
            <a:r>
              <a:rPr lang="en-US" altLang="en-US"/>
              <a:t>,  được thể hiện trên các Indicators.</a:t>
            </a:r>
          </a:p>
          <a:p>
            <a:pPr marL="914400" lvl="1" indent="-457200"/>
            <a:r>
              <a:rPr lang="en-US" altLang="en-US" b="1"/>
              <a:t>Indicator:</a:t>
            </a:r>
            <a:r>
              <a:rPr lang="en-US" altLang="en-US"/>
              <a:t> là một độ đo (hoặc một tập liên kết nhiều độ đo) để quan sát các diễn biến của một tiến trình, một dự án hoặc một hệ thống thông tin.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468874D2-B425-C830-5556-A75FF6B54EE1}"/>
              </a:ext>
            </a:extLst>
          </p:cNvPr>
          <p:cNvSpPr>
            <a:spLocks noGrp="1"/>
          </p:cNvSpPr>
          <p:nvPr>
            <p:ph type="sldNum" sz="quarter" idx="12"/>
          </p:nvPr>
        </p:nvSpPr>
        <p:spPr/>
        <p:txBody>
          <a:bodyPr/>
          <a:lstStyle/>
          <a:p>
            <a:fld id="{7D06EA36-FA0E-4521-A0F2-F544D423A712}" type="slidenum">
              <a:rPr lang="en-US" altLang="en-US"/>
              <a:pPr/>
              <a:t>17</a:t>
            </a:fld>
            <a:endParaRPr lang="en-US" altLang="en-US"/>
          </a:p>
        </p:txBody>
      </p:sp>
      <p:sp>
        <p:nvSpPr>
          <p:cNvPr id="1049602" name="Rectangle 2">
            <a:extLst>
              <a:ext uri="{FF2B5EF4-FFF2-40B4-BE49-F238E27FC236}">
                <a16:creationId xmlns:a16="http://schemas.microsoft.com/office/drawing/2014/main" id="{FB04DE77-F6F2-6F51-8811-8DE2C744EBB9}"/>
              </a:ext>
            </a:extLst>
          </p:cNvPr>
          <p:cNvSpPr>
            <a:spLocks noGrp="1" noChangeArrowheads="1"/>
          </p:cNvSpPr>
          <p:nvPr>
            <p:ph type="title"/>
          </p:nvPr>
        </p:nvSpPr>
        <p:spPr/>
        <p:txBody>
          <a:bodyPr/>
          <a:lstStyle/>
          <a:p>
            <a:r>
              <a:rPr lang="en-US" altLang="en-US" sz="2800" b="1"/>
              <a:t>TÍNH GIÁ TRỊ DA TẠO RA CHO TỔ CHỨC</a:t>
            </a:r>
          </a:p>
        </p:txBody>
      </p:sp>
      <p:sp>
        <p:nvSpPr>
          <p:cNvPr id="1049603" name="Rectangle 3">
            <a:extLst>
              <a:ext uri="{FF2B5EF4-FFF2-40B4-BE49-F238E27FC236}">
                <a16:creationId xmlns:a16="http://schemas.microsoft.com/office/drawing/2014/main" id="{6D9533A6-4174-01A6-6F3A-483DD7D7D38D}"/>
              </a:ext>
            </a:extLst>
          </p:cNvPr>
          <p:cNvSpPr>
            <a:spLocks noGrp="1" noChangeArrowheads="1"/>
          </p:cNvSpPr>
          <p:nvPr>
            <p:ph type="body" idx="1"/>
          </p:nvPr>
        </p:nvSpPr>
        <p:spPr>
          <a:xfrm>
            <a:off x="609600" y="1295400"/>
            <a:ext cx="8382000" cy="5029200"/>
          </a:xfrm>
        </p:spPr>
        <p:txBody>
          <a:bodyPr/>
          <a:lstStyle/>
          <a:p>
            <a:pPr marL="533400" indent="-533400">
              <a:buSzTx/>
              <a:buFont typeface="Wingdings" panose="05000000000000000000" pitchFamily="2" charset="2"/>
              <a:buAutoNum type="arabicPeriod"/>
            </a:pPr>
            <a:endParaRPr lang="en-US" altLang="en-US" sz="2400"/>
          </a:p>
          <a:p>
            <a:pPr marL="914400" lvl="1" indent="-457200"/>
            <a:r>
              <a:rPr lang="en-US" altLang="en-US" sz="2400"/>
              <a:t>Một độ đo thường là một đồ thị, biểu đồ hoặc bảng để định nghĩa các mong muốn của tổ chức.</a:t>
            </a:r>
          </a:p>
          <a:p>
            <a:pPr marL="914400" lvl="1" indent="-457200"/>
            <a:r>
              <a:rPr lang="en-US" altLang="en-US" sz="2400"/>
              <a:t>Có 3 loại Indicator:</a:t>
            </a:r>
          </a:p>
          <a:p>
            <a:pPr marL="1295400" lvl="2" indent="-381000"/>
            <a:r>
              <a:rPr lang="en-US" altLang="en-US" sz="2000"/>
              <a:t>Success Indicators: đo lường các Critical Success Factors để biết các mục tiêu đã đạt được hay chưa.</a:t>
            </a:r>
          </a:p>
          <a:p>
            <a:pPr marL="1295400" lvl="2" indent="-381000"/>
            <a:r>
              <a:rPr lang="en-US" altLang="en-US" sz="2000"/>
              <a:t>Progress Indicators: đo lường sự tiến triển của công việc để biết tiến độ đang thực hiện là nhanh hay chậm. </a:t>
            </a:r>
          </a:p>
          <a:p>
            <a:pPr marL="1714500" lvl="3" indent="-342900"/>
            <a:r>
              <a:rPr lang="en-US" altLang="en-US" sz="1800"/>
              <a:t>Ví dụ: Gantt chart</a:t>
            </a:r>
          </a:p>
          <a:p>
            <a:pPr marL="1295400" lvl="2" indent="-381000"/>
            <a:r>
              <a:rPr lang="en-US" altLang="en-US" sz="2000"/>
              <a:t>Analysis Indicators: </a:t>
            </a:r>
          </a:p>
          <a:p>
            <a:pPr marL="1714500" lvl="3" indent="-342900"/>
            <a:r>
              <a:rPr lang="en-US" altLang="en-US" sz="1800"/>
              <a:t>Trợ giúp phân tích kết quả của mỗi công việc. Ví dụ PERT-AOA</a:t>
            </a:r>
          </a:p>
          <a:p>
            <a:pPr marL="1714500" lvl="3" indent="-342900"/>
            <a:r>
              <a:rPr lang="en-US" altLang="en-US" sz="1800"/>
              <a:t>Kiểm chứng các giả định về các loại dữ liệu dùng để quản lý trong hệ thống thông tin quản lý.</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6F100A3-9A88-A5A9-9A27-801EECF3D362}"/>
              </a:ext>
            </a:extLst>
          </p:cNvPr>
          <p:cNvSpPr>
            <a:spLocks noGrp="1"/>
          </p:cNvSpPr>
          <p:nvPr>
            <p:ph type="sldNum" sz="quarter" idx="12"/>
          </p:nvPr>
        </p:nvSpPr>
        <p:spPr/>
        <p:txBody>
          <a:bodyPr/>
          <a:lstStyle/>
          <a:p>
            <a:fld id="{6570BC0C-1EEC-40A8-8F4D-9636279E3079}" type="slidenum">
              <a:rPr lang="en-US" altLang="en-US"/>
              <a:pPr/>
              <a:t>18</a:t>
            </a:fld>
            <a:endParaRPr lang="en-US" altLang="en-US"/>
          </a:p>
        </p:txBody>
      </p:sp>
      <p:sp>
        <p:nvSpPr>
          <p:cNvPr id="1051650" name="Rectangle 2">
            <a:extLst>
              <a:ext uri="{FF2B5EF4-FFF2-40B4-BE49-F238E27FC236}">
                <a16:creationId xmlns:a16="http://schemas.microsoft.com/office/drawing/2014/main" id="{14EDE597-A5F9-F2AB-36B0-3A6005A3EB27}"/>
              </a:ext>
            </a:extLst>
          </p:cNvPr>
          <p:cNvSpPr>
            <a:spLocks noGrp="1" noChangeArrowheads="1"/>
          </p:cNvSpPr>
          <p:nvPr>
            <p:ph type="title"/>
          </p:nvPr>
        </p:nvSpPr>
        <p:spPr/>
        <p:txBody>
          <a:bodyPr/>
          <a:lstStyle/>
          <a:p>
            <a:r>
              <a:rPr lang="en-US" altLang="en-US" sz="2800" b="1"/>
              <a:t>TÍNH GIÁ TRỊ DA TẠO RA CHO TỔ CHỨC</a:t>
            </a:r>
          </a:p>
        </p:txBody>
      </p:sp>
      <p:sp>
        <p:nvSpPr>
          <p:cNvPr id="1051651" name="Rectangle 3">
            <a:extLst>
              <a:ext uri="{FF2B5EF4-FFF2-40B4-BE49-F238E27FC236}">
                <a16:creationId xmlns:a16="http://schemas.microsoft.com/office/drawing/2014/main" id="{F385B753-8823-8808-6A55-EBBB72BA5656}"/>
              </a:ext>
            </a:extLst>
          </p:cNvPr>
          <p:cNvSpPr>
            <a:spLocks noGrp="1" noChangeArrowheads="1"/>
          </p:cNvSpPr>
          <p:nvPr>
            <p:ph type="body" idx="1"/>
          </p:nvPr>
        </p:nvSpPr>
        <p:spPr>
          <a:xfrm>
            <a:off x="609600" y="1295400"/>
            <a:ext cx="8382000" cy="5029200"/>
          </a:xfrm>
        </p:spPr>
        <p:txBody>
          <a:bodyPr/>
          <a:lstStyle/>
          <a:p>
            <a:pPr marL="533400" indent="-533400">
              <a:lnSpc>
                <a:spcPct val="90000"/>
              </a:lnSpc>
              <a:buSzTx/>
              <a:buFont typeface="Wingdings" panose="05000000000000000000" pitchFamily="2" charset="2"/>
              <a:buAutoNum type="arabicPeriod"/>
            </a:pPr>
            <a:endParaRPr lang="en-US" altLang="en-US" sz="2800"/>
          </a:p>
          <a:p>
            <a:pPr marL="533400" indent="-533400">
              <a:lnSpc>
                <a:spcPct val="90000"/>
              </a:lnSpc>
            </a:pPr>
            <a:r>
              <a:rPr lang="en-US" altLang="en-US" b="1">
                <a:solidFill>
                  <a:srgbClr val="FF0066"/>
                </a:solidFill>
              </a:rPr>
              <a:t>Có lợi cho tổ chức:</a:t>
            </a:r>
          </a:p>
          <a:p>
            <a:pPr marL="914400" lvl="1" indent="-457200">
              <a:lnSpc>
                <a:spcPct val="90000"/>
              </a:lnSpc>
            </a:pPr>
            <a:r>
              <a:rPr lang="en-US" altLang="en-US"/>
              <a:t>Giá trị hữu dụng mà dự án tạo ra </a:t>
            </a:r>
            <a:r>
              <a:rPr lang="en-US" altLang="en-US" b="1"/>
              <a:t>là những gì mà tổ chức đang cần</a:t>
            </a:r>
            <a:endParaRPr lang="en-US" altLang="en-US"/>
          </a:p>
          <a:p>
            <a:pPr marL="1295400" lvl="2" indent="-381000">
              <a:lnSpc>
                <a:spcPct val="90000"/>
              </a:lnSpc>
            </a:pPr>
            <a:r>
              <a:rPr lang="en-US" altLang="en-US" b="1"/>
              <a:t>Thời gian</a:t>
            </a:r>
            <a:r>
              <a:rPr lang="en-US" altLang="en-US"/>
              <a:t>: Chuyển giao vào đúng thời điểm mà tổ chức cần </a:t>
            </a:r>
          </a:p>
          <a:p>
            <a:pPr marL="1295400" lvl="2" indent="-381000">
              <a:lnSpc>
                <a:spcPct val="90000"/>
              </a:lnSpc>
            </a:pPr>
            <a:r>
              <a:rPr lang="en-US" altLang="en-US" b="1"/>
              <a:t>Giá trị thu về:</a:t>
            </a:r>
            <a:r>
              <a:rPr lang="en-US" altLang="en-US"/>
              <a:t> vượt trội hơn chi phí đầu tư</a:t>
            </a:r>
          </a:p>
          <a:p>
            <a:pPr marL="914400" lvl="1" indent="-457200">
              <a:lnSpc>
                <a:spcPct val="90000"/>
              </a:lnSpc>
            </a:pPr>
            <a:r>
              <a:rPr lang="en-US" altLang="en-US"/>
              <a:t>DA CNTT phải là 1 công cụ đắc lực cho tổ chức để giải quyết các bài toán phát sinh từ mục tiêu chiến lược </a:t>
            </a:r>
            <a:r>
              <a:rPr lang="en-US" altLang="en-US">
                <a:sym typeface="Wingdings" panose="05000000000000000000" pitchFamily="2" charset="2"/>
              </a:rPr>
              <a:t> DA phải hữu ích đối với tổ chức</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8B7B1161-4B58-08CC-23C3-FD6AE84E2215}"/>
              </a:ext>
            </a:extLst>
          </p:cNvPr>
          <p:cNvSpPr>
            <a:spLocks noGrp="1"/>
          </p:cNvSpPr>
          <p:nvPr>
            <p:ph type="sldNum" sz="quarter" idx="12"/>
          </p:nvPr>
        </p:nvSpPr>
        <p:spPr/>
        <p:txBody>
          <a:bodyPr/>
          <a:lstStyle/>
          <a:p>
            <a:fld id="{6D3AB443-695E-42A1-BD45-E67C5E8AF1A3}" type="slidenum">
              <a:rPr lang="en-US" altLang="en-US"/>
              <a:pPr/>
              <a:t>19</a:t>
            </a:fld>
            <a:endParaRPr lang="en-US" altLang="en-US"/>
          </a:p>
        </p:txBody>
      </p:sp>
      <p:sp>
        <p:nvSpPr>
          <p:cNvPr id="1053698" name="Rectangle 2">
            <a:extLst>
              <a:ext uri="{FF2B5EF4-FFF2-40B4-BE49-F238E27FC236}">
                <a16:creationId xmlns:a16="http://schemas.microsoft.com/office/drawing/2014/main" id="{29F17BA2-78F1-DE0E-A989-93383036B0AC}"/>
              </a:ext>
            </a:extLst>
          </p:cNvPr>
          <p:cNvSpPr>
            <a:spLocks noGrp="1" noChangeArrowheads="1"/>
          </p:cNvSpPr>
          <p:nvPr>
            <p:ph type="title"/>
          </p:nvPr>
        </p:nvSpPr>
        <p:spPr/>
        <p:txBody>
          <a:bodyPr/>
          <a:lstStyle/>
          <a:p>
            <a:r>
              <a:rPr lang="en-US" altLang="en-US" sz="2800" b="1"/>
              <a:t>TÍNH GIÁ TRỊ DA TẠO RA CHO TỔ CHỨC</a:t>
            </a:r>
          </a:p>
        </p:txBody>
      </p:sp>
      <p:sp>
        <p:nvSpPr>
          <p:cNvPr id="1053699" name="Rectangle 3">
            <a:extLst>
              <a:ext uri="{FF2B5EF4-FFF2-40B4-BE49-F238E27FC236}">
                <a16:creationId xmlns:a16="http://schemas.microsoft.com/office/drawing/2014/main" id="{2A07BDAD-3A0F-EA5B-235C-43E2F04EA992}"/>
              </a:ext>
            </a:extLst>
          </p:cNvPr>
          <p:cNvSpPr>
            <a:spLocks noGrp="1" noChangeArrowheads="1"/>
          </p:cNvSpPr>
          <p:nvPr>
            <p:ph type="body" idx="1"/>
          </p:nvPr>
        </p:nvSpPr>
        <p:spPr>
          <a:xfrm>
            <a:off x="304800" y="1447800"/>
            <a:ext cx="8686800" cy="5029200"/>
          </a:xfrm>
        </p:spPr>
        <p:txBody>
          <a:bodyPr/>
          <a:lstStyle/>
          <a:p>
            <a:pPr marL="533400" indent="-533400">
              <a:buSzTx/>
              <a:buFont typeface="Wingdings" panose="05000000000000000000" pitchFamily="2" charset="2"/>
              <a:buNone/>
            </a:pPr>
            <a:r>
              <a:rPr lang="en-US" altLang="en-US" sz="2200" b="1">
                <a:solidFill>
                  <a:srgbClr val="FF0066"/>
                </a:solidFill>
              </a:rPr>
              <a:t>       Những lý do mà tổ chức mong muốn đầu tư vào DA IT</a:t>
            </a:r>
          </a:p>
        </p:txBody>
      </p:sp>
      <p:pic>
        <p:nvPicPr>
          <p:cNvPr id="1053700" name="Picture 4">
            <a:extLst>
              <a:ext uri="{FF2B5EF4-FFF2-40B4-BE49-F238E27FC236}">
                <a16:creationId xmlns:a16="http://schemas.microsoft.com/office/drawing/2014/main" id="{B74097BD-FE6A-95AD-567D-64A8015123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819275"/>
            <a:ext cx="7162800" cy="4962525"/>
          </a:xfrm>
          <a:prstGeom prst="rect">
            <a:avLst/>
          </a:prstGeom>
          <a:noFill/>
          <a:ln>
            <a:noFill/>
          </a:ln>
          <a:effectLst/>
          <a:extLst>
            <a:ext uri="{909E8E84-426E-40DD-AFC4-6F175D3DCCD1}">
              <a14:hiddenFill xmlns:a14="http://schemas.microsoft.com/office/drawing/2010/main">
                <a:solidFill>
                  <a:srgbClr val="00CCFF"/>
                </a:solidFill>
              </a14:hiddenFill>
            </a:ext>
            <a:ext uri="{91240B29-F687-4F45-9708-019B960494DF}">
              <a14:hiddenLine xmlns:a14="http://schemas.microsoft.com/office/drawing/2010/main" w="9525">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220714F-8E08-1C6D-AF29-914B5F22D172}"/>
              </a:ext>
            </a:extLst>
          </p:cNvPr>
          <p:cNvSpPr>
            <a:spLocks noGrp="1"/>
          </p:cNvSpPr>
          <p:nvPr>
            <p:ph type="sldNum" sz="quarter" idx="12"/>
          </p:nvPr>
        </p:nvSpPr>
        <p:spPr/>
        <p:txBody>
          <a:bodyPr/>
          <a:lstStyle/>
          <a:p>
            <a:fld id="{2B2DD2D2-6078-4EFA-BF09-B3AB5E1F8018}" type="slidenum">
              <a:rPr lang="en-US" altLang="en-US"/>
              <a:pPr/>
              <a:t>20</a:t>
            </a:fld>
            <a:endParaRPr lang="en-US" altLang="en-US"/>
          </a:p>
        </p:txBody>
      </p:sp>
      <p:sp>
        <p:nvSpPr>
          <p:cNvPr id="1055746" name="Rectangle 2">
            <a:extLst>
              <a:ext uri="{FF2B5EF4-FFF2-40B4-BE49-F238E27FC236}">
                <a16:creationId xmlns:a16="http://schemas.microsoft.com/office/drawing/2014/main" id="{8B80669F-B2A6-7C01-F600-37D128A99AE0}"/>
              </a:ext>
            </a:extLst>
          </p:cNvPr>
          <p:cNvSpPr>
            <a:spLocks noGrp="1" noChangeArrowheads="1"/>
          </p:cNvSpPr>
          <p:nvPr>
            <p:ph type="title"/>
          </p:nvPr>
        </p:nvSpPr>
        <p:spPr/>
        <p:txBody>
          <a:bodyPr/>
          <a:lstStyle/>
          <a:p>
            <a:r>
              <a:rPr lang="en-US" altLang="en-US" sz="2800" b="1"/>
              <a:t>TÍNH GIÁ TRỊ DA TẠO RA CHO TỔ CHỨC</a:t>
            </a:r>
          </a:p>
        </p:txBody>
      </p:sp>
      <p:sp>
        <p:nvSpPr>
          <p:cNvPr id="1055747" name="Rectangle 3">
            <a:extLst>
              <a:ext uri="{FF2B5EF4-FFF2-40B4-BE49-F238E27FC236}">
                <a16:creationId xmlns:a16="http://schemas.microsoft.com/office/drawing/2014/main" id="{BE8187E3-29BB-E483-9B17-9B763E8F6DC6}"/>
              </a:ext>
            </a:extLst>
          </p:cNvPr>
          <p:cNvSpPr>
            <a:spLocks noGrp="1" noChangeArrowheads="1"/>
          </p:cNvSpPr>
          <p:nvPr>
            <p:ph type="body" idx="1"/>
          </p:nvPr>
        </p:nvSpPr>
        <p:spPr>
          <a:xfrm>
            <a:off x="609600" y="1295400"/>
            <a:ext cx="8382000" cy="5029200"/>
          </a:xfrm>
        </p:spPr>
        <p:txBody>
          <a:bodyPr/>
          <a:lstStyle/>
          <a:p>
            <a:pPr marL="533400" indent="-533400">
              <a:lnSpc>
                <a:spcPct val="80000"/>
              </a:lnSpc>
              <a:buSzTx/>
              <a:buFont typeface="Wingdings" panose="05000000000000000000" pitchFamily="2" charset="2"/>
              <a:buAutoNum type="arabicPeriod"/>
            </a:pPr>
            <a:endParaRPr lang="en-US" altLang="en-US" sz="2000"/>
          </a:p>
          <a:p>
            <a:pPr marL="533400" indent="-533400">
              <a:lnSpc>
                <a:spcPct val="80000"/>
              </a:lnSpc>
            </a:pPr>
            <a:r>
              <a:rPr lang="en-US" altLang="en-US" sz="2400" b="1">
                <a:solidFill>
                  <a:srgbClr val="FF0066"/>
                </a:solidFill>
              </a:rPr>
              <a:t>Được chấp nhận:</a:t>
            </a:r>
          </a:p>
          <a:p>
            <a:pPr marL="914400" lvl="1" indent="-457200">
              <a:lnSpc>
                <a:spcPct val="80000"/>
              </a:lnSpc>
            </a:pPr>
            <a:r>
              <a:rPr lang="en-US" altLang="en-US" sz="2400"/>
              <a:t>MOV phải được các stackholders (và tổ chức) chấp nhận để </a:t>
            </a:r>
            <a:r>
              <a:rPr lang="en-US" altLang="en-US" sz="2400" b="1"/>
              <a:t>tiến hành các cam kết</a:t>
            </a:r>
            <a:r>
              <a:rPr lang="en-US" altLang="en-US" sz="2400"/>
              <a:t> </a:t>
            </a:r>
          </a:p>
          <a:p>
            <a:pPr marL="914400" lvl="1" indent="-457200">
              <a:lnSpc>
                <a:spcPct val="80000"/>
              </a:lnSpc>
            </a:pPr>
            <a:r>
              <a:rPr lang="en-US" altLang="en-US" sz="2400"/>
              <a:t>Giá trị của MOV thường được tổ chức xem xét dựa trên 4 tiêu chí:</a:t>
            </a:r>
          </a:p>
          <a:p>
            <a:pPr marL="1295400" lvl="2" indent="-381000">
              <a:lnSpc>
                <a:spcPct val="80000"/>
              </a:lnSpc>
            </a:pPr>
            <a:r>
              <a:rPr lang="en-US" altLang="en-US" sz="2000" b="1"/>
              <a:t>Tài chính</a:t>
            </a:r>
            <a:r>
              <a:rPr lang="en-US" altLang="en-US" sz="2000"/>
              <a:t>: là lợi ích thu được từ DA đối với việc quản lý tài chính của tổ chức:</a:t>
            </a:r>
          </a:p>
          <a:p>
            <a:pPr marL="1714500" lvl="3" indent="-342900">
              <a:lnSpc>
                <a:spcPct val="80000"/>
              </a:lnSpc>
            </a:pPr>
            <a:r>
              <a:rPr lang="en-US" altLang="en-US" sz="1800"/>
              <a:t>Gia tăng lợi nhuận</a:t>
            </a:r>
          </a:p>
          <a:p>
            <a:pPr marL="1714500" lvl="3" indent="-342900">
              <a:lnSpc>
                <a:spcPct val="80000"/>
              </a:lnSpc>
            </a:pPr>
            <a:r>
              <a:rPr lang="en-US" altLang="en-US" sz="1800"/>
              <a:t>Đầu tư ổn định</a:t>
            </a:r>
          </a:p>
          <a:p>
            <a:pPr marL="1714500" lvl="3" indent="-342900">
              <a:lnSpc>
                <a:spcPct val="80000"/>
              </a:lnSpc>
            </a:pPr>
            <a:r>
              <a:rPr lang="en-US" altLang="en-US" sz="1800"/>
              <a:t>Chi phí quản lý thấp</a:t>
            </a:r>
          </a:p>
          <a:p>
            <a:pPr marL="1295400" lvl="2" indent="-381000">
              <a:lnSpc>
                <a:spcPct val="80000"/>
              </a:lnSpc>
            </a:pPr>
            <a:r>
              <a:rPr lang="en-US" altLang="en-US" sz="2000" b="1"/>
              <a:t>Sản xuất</a:t>
            </a:r>
            <a:r>
              <a:rPr lang="en-US" altLang="en-US" sz="2000"/>
              <a:t>: Những gì mà DA giúp cho tổ chức vượt trội trong các vận hành tổ chức: </a:t>
            </a:r>
          </a:p>
          <a:p>
            <a:pPr marL="1714500" lvl="3" indent="-342900">
              <a:lnSpc>
                <a:spcPct val="80000"/>
              </a:lnSpc>
            </a:pPr>
            <a:r>
              <a:rPr lang="en-US" altLang="en-US" sz="1800"/>
              <a:t>Cải tiến Chất lượng của sản phẩm </a:t>
            </a:r>
          </a:p>
          <a:p>
            <a:pPr marL="1714500" lvl="3" indent="-342900">
              <a:lnSpc>
                <a:spcPct val="80000"/>
              </a:lnSpc>
            </a:pPr>
            <a:r>
              <a:rPr lang="en-US" altLang="en-US" sz="1800"/>
              <a:t>Cải tiến Value chain</a:t>
            </a:r>
          </a:p>
          <a:p>
            <a:pPr marL="1714500" lvl="3" indent="-342900">
              <a:lnSpc>
                <a:spcPct val="80000"/>
              </a:lnSpc>
            </a:pPr>
            <a:r>
              <a:rPr lang="en-US" altLang="en-US" sz="1800"/>
              <a:t>Tăng hiệu quản sản xuất của tổ chức</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1FDB1AD9-784D-2EBC-E128-321A2A6CE5A4}"/>
              </a:ext>
            </a:extLst>
          </p:cNvPr>
          <p:cNvSpPr>
            <a:spLocks noGrp="1"/>
          </p:cNvSpPr>
          <p:nvPr>
            <p:ph type="sldNum" sz="quarter" idx="12"/>
          </p:nvPr>
        </p:nvSpPr>
        <p:spPr/>
        <p:txBody>
          <a:bodyPr/>
          <a:lstStyle/>
          <a:p>
            <a:fld id="{E534BE23-EF58-404D-8FC2-9AF711B6CA3A}" type="slidenum">
              <a:rPr lang="en-US" altLang="en-US"/>
              <a:pPr/>
              <a:t>21</a:t>
            </a:fld>
            <a:endParaRPr lang="en-US" altLang="en-US"/>
          </a:p>
        </p:txBody>
      </p:sp>
      <p:sp>
        <p:nvSpPr>
          <p:cNvPr id="1057794" name="Rectangle 2">
            <a:extLst>
              <a:ext uri="{FF2B5EF4-FFF2-40B4-BE49-F238E27FC236}">
                <a16:creationId xmlns:a16="http://schemas.microsoft.com/office/drawing/2014/main" id="{84D6C479-B444-596C-351C-14B45F561E1C}"/>
              </a:ext>
            </a:extLst>
          </p:cNvPr>
          <p:cNvSpPr>
            <a:spLocks noGrp="1" noChangeArrowheads="1"/>
          </p:cNvSpPr>
          <p:nvPr>
            <p:ph type="title"/>
          </p:nvPr>
        </p:nvSpPr>
        <p:spPr/>
        <p:txBody>
          <a:bodyPr/>
          <a:lstStyle/>
          <a:p>
            <a:r>
              <a:rPr lang="en-US" altLang="en-US" sz="2800" b="1"/>
              <a:t>TÍNH GIÁ TRỊ DA TẠO RA CHO TỔ CHỨC</a:t>
            </a:r>
          </a:p>
        </p:txBody>
      </p:sp>
      <p:sp>
        <p:nvSpPr>
          <p:cNvPr id="1057795" name="Rectangle 3">
            <a:extLst>
              <a:ext uri="{FF2B5EF4-FFF2-40B4-BE49-F238E27FC236}">
                <a16:creationId xmlns:a16="http://schemas.microsoft.com/office/drawing/2014/main" id="{C67C5A91-A632-9091-F9A8-F52193D79A05}"/>
              </a:ext>
            </a:extLst>
          </p:cNvPr>
          <p:cNvSpPr>
            <a:spLocks noGrp="1" noChangeArrowheads="1"/>
          </p:cNvSpPr>
          <p:nvPr>
            <p:ph type="body" idx="1"/>
          </p:nvPr>
        </p:nvSpPr>
        <p:spPr>
          <a:xfrm>
            <a:off x="609600" y="1295400"/>
            <a:ext cx="8382000" cy="5029200"/>
          </a:xfrm>
        </p:spPr>
        <p:txBody>
          <a:bodyPr/>
          <a:lstStyle/>
          <a:p>
            <a:pPr marL="533400" indent="-533400">
              <a:buSzTx/>
              <a:buFont typeface="Wingdings" panose="05000000000000000000" pitchFamily="2" charset="2"/>
              <a:buAutoNum type="arabicPeriod"/>
            </a:pPr>
            <a:endParaRPr lang="en-US" altLang="en-US" sz="2800"/>
          </a:p>
          <a:p>
            <a:pPr marL="1295400" lvl="2" indent="-381000"/>
            <a:r>
              <a:rPr lang="en-US" altLang="en-US" b="1"/>
              <a:t>Khách hàng</a:t>
            </a:r>
            <a:r>
              <a:rPr lang="en-US" altLang="en-US"/>
              <a:t>: quan điểm của khách hàng như thế nào khi DA kết thúc:</a:t>
            </a:r>
          </a:p>
          <a:p>
            <a:pPr marL="1714500" lvl="3" indent="-342900"/>
            <a:r>
              <a:rPr lang="en-US" altLang="en-US"/>
              <a:t>Thời gian đáp ứng </a:t>
            </a:r>
          </a:p>
          <a:p>
            <a:pPr marL="1714500" lvl="3" indent="-342900"/>
            <a:r>
              <a:rPr lang="en-US" altLang="en-US"/>
              <a:t>Chất lượng sản phẩm </a:t>
            </a:r>
          </a:p>
          <a:p>
            <a:pPr marL="1714500" lvl="3" indent="-342900"/>
            <a:r>
              <a:rPr lang="en-US" altLang="en-US"/>
              <a:t>Hiệu quả sản xuất của KH sẽ như thế nào khi DA kết thúc.</a:t>
            </a:r>
          </a:p>
          <a:p>
            <a:pPr marL="1295400" lvl="2" indent="-381000"/>
            <a:r>
              <a:rPr lang="en-US" altLang="en-US" b="1"/>
              <a:t>Học hỏi và cải tiến: </a:t>
            </a:r>
          </a:p>
          <a:p>
            <a:pPr marL="1714500" lvl="3" indent="-342900"/>
            <a:r>
              <a:rPr lang="en-US" altLang="en-US"/>
              <a:t>Dự án giúp được gì để </a:t>
            </a:r>
            <a:r>
              <a:rPr lang="en-US" altLang="en-US" b="1"/>
              <a:t>cải tiến</a:t>
            </a:r>
            <a:r>
              <a:rPr lang="en-US" altLang="en-US"/>
              <a:t> bộ máy của tổ chức như qui trình, quản lý nhân lực, sản xuất công nghiệp hay ứng dụng công nghệ mới </a:t>
            </a:r>
          </a:p>
          <a:p>
            <a:pPr marL="1714500" lvl="3" indent="-342900"/>
            <a:r>
              <a:rPr lang="en-US" altLang="en-US">
                <a:sym typeface="Wingdings" panose="05000000000000000000" pitchFamily="2" charset="2"/>
              </a:rPr>
              <a:t>Giúp cho tổ chức có khả năng để tồn tại và phát triển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7D22B533-2A9E-0A1B-530E-5C64BF9E7BD6}"/>
              </a:ext>
            </a:extLst>
          </p:cNvPr>
          <p:cNvSpPr>
            <a:spLocks noGrp="1"/>
          </p:cNvSpPr>
          <p:nvPr>
            <p:ph type="sldNum" sz="quarter" idx="12"/>
          </p:nvPr>
        </p:nvSpPr>
        <p:spPr/>
        <p:txBody>
          <a:bodyPr/>
          <a:lstStyle/>
          <a:p>
            <a:fld id="{CB572498-9101-43F8-AB4A-63EB3A1A5C11}" type="slidenum">
              <a:rPr lang="en-US" altLang="en-US"/>
              <a:pPr/>
              <a:t>22</a:t>
            </a:fld>
            <a:endParaRPr lang="en-US" altLang="en-US"/>
          </a:p>
        </p:txBody>
      </p:sp>
      <p:sp>
        <p:nvSpPr>
          <p:cNvPr id="1059842" name="Rectangle 2">
            <a:extLst>
              <a:ext uri="{FF2B5EF4-FFF2-40B4-BE49-F238E27FC236}">
                <a16:creationId xmlns:a16="http://schemas.microsoft.com/office/drawing/2014/main" id="{B668C8D7-D9CD-A323-BBEE-A951C823FDFD}"/>
              </a:ext>
            </a:extLst>
          </p:cNvPr>
          <p:cNvSpPr>
            <a:spLocks noGrp="1" noChangeArrowheads="1"/>
          </p:cNvSpPr>
          <p:nvPr>
            <p:ph type="title"/>
          </p:nvPr>
        </p:nvSpPr>
        <p:spPr/>
        <p:txBody>
          <a:bodyPr/>
          <a:lstStyle/>
          <a:p>
            <a:r>
              <a:rPr lang="en-US" altLang="en-US" sz="2800" b="1"/>
              <a:t>TÍNH GIÁ TRỊ DA TẠO RA CHO TỔ CHỨC</a:t>
            </a:r>
          </a:p>
        </p:txBody>
      </p:sp>
      <p:sp>
        <p:nvSpPr>
          <p:cNvPr id="1059843" name="Rectangle 3">
            <a:extLst>
              <a:ext uri="{FF2B5EF4-FFF2-40B4-BE49-F238E27FC236}">
                <a16:creationId xmlns:a16="http://schemas.microsoft.com/office/drawing/2014/main" id="{8CC2B0BC-149C-F288-D237-254806055132}"/>
              </a:ext>
            </a:extLst>
          </p:cNvPr>
          <p:cNvSpPr>
            <a:spLocks noGrp="1" noChangeArrowheads="1"/>
          </p:cNvSpPr>
          <p:nvPr>
            <p:ph type="body" idx="1"/>
          </p:nvPr>
        </p:nvSpPr>
        <p:spPr>
          <a:xfrm>
            <a:off x="609600" y="1295400"/>
            <a:ext cx="8382000" cy="5029200"/>
          </a:xfrm>
        </p:spPr>
        <p:txBody>
          <a:bodyPr/>
          <a:lstStyle/>
          <a:p>
            <a:pPr marL="533400" indent="-533400">
              <a:buSzTx/>
              <a:buFont typeface="Wingdings" panose="05000000000000000000" pitchFamily="2" charset="2"/>
              <a:buAutoNum type="arabicPeriod"/>
            </a:pPr>
            <a:endParaRPr lang="en-US" altLang="en-US" sz="2800"/>
          </a:p>
          <a:p>
            <a:pPr marL="533400" indent="-533400"/>
            <a:r>
              <a:rPr lang="en-US" altLang="en-US" b="1">
                <a:solidFill>
                  <a:srgbClr val="FF0066"/>
                </a:solidFill>
              </a:rPr>
              <a:t>Kiểm chứng được:</a:t>
            </a:r>
          </a:p>
          <a:p>
            <a:pPr marL="914400" lvl="1" indent="-457200"/>
            <a:r>
              <a:rPr lang="en-US" altLang="en-US"/>
              <a:t>Đặc tính này giúp đánh giá kết quả thực tế của dự án đối với các mục tiêu/ mục đích của tổ chức, thể hiện trên các độ đo thực tế </a:t>
            </a:r>
          </a:p>
          <a:p>
            <a:pPr marL="914400" lvl="1" indent="-457200"/>
            <a:endParaRPr lang="en-US" altLang="en-US"/>
          </a:p>
        </p:txBody>
      </p:sp>
      <p:grpSp>
        <p:nvGrpSpPr>
          <p:cNvPr id="1059855" name="Group 15">
            <a:extLst>
              <a:ext uri="{FF2B5EF4-FFF2-40B4-BE49-F238E27FC236}">
                <a16:creationId xmlns:a16="http://schemas.microsoft.com/office/drawing/2014/main" id="{D0FC0150-53E7-6DF2-3559-5976055C82CE}"/>
              </a:ext>
            </a:extLst>
          </p:cNvPr>
          <p:cNvGrpSpPr>
            <a:grpSpLocks/>
          </p:cNvGrpSpPr>
          <p:nvPr/>
        </p:nvGrpSpPr>
        <p:grpSpPr bwMode="auto">
          <a:xfrm>
            <a:off x="1371600" y="3962400"/>
            <a:ext cx="7696200" cy="1143000"/>
            <a:chOff x="864" y="2496"/>
            <a:chExt cx="4848" cy="720"/>
          </a:xfrm>
        </p:grpSpPr>
        <p:sp>
          <p:nvSpPr>
            <p:cNvPr id="1059846" name="Rectangle 6">
              <a:extLst>
                <a:ext uri="{FF2B5EF4-FFF2-40B4-BE49-F238E27FC236}">
                  <a16:creationId xmlns:a16="http://schemas.microsoft.com/office/drawing/2014/main" id="{B05F9A04-DC4B-C3E1-F57E-BBD6A0D3E8E7}"/>
                </a:ext>
              </a:extLst>
            </p:cNvPr>
            <p:cNvSpPr>
              <a:spLocks noChangeArrowheads="1"/>
            </p:cNvSpPr>
            <p:nvPr/>
          </p:nvSpPr>
          <p:spPr bwMode="auto">
            <a:xfrm>
              <a:off x="864" y="2628"/>
              <a:ext cx="1008" cy="513"/>
            </a:xfrm>
            <a:prstGeom prst="rect">
              <a:avLst/>
            </a:prstGeom>
            <a:solidFill>
              <a:srgbClr val="FFFFFF"/>
            </a:solidFill>
            <a:ln w="9525">
              <a:solidFill>
                <a:srgbClr val="000000"/>
              </a:solidFill>
              <a:miter lim="800000"/>
              <a:headEnd/>
              <a:tailEnd/>
            </a:ln>
          </p:spPr>
          <p:txBody>
            <a:bodyPr/>
            <a:lstStyle/>
            <a:p>
              <a:r>
                <a:rPr lang="en-US" altLang="en-US" sz="2000" b="0"/>
                <a:t>Mục đích của tổ chức</a:t>
              </a:r>
            </a:p>
          </p:txBody>
        </p:sp>
        <p:sp>
          <p:nvSpPr>
            <p:cNvPr id="1059847" name="Rectangle 7">
              <a:extLst>
                <a:ext uri="{FF2B5EF4-FFF2-40B4-BE49-F238E27FC236}">
                  <a16:creationId xmlns:a16="http://schemas.microsoft.com/office/drawing/2014/main" id="{932D301F-507F-F827-E079-1F798FE4A484}"/>
                </a:ext>
              </a:extLst>
            </p:cNvPr>
            <p:cNvSpPr>
              <a:spLocks noChangeArrowheads="1"/>
            </p:cNvSpPr>
            <p:nvPr/>
          </p:nvSpPr>
          <p:spPr bwMode="auto">
            <a:xfrm>
              <a:off x="2640" y="2628"/>
              <a:ext cx="1032" cy="513"/>
            </a:xfrm>
            <a:prstGeom prst="rect">
              <a:avLst/>
            </a:prstGeom>
            <a:solidFill>
              <a:srgbClr val="FFFFFF"/>
            </a:solidFill>
            <a:ln w="9525">
              <a:solidFill>
                <a:srgbClr val="000000"/>
              </a:solidFill>
              <a:miter lim="800000"/>
              <a:headEnd/>
              <a:tailEnd/>
            </a:ln>
          </p:spPr>
          <p:txBody>
            <a:bodyPr/>
            <a:lstStyle/>
            <a:p>
              <a:r>
                <a:rPr lang="en-US" altLang="en-US" sz="2000" b="0"/>
                <a:t>Chiến lược của tổ chức</a:t>
              </a:r>
            </a:p>
          </p:txBody>
        </p:sp>
        <p:sp>
          <p:nvSpPr>
            <p:cNvPr id="1059848" name="Rectangle 8">
              <a:extLst>
                <a:ext uri="{FF2B5EF4-FFF2-40B4-BE49-F238E27FC236}">
                  <a16:creationId xmlns:a16="http://schemas.microsoft.com/office/drawing/2014/main" id="{E7B4886F-0280-F3D0-56C1-1FB62DC075E9}"/>
                </a:ext>
              </a:extLst>
            </p:cNvPr>
            <p:cNvSpPr>
              <a:spLocks noChangeArrowheads="1"/>
            </p:cNvSpPr>
            <p:nvPr/>
          </p:nvSpPr>
          <p:spPr bwMode="auto">
            <a:xfrm>
              <a:off x="4464" y="2628"/>
              <a:ext cx="1248" cy="513"/>
            </a:xfrm>
            <a:prstGeom prst="rect">
              <a:avLst/>
            </a:prstGeom>
            <a:solidFill>
              <a:srgbClr val="FFFFFF"/>
            </a:solidFill>
            <a:ln w="9525">
              <a:solidFill>
                <a:srgbClr val="000000"/>
              </a:solidFill>
              <a:miter lim="800000"/>
              <a:headEnd/>
              <a:tailEnd/>
            </a:ln>
          </p:spPr>
          <p:txBody>
            <a:bodyPr/>
            <a:lstStyle/>
            <a:p>
              <a:r>
                <a:rPr lang="en-US" altLang="en-US" sz="2000" b="0"/>
                <a:t>Giá trị MOV đối với tổ chức</a:t>
              </a:r>
            </a:p>
          </p:txBody>
        </p:sp>
        <p:sp>
          <p:nvSpPr>
            <p:cNvPr id="1059849" name="Line 9">
              <a:extLst>
                <a:ext uri="{FF2B5EF4-FFF2-40B4-BE49-F238E27FC236}">
                  <a16:creationId xmlns:a16="http://schemas.microsoft.com/office/drawing/2014/main" id="{2368B2E2-5734-31DA-18F8-BEE88D39D87B}"/>
                </a:ext>
              </a:extLst>
            </p:cNvPr>
            <p:cNvSpPr>
              <a:spLocks noChangeShapeType="1"/>
            </p:cNvSpPr>
            <p:nvPr/>
          </p:nvSpPr>
          <p:spPr bwMode="auto">
            <a:xfrm>
              <a:off x="1872" y="2799"/>
              <a:ext cx="792" cy="0"/>
            </a:xfrm>
            <a:prstGeom prst="line">
              <a:avLst/>
            </a:prstGeom>
            <a:noFill/>
            <a:ln w="25400">
              <a:solidFill>
                <a:srgbClr val="000000"/>
              </a:solidFill>
              <a:round/>
              <a:headEnd/>
              <a:tailEnd type="stealth" w="med" len="lg"/>
            </a:ln>
            <a:extLst>
              <a:ext uri="{909E8E84-426E-40DD-AFC4-6F175D3DCCD1}">
                <a14:hiddenFill xmlns:a14="http://schemas.microsoft.com/office/drawing/2010/main">
                  <a:noFill/>
                </a14:hiddenFill>
              </a:ext>
            </a:extLst>
          </p:spPr>
          <p:txBody>
            <a:bodyPr/>
            <a:lstStyle/>
            <a:p>
              <a:endParaRPr lang="en-US"/>
            </a:p>
          </p:txBody>
        </p:sp>
        <p:sp>
          <p:nvSpPr>
            <p:cNvPr id="1059850" name="Line 10">
              <a:extLst>
                <a:ext uri="{FF2B5EF4-FFF2-40B4-BE49-F238E27FC236}">
                  <a16:creationId xmlns:a16="http://schemas.microsoft.com/office/drawing/2014/main" id="{ACD1258D-6868-0351-2E0D-43F8280CDAD9}"/>
                </a:ext>
              </a:extLst>
            </p:cNvPr>
            <p:cNvSpPr>
              <a:spLocks noChangeShapeType="1"/>
            </p:cNvSpPr>
            <p:nvPr/>
          </p:nvSpPr>
          <p:spPr bwMode="auto">
            <a:xfrm>
              <a:off x="3672" y="2799"/>
              <a:ext cx="792" cy="0"/>
            </a:xfrm>
            <a:prstGeom prst="line">
              <a:avLst/>
            </a:prstGeom>
            <a:noFill/>
            <a:ln w="25400">
              <a:solidFill>
                <a:srgbClr val="000000"/>
              </a:solidFill>
              <a:round/>
              <a:headEnd/>
              <a:tailEnd type="stealth" w="med" len="lg"/>
            </a:ln>
            <a:extLst>
              <a:ext uri="{909E8E84-426E-40DD-AFC4-6F175D3DCCD1}">
                <a14:hiddenFill xmlns:a14="http://schemas.microsoft.com/office/drawing/2010/main">
                  <a:noFill/>
                </a14:hiddenFill>
              </a:ext>
            </a:extLst>
          </p:spPr>
          <p:txBody>
            <a:bodyPr/>
            <a:lstStyle/>
            <a:p>
              <a:endParaRPr lang="en-US"/>
            </a:p>
          </p:txBody>
        </p:sp>
        <p:sp>
          <p:nvSpPr>
            <p:cNvPr id="1059851" name="Line 11">
              <a:extLst>
                <a:ext uri="{FF2B5EF4-FFF2-40B4-BE49-F238E27FC236}">
                  <a16:creationId xmlns:a16="http://schemas.microsoft.com/office/drawing/2014/main" id="{A4A14766-53D9-BEAC-82A8-040DA4042C16}"/>
                </a:ext>
              </a:extLst>
            </p:cNvPr>
            <p:cNvSpPr>
              <a:spLocks noChangeShapeType="1"/>
            </p:cNvSpPr>
            <p:nvPr/>
          </p:nvSpPr>
          <p:spPr bwMode="auto">
            <a:xfrm>
              <a:off x="3670" y="2970"/>
              <a:ext cx="792" cy="0"/>
            </a:xfrm>
            <a:prstGeom prst="line">
              <a:avLst/>
            </a:prstGeom>
            <a:noFill/>
            <a:ln w="25400">
              <a:solidFill>
                <a:srgbClr val="000000"/>
              </a:solidFill>
              <a:prstDash val="lgDash"/>
              <a:round/>
              <a:headEnd type="stealth" w="med" len="lg"/>
              <a:tailEnd type="none" w="med" len="lg"/>
            </a:ln>
            <a:extLst>
              <a:ext uri="{909E8E84-426E-40DD-AFC4-6F175D3DCCD1}">
                <a14:hiddenFill xmlns:a14="http://schemas.microsoft.com/office/drawing/2010/main">
                  <a:noFill/>
                </a14:hiddenFill>
              </a:ext>
            </a:extLst>
          </p:spPr>
          <p:txBody>
            <a:bodyPr/>
            <a:lstStyle/>
            <a:p>
              <a:endParaRPr lang="en-US"/>
            </a:p>
          </p:txBody>
        </p:sp>
        <p:sp>
          <p:nvSpPr>
            <p:cNvPr id="1059852" name="Line 12">
              <a:extLst>
                <a:ext uri="{FF2B5EF4-FFF2-40B4-BE49-F238E27FC236}">
                  <a16:creationId xmlns:a16="http://schemas.microsoft.com/office/drawing/2014/main" id="{B79F115A-BE0D-34A4-ED28-996441D21EF4}"/>
                </a:ext>
              </a:extLst>
            </p:cNvPr>
            <p:cNvSpPr>
              <a:spLocks noChangeShapeType="1"/>
            </p:cNvSpPr>
            <p:nvPr/>
          </p:nvSpPr>
          <p:spPr bwMode="auto">
            <a:xfrm>
              <a:off x="1872" y="2970"/>
              <a:ext cx="792" cy="0"/>
            </a:xfrm>
            <a:prstGeom prst="line">
              <a:avLst/>
            </a:prstGeom>
            <a:noFill/>
            <a:ln w="25400">
              <a:solidFill>
                <a:srgbClr val="000000"/>
              </a:solidFill>
              <a:prstDash val="lgDash"/>
              <a:round/>
              <a:headEnd type="stealth" w="med" len="lg"/>
              <a:tailEnd type="none" w="med" len="lg"/>
            </a:ln>
            <a:extLst>
              <a:ext uri="{909E8E84-426E-40DD-AFC4-6F175D3DCCD1}">
                <a14:hiddenFill xmlns:a14="http://schemas.microsoft.com/office/drawing/2010/main">
                  <a:noFill/>
                </a14:hiddenFill>
              </a:ext>
            </a:extLst>
          </p:spPr>
          <p:txBody>
            <a:bodyPr/>
            <a:lstStyle/>
            <a:p>
              <a:endParaRPr lang="en-US"/>
            </a:p>
          </p:txBody>
        </p:sp>
        <p:sp>
          <p:nvSpPr>
            <p:cNvPr id="1059853" name="Text Box 13">
              <a:extLst>
                <a:ext uri="{FF2B5EF4-FFF2-40B4-BE49-F238E27FC236}">
                  <a16:creationId xmlns:a16="http://schemas.microsoft.com/office/drawing/2014/main" id="{D47537D7-62DE-1C77-4679-4A1E454CD3D1}"/>
                </a:ext>
              </a:extLst>
            </p:cNvPr>
            <p:cNvSpPr txBox="1">
              <a:spLocks noChangeArrowheads="1"/>
            </p:cNvSpPr>
            <p:nvPr/>
          </p:nvSpPr>
          <p:spPr bwMode="auto">
            <a:xfrm>
              <a:off x="1938" y="2496"/>
              <a:ext cx="678" cy="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p>
              <a:pPr algn="l"/>
              <a:r>
                <a:rPr lang="en-US" altLang="en-US" sz="2000" b="0"/>
                <a:t>Thiết lập</a:t>
              </a:r>
            </a:p>
          </p:txBody>
        </p:sp>
        <p:sp>
          <p:nvSpPr>
            <p:cNvPr id="1059854" name="Text Box 14">
              <a:extLst>
                <a:ext uri="{FF2B5EF4-FFF2-40B4-BE49-F238E27FC236}">
                  <a16:creationId xmlns:a16="http://schemas.microsoft.com/office/drawing/2014/main" id="{972DABC3-C905-003F-5A40-36296DAD3893}"/>
                </a:ext>
              </a:extLst>
            </p:cNvPr>
            <p:cNvSpPr txBox="1">
              <a:spLocks noChangeArrowheads="1"/>
            </p:cNvSpPr>
            <p:nvPr/>
          </p:nvSpPr>
          <p:spPr bwMode="auto">
            <a:xfrm>
              <a:off x="3816" y="2970"/>
              <a:ext cx="666"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p>
              <a:pPr algn="l"/>
              <a:r>
                <a:rPr lang="en-US" altLang="en-US" sz="2000" b="0"/>
                <a:t>Đánh giá</a:t>
              </a: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99DE60C8-C5A1-B08C-32C9-7F3B5057B3A0}"/>
              </a:ext>
            </a:extLst>
          </p:cNvPr>
          <p:cNvSpPr>
            <a:spLocks noGrp="1"/>
          </p:cNvSpPr>
          <p:nvPr>
            <p:ph type="sldNum" sz="quarter" idx="12"/>
          </p:nvPr>
        </p:nvSpPr>
        <p:spPr/>
        <p:txBody>
          <a:bodyPr/>
          <a:lstStyle/>
          <a:p>
            <a:fld id="{DA8BC4A0-F509-4BFB-A6BD-030502FF76F3}" type="slidenum">
              <a:rPr lang="en-US" altLang="en-US"/>
              <a:pPr/>
              <a:t>23</a:t>
            </a:fld>
            <a:endParaRPr lang="en-US" altLang="en-US"/>
          </a:p>
        </p:txBody>
      </p:sp>
      <p:sp>
        <p:nvSpPr>
          <p:cNvPr id="1061890" name="Rectangle 2">
            <a:extLst>
              <a:ext uri="{FF2B5EF4-FFF2-40B4-BE49-F238E27FC236}">
                <a16:creationId xmlns:a16="http://schemas.microsoft.com/office/drawing/2014/main" id="{199DBC9D-A2D6-CB8C-6495-B6250103AEFE}"/>
              </a:ext>
            </a:extLst>
          </p:cNvPr>
          <p:cNvSpPr>
            <a:spLocks noGrp="1" noChangeArrowheads="1"/>
          </p:cNvSpPr>
          <p:nvPr>
            <p:ph type="title"/>
          </p:nvPr>
        </p:nvSpPr>
        <p:spPr/>
        <p:txBody>
          <a:bodyPr/>
          <a:lstStyle/>
          <a:p>
            <a:r>
              <a:rPr lang="en-US" altLang="en-US" b="1"/>
              <a:t>TÍNH CHI PHÍ DA</a:t>
            </a:r>
          </a:p>
        </p:txBody>
      </p:sp>
      <p:sp>
        <p:nvSpPr>
          <p:cNvPr id="1061891" name="Rectangle 3">
            <a:extLst>
              <a:ext uri="{FF2B5EF4-FFF2-40B4-BE49-F238E27FC236}">
                <a16:creationId xmlns:a16="http://schemas.microsoft.com/office/drawing/2014/main" id="{60981EAF-E3EF-1AB1-3B14-5F1C5A5774E6}"/>
              </a:ext>
            </a:extLst>
          </p:cNvPr>
          <p:cNvSpPr>
            <a:spLocks noGrp="1" noChangeArrowheads="1"/>
          </p:cNvSpPr>
          <p:nvPr>
            <p:ph type="body" idx="1"/>
          </p:nvPr>
        </p:nvSpPr>
        <p:spPr>
          <a:xfrm>
            <a:off x="609600" y="1295400"/>
            <a:ext cx="8382000" cy="5029200"/>
          </a:xfrm>
        </p:spPr>
        <p:txBody>
          <a:bodyPr/>
          <a:lstStyle/>
          <a:p>
            <a:pPr marL="533400" indent="-533400">
              <a:buSzTx/>
              <a:buFont typeface="Wingdings" panose="05000000000000000000" pitchFamily="2" charset="2"/>
              <a:buAutoNum type="arabicPeriod"/>
            </a:pPr>
            <a:endParaRPr lang="en-US" altLang="en-US" sz="2800"/>
          </a:p>
          <a:p>
            <a:pPr marL="533400" indent="-533400"/>
            <a:r>
              <a:rPr lang="en-US" altLang="en-US" b="1">
                <a:solidFill>
                  <a:srgbClr val="FF0066"/>
                </a:solidFill>
              </a:rPr>
              <a:t>Direct cost: </a:t>
            </a:r>
            <a:r>
              <a:rPr lang="en-US" altLang="en-US"/>
              <a:t>là chi phí trực tiếp cho nguồn lực thực hiện dự án</a:t>
            </a:r>
          </a:p>
          <a:p>
            <a:pPr marL="914400" lvl="1" indent="-457200"/>
            <a:r>
              <a:rPr lang="en-US" altLang="en-US" b="1"/>
              <a:t>Ví dụ</a:t>
            </a:r>
            <a:r>
              <a:rPr lang="en-US" altLang="en-US"/>
              <a:t>:  </a:t>
            </a:r>
          </a:p>
          <a:p>
            <a:pPr marL="1295400" lvl="2" indent="-381000"/>
            <a:r>
              <a:rPr lang="en-US" altLang="en-US"/>
              <a:t>Dự án có 1 công việc tốn 1 ngày để hoàn tất, và cần 1 người thưc hiện. </a:t>
            </a:r>
          </a:p>
          <a:p>
            <a:pPr marL="1295400" lvl="2" indent="-381000"/>
            <a:r>
              <a:rPr lang="en-US" altLang="en-US"/>
              <a:t>Chi phí để trả cho người thực hiện là $</a:t>
            </a:r>
            <a:r>
              <a:rPr lang="en-US" altLang="en-US" b="1">
                <a:solidFill>
                  <a:schemeClr val="folHlink"/>
                </a:solidFill>
              </a:rPr>
              <a:t>20</a:t>
            </a:r>
            <a:r>
              <a:rPr lang="en-US" altLang="en-US"/>
              <a:t>/giờ, đó là khoản tiền công mà người đó sẽ nhận được.</a:t>
            </a:r>
          </a:p>
          <a:p>
            <a:pPr marL="1295400" lvl="2" indent="-381000"/>
            <a:r>
              <a:rPr lang="en-US" altLang="en-US"/>
              <a:t>Ngoài tiền công trả cho người thực hiện, dự án cần phải trả thêm chi phí cho các tiện ích:</a:t>
            </a:r>
            <a:endParaRPr lang="en-US" altLang="en-US" b="1">
              <a:solidFill>
                <a:srgbClr val="FF0066"/>
              </a:solidFill>
            </a:endParaRPr>
          </a:p>
          <a:p>
            <a:pPr marL="914400" lvl="1" indent="-457200"/>
            <a:endParaRPr lang="en-US" altLang="en-US"/>
          </a:p>
          <a:p>
            <a:pPr marL="914400" lvl="1" indent="-457200"/>
            <a:endParaRPr lang="en-US"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9812076B-9A12-F9EE-B67F-BDB42BE9D0BC}"/>
              </a:ext>
            </a:extLst>
          </p:cNvPr>
          <p:cNvSpPr>
            <a:spLocks noGrp="1"/>
          </p:cNvSpPr>
          <p:nvPr>
            <p:ph type="sldNum" sz="quarter" idx="12"/>
          </p:nvPr>
        </p:nvSpPr>
        <p:spPr/>
        <p:txBody>
          <a:bodyPr/>
          <a:lstStyle/>
          <a:p>
            <a:fld id="{CD7BD977-B54E-48A9-873C-A8C5004F4F42}" type="slidenum">
              <a:rPr lang="en-US" altLang="en-US"/>
              <a:pPr/>
              <a:t>24</a:t>
            </a:fld>
            <a:endParaRPr lang="en-US" altLang="en-US"/>
          </a:p>
        </p:txBody>
      </p:sp>
      <p:sp>
        <p:nvSpPr>
          <p:cNvPr id="1063938" name="Rectangle 2">
            <a:extLst>
              <a:ext uri="{FF2B5EF4-FFF2-40B4-BE49-F238E27FC236}">
                <a16:creationId xmlns:a16="http://schemas.microsoft.com/office/drawing/2014/main" id="{045459F5-51C7-15F6-F589-FEDB74BEE6FE}"/>
              </a:ext>
            </a:extLst>
          </p:cNvPr>
          <p:cNvSpPr>
            <a:spLocks noGrp="1" noChangeArrowheads="1"/>
          </p:cNvSpPr>
          <p:nvPr>
            <p:ph type="title"/>
          </p:nvPr>
        </p:nvSpPr>
        <p:spPr/>
        <p:txBody>
          <a:bodyPr/>
          <a:lstStyle/>
          <a:p>
            <a:r>
              <a:rPr lang="en-US" altLang="en-US" b="1"/>
              <a:t>TÍNH CHI PHÍ DA</a:t>
            </a:r>
          </a:p>
        </p:txBody>
      </p:sp>
      <p:sp>
        <p:nvSpPr>
          <p:cNvPr id="1063939" name="Rectangle 3">
            <a:extLst>
              <a:ext uri="{FF2B5EF4-FFF2-40B4-BE49-F238E27FC236}">
                <a16:creationId xmlns:a16="http://schemas.microsoft.com/office/drawing/2014/main" id="{50D5FDDE-3AFF-A513-D532-0A5DA30CB0A9}"/>
              </a:ext>
            </a:extLst>
          </p:cNvPr>
          <p:cNvSpPr>
            <a:spLocks noGrp="1" noChangeArrowheads="1"/>
          </p:cNvSpPr>
          <p:nvPr>
            <p:ph type="body" idx="1"/>
          </p:nvPr>
        </p:nvSpPr>
        <p:spPr>
          <a:xfrm>
            <a:off x="609600" y="1295400"/>
            <a:ext cx="8382000" cy="5029200"/>
          </a:xfrm>
        </p:spPr>
        <p:txBody>
          <a:bodyPr/>
          <a:lstStyle/>
          <a:p>
            <a:pPr marL="533400" indent="-533400">
              <a:buSzTx/>
              <a:buFont typeface="Wingdings" panose="05000000000000000000" pitchFamily="2" charset="2"/>
              <a:buAutoNum type="arabicPeriod"/>
            </a:pPr>
            <a:endParaRPr lang="en-US" altLang="en-US" sz="2800"/>
          </a:p>
          <a:p>
            <a:pPr marL="1714500" lvl="3" indent="-342900"/>
            <a:r>
              <a:rPr lang="en-US" altLang="en-US"/>
              <a:t>Điện, nước, thuê máy,…: tính theo giờ,</a:t>
            </a:r>
          </a:p>
          <a:p>
            <a:pPr marL="1714500" lvl="3" indent="-342900"/>
            <a:r>
              <a:rPr lang="en-US" altLang="en-US"/>
              <a:t>Bảo hộ lao động (nón, quần áo,…): tính theo tháng,</a:t>
            </a:r>
          </a:p>
          <a:p>
            <a:pPr marL="1714500" lvl="3" indent="-342900"/>
            <a:r>
              <a:rPr lang="en-US" altLang="en-US"/>
              <a:t>Tập huấn, bảo hiểm: tính theo quý hoặc năm.</a:t>
            </a:r>
          </a:p>
          <a:p>
            <a:pPr marL="1295400" lvl="2" indent="-381000"/>
            <a:r>
              <a:rPr lang="en-US" altLang="en-US"/>
              <a:t>Nếu chi phí tiện ích = $</a:t>
            </a:r>
            <a:r>
              <a:rPr lang="en-US" altLang="en-US">
                <a:solidFill>
                  <a:schemeClr val="folHlink"/>
                </a:solidFill>
              </a:rPr>
              <a:t>5</a:t>
            </a:r>
            <a:r>
              <a:rPr lang="en-US" altLang="en-US"/>
              <a:t> / giờ </a:t>
            </a:r>
          </a:p>
          <a:p>
            <a:pPr marL="1295400" lvl="2" indent="-381000">
              <a:buFont typeface="Wingdings" panose="05000000000000000000" pitchFamily="2" charset="2"/>
              <a:buNone/>
            </a:pPr>
            <a:r>
              <a:rPr lang="en-US" altLang="en-US">
                <a:sym typeface="Wingdings" panose="05000000000000000000" pitchFamily="2" charset="2"/>
              </a:rPr>
              <a:t>	 </a:t>
            </a:r>
            <a:r>
              <a:rPr lang="en-US" altLang="en-US"/>
              <a:t>chi phí thực cho công việc là 8 giờ /ngày * $25 / giờ = $200 / ngày </a:t>
            </a:r>
          </a:p>
          <a:p>
            <a:pPr marL="914400" lvl="1" indent="-457200"/>
            <a:endParaRPr lang="en-US"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F7C8BF50-E7D6-223D-9912-4FF36C7601D5}"/>
              </a:ext>
            </a:extLst>
          </p:cNvPr>
          <p:cNvSpPr>
            <a:spLocks noGrp="1"/>
          </p:cNvSpPr>
          <p:nvPr>
            <p:ph type="sldNum" sz="quarter" idx="12"/>
          </p:nvPr>
        </p:nvSpPr>
        <p:spPr/>
        <p:txBody>
          <a:bodyPr/>
          <a:lstStyle/>
          <a:p>
            <a:fld id="{4E775341-D7B3-4DB1-9498-558F5161CCB8}" type="slidenum">
              <a:rPr lang="en-US" altLang="en-US"/>
              <a:pPr/>
              <a:t>25</a:t>
            </a:fld>
            <a:endParaRPr lang="en-US" altLang="en-US"/>
          </a:p>
        </p:txBody>
      </p:sp>
      <p:sp>
        <p:nvSpPr>
          <p:cNvPr id="1070082" name="Rectangle 2">
            <a:extLst>
              <a:ext uri="{FF2B5EF4-FFF2-40B4-BE49-F238E27FC236}">
                <a16:creationId xmlns:a16="http://schemas.microsoft.com/office/drawing/2014/main" id="{1063EF6B-CC8E-EFC2-2468-589AF0676FDA}"/>
              </a:ext>
            </a:extLst>
          </p:cNvPr>
          <p:cNvSpPr>
            <a:spLocks noGrp="1" noChangeArrowheads="1"/>
          </p:cNvSpPr>
          <p:nvPr>
            <p:ph type="title"/>
          </p:nvPr>
        </p:nvSpPr>
        <p:spPr/>
        <p:txBody>
          <a:bodyPr/>
          <a:lstStyle/>
          <a:p>
            <a:r>
              <a:rPr lang="en-US" altLang="en-US" b="1"/>
              <a:t>TÍNH CHI PHÍ DA</a:t>
            </a:r>
          </a:p>
        </p:txBody>
      </p:sp>
      <p:sp>
        <p:nvSpPr>
          <p:cNvPr id="1070083" name="Rectangle 3">
            <a:extLst>
              <a:ext uri="{FF2B5EF4-FFF2-40B4-BE49-F238E27FC236}">
                <a16:creationId xmlns:a16="http://schemas.microsoft.com/office/drawing/2014/main" id="{3EF3CCCB-AA1F-F415-E8A1-CD35AEDD5E3B}"/>
              </a:ext>
            </a:extLst>
          </p:cNvPr>
          <p:cNvSpPr>
            <a:spLocks noGrp="1" noChangeArrowheads="1"/>
          </p:cNvSpPr>
          <p:nvPr>
            <p:ph type="body" idx="1"/>
          </p:nvPr>
        </p:nvSpPr>
        <p:spPr>
          <a:xfrm>
            <a:off x="609600" y="1295400"/>
            <a:ext cx="8382000" cy="5029200"/>
          </a:xfrm>
        </p:spPr>
        <p:txBody>
          <a:bodyPr/>
          <a:lstStyle/>
          <a:p>
            <a:pPr marL="533400" indent="-533400">
              <a:buSzTx/>
              <a:buFont typeface="Wingdings" panose="05000000000000000000" pitchFamily="2" charset="2"/>
              <a:buAutoNum type="arabicPeriod"/>
            </a:pPr>
            <a:endParaRPr lang="en-US" altLang="en-US" sz="2800"/>
          </a:p>
          <a:p>
            <a:pPr marL="914400" lvl="1" indent="-457200"/>
            <a:r>
              <a:rPr lang="en-US" altLang="en-US"/>
              <a:t>5 bước xác định chi phí trực tiếp:  </a:t>
            </a:r>
          </a:p>
          <a:p>
            <a:pPr marL="1295400" lvl="2" indent="-381000"/>
            <a:r>
              <a:rPr lang="en-US" altLang="en-US"/>
              <a:t>Xác định loại nguồn lực cho kế hoạch thực hiện</a:t>
            </a:r>
          </a:p>
          <a:p>
            <a:pPr marL="1295400" lvl="2" indent="-381000"/>
            <a:r>
              <a:rPr lang="en-US" altLang="en-US"/>
              <a:t>Xác định mức độ cần của mỗi loại nguồn lực</a:t>
            </a:r>
          </a:p>
          <a:p>
            <a:pPr marL="1295400" lvl="2" indent="-381000"/>
            <a:r>
              <a:rPr lang="en-US" altLang="en-US"/>
              <a:t>Xác định đơn giá (chi phí) của mỗi loại nguồn lực</a:t>
            </a:r>
          </a:p>
          <a:p>
            <a:pPr marL="1295400" lvl="2" indent="-381000"/>
            <a:r>
              <a:rPr lang="en-US" altLang="en-US"/>
              <a:t>Tính chi phí cho các công việc</a:t>
            </a:r>
          </a:p>
          <a:p>
            <a:pPr marL="1295400" lvl="2" indent="-381000"/>
            <a:r>
              <a:rPr lang="en-US" altLang="en-US"/>
              <a:t>Cân đối nguồn lực để nguồn lực không bị sử dụng quá mức (một nguồn lực không thể cấp phát cho nhiều công việc cùng lúc).</a:t>
            </a:r>
          </a:p>
          <a:p>
            <a:pPr marL="914400" lvl="1" indent="-457200"/>
            <a:endParaRPr lang="en-US"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02D16794-38C7-5A4C-3392-BA08E758A00E}"/>
              </a:ext>
            </a:extLst>
          </p:cNvPr>
          <p:cNvSpPr>
            <a:spLocks noGrp="1"/>
          </p:cNvSpPr>
          <p:nvPr>
            <p:ph type="sldNum" sz="quarter" idx="12"/>
          </p:nvPr>
        </p:nvSpPr>
        <p:spPr/>
        <p:txBody>
          <a:bodyPr/>
          <a:lstStyle/>
          <a:p>
            <a:fld id="{5346C8AF-F6E7-48E0-A48B-DAB2CE44421F}" type="slidenum">
              <a:rPr lang="en-US" altLang="en-US"/>
              <a:pPr/>
              <a:t>26</a:t>
            </a:fld>
            <a:endParaRPr lang="en-US" altLang="en-US"/>
          </a:p>
        </p:txBody>
      </p:sp>
      <p:sp>
        <p:nvSpPr>
          <p:cNvPr id="1072130" name="Rectangle 2">
            <a:extLst>
              <a:ext uri="{FF2B5EF4-FFF2-40B4-BE49-F238E27FC236}">
                <a16:creationId xmlns:a16="http://schemas.microsoft.com/office/drawing/2014/main" id="{CC4F77E7-A48B-F0E2-3778-D3A5E1BC37DA}"/>
              </a:ext>
            </a:extLst>
          </p:cNvPr>
          <p:cNvSpPr>
            <a:spLocks noGrp="1" noChangeArrowheads="1"/>
          </p:cNvSpPr>
          <p:nvPr>
            <p:ph type="title"/>
          </p:nvPr>
        </p:nvSpPr>
        <p:spPr/>
        <p:txBody>
          <a:bodyPr/>
          <a:lstStyle/>
          <a:p>
            <a:r>
              <a:rPr lang="en-US" altLang="en-US" b="1"/>
              <a:t>TÍNH CHI PHÍ DA</a:t>
            </a:r>
          </a:p>
        </p:txBody>
      </p:sp>
      <p:sp>
        <p:nvSpPr>
          <p:cNvPr id="1072131" name="Rectangle 3">
            <a:extLst>
              <a:ext uri="{FF2B5EF4-FFF2-40B4-BE49-F238E27FC236}">
                <a16:creationId xmlns:a16="http://schemas.microsoft.com/office/drawing/2014/main" id="{C75A2097-97AA-4ADE-ACD5-5B2FD73744C0}"/>
              </a:ext>
            </a:extLst>
          </p:cNvPr>
          <p:cNvSpPr>
            <a:spLocks noGrp="1" noChangeArrowheads="1"/>
          </p:cNvSpPr>
          <p:nvPr>
            <p:ph type="body" idx="1"/>
          </p:nvPr>
        </p:nvSpPr>
        <p:spPr>
          <a:xfrm>
            <a:off x="609600" y="1295400"/>
            <a:ext cx="8382000" cy="5029200"/>
          </a:xfrm>
        </p:spPr>
        <p:txBody>
          <a:bodyPr/>
          <a:lstStyle/>
          <a:p>
            <a:pPr marL="533400" indent="-533400">
              <a:buSzTx/>
              <a:buFont typeface="Wingdings" panose="05000000000000000000" pitchFamily="2" charset="2"/>
              <a:buAutoNum type="arabicPeriod"/>
            </a:pPr>
            <a:endParaRPr lang="en-US" altLang="en-US" sz="2800"/>
          </a:p>
          <a:p>
            <a:pPr marL="533400" indent="-533400"/>
            <a:r>
              <a:rPr lang="en-US" altLang="en-US" b="1">
                <a:solidFill>
                  <a:srgbClr val="FF0066"/>
                </a:solidFill>
              </a:rPr>
              <a:t>Indirect cost: </a:t>
            </a:r>
            <a:endParaRPr lang="en-US" altLang="en-US"/>
          </a:p>
          <a:p>
            <a:pPr marL="914400" lvl="1" indent="-457200"/>
            <a:r>
              <a:rPr lang="en-US" altLang="en-US"/>
              <a:t>Chủ yếu là cho các hoạt động quản lý</a:t>
            </a:r>
          </a:p>
          <a:p>
            <a:pPr marL="914400" lvl="1" indent="-457200"/>
            <a:r>
              <a:rPr lang="en-US" altLang="en-US"/>
              <a:t>Ví dụ: số giờ viết báo cáo mỗi tuần, số giờ họp mỗi tháng </a:t>
            </a:r>
          </a:p>
          <a:p>
            <a:pPr marL="914400" lvl="1" indent="-457200"/>
            <a:r>
              <a:rPr lang="en-US" altLang="en-US"/>
              <a:t>Dự án càng phức tạp </a:t>
            </a:r>
            <a:r>
              <a:rPr lang="en-US" altLang="en-US">
                <a:sym typeface="Wingdings" panose="05000000000000000000" pitchFamily="2" charset="2"/>
              </a:rPr>
              <a:t> nhiều rủi ro. Đối với DA CNTT thì</a:t>
            </a:r>
            <a:r>
              <a:rPr lang="en-US" altLang="en-US"/>
              <a:t> chi phí cho các hoạt động quản lý cao hơn bình thường</a:t>
            </a:r>
          </a:p>
          <a:p>
            <a:pPr marL="914400" lvl="1" indent="-457200"/>
            <a:endParaRPr lang="en-US"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9D61123B-08FD-E01C-183A-E66913BA0672}"/>
              </a:ext>
            </a:extLst>
          </p:cNvPr>
          <p:cNvSpPr>
            <a:spLocks noGrp="1"/>
          </p:cNvSpPr>
          <p:nvPr>
            <p:ph type="sldNum" sz="quarter" idx="12"/>
          </p:nvPr>
        </p:nvSpPr>
        <p:spPr/>
        <p:txBody>
          <a:bodyPr/>
          <a:lstStyle/>
          <a:p>
            <a:fld id="{51FFE764-3064-4017-ACB7-71A645747846}" type="slidenum">
              <a:rPr lang="en-US" altLang="en-US"/>
              <a:pPr/>
              <a:t>27</a:t>
            </a:fld>
            <a:endParaRPr lang="en-US" altLang="en-US"/>
          </a:p>
        </p:txBody>
      </p:sp>
      <p:sp>
        <p:nvSpPr>
          <p:cNvPr id="1076226" name="Rectangle 2">
            <a:extLst>
              <a:ext uri="{FF2B5EF4-FFF2-40B4-BE49-F238E27FC236}">
                <a16:creationId xmlns:a16="http://schemas.microsoft.com/office/drawing/2014/main" id="{73CADB1A-76E9-30B8-2D48-6DDC66484ED4}"/>
              </a:ext>
            </a:extLst>
          </p:cNvPr>
          <p:cNvSpPr>
            <a:spLocks noGrp="1" noChangeArrowheads="1"/>
          </p:cNvSpPr>
          <p:nvPr>
            <p:ph type="title"/>
          </p:nvPr>
        </p:nvSpPr>
        <p:spPr/>
        <p:txBody>
          <a:bodyPr/>
          <a:lstStyle/>
          <a:p>
            <a:r>
              <a:rPr lang="en-US" altLang="en-US" b="1"/>
              <a:t>TÍNH CHI PHÍ DA</a:t>
            </a:r>
          </a:p>
        </p:txBody>
      </p:sp>
      <p:sp>
        <p:nvSpPr>
          <p:cNvPr id="1076227" name="Rectangle 3">
            <a:extLst>
              <a:ext uri="{FF2B5EF4-FFF2-40B4-BE49-F238E27FC236}">
                <a16:creationId xmlns:a16="http://schemas.microsoft.com/office/drawing/2014/main" id="{009933D1-9CEE-B523-98A6-18C2937ED340}"/>
              </a:ext>
            </a:extLst>
          </p:cNvPr>
          <p:cNvSpPr>
            <a:spLocks noGrp="1" noChangeArrowheads="1"/>
          </p:cNvSpPr>
          <p:nvPr>
            <p:ph type="body" idx="1"/>
          </p:nvPr>
        </p:nvSpPr>
        <p:spPr>
          <a:xfrm>
            <a:off x="609600" y="1295400"/>
            <a:ext cx="8382000" cy="5029200"/>
          </a:xfrm>
        </p:spPr>
        <p:txBody>
          <a:bodyPr/>
          <a:lstStyle/>
          <a:p>
            <a:pPr marL="533400" indent="-533400">
              <a:buSzTx/>
              <a:buFont typeface="Wingdings" panose="05000000000000000000" pitchFamily="2" charset="2"/>
              <a:buAutoNum type="arabicPeriod"/>
            </a:pPr>
            <a:endParaRPr lang="en-US" altLang="en-US" sz="2400"/>
          </a:p>
          <a:p>
            <a:pPr marL="533400" indent="-533400"/>
            <a:r>
              <a:rPr lang="en-US" altLang="en-US" sz="2800" b="1">
                <a:solidFill>
                  <a:srgbClr val="FF0066"/>
                </a:solidFill>
              </a:rPr>
              <a:t>Sunk cost: </a:t>
            </a:r>
            <a:endParaRPr lang="en-US" altLang="en-US" sz="2800"/>
          </a:p>
          <a:p>
            <a:pPr marL="914400" lvl="1" indent="-457200"/>
            <a:r>
              <a:rPr lang="en-US" altLang="en-US" sz="2400"/>
              <a:t>Chi phí đã xảy ra và không thể thay đổi được bởi bất kỳ quyết định nào trong hiện tại và tương lai. </a:t>
            </a:r>
          </a:p>
          <a:p>
            <a:pPr marL="914400" lvl="1" indent="-457200"/>
            <a:r>
              <a:rPr lang="en-US" altLang="en-US" sz="2400"/>
              <a:t>Các chi phí chìm mặc dù có thật, nhưng chúng không được đề cập đến. </a:t>
            </a:r>
          </a:p>
          <a:p>
            <a:pPr marL="914400" lvl="1" indent="-457200"/>
            <a:r>
              <a:rPr lang="en-US" altLang="en-US" sz="2400"/>
              <a:t>Chi phí chìm cần phải loại ra khi tính toán hiệu quả kinh tế của những dự án trong tương lai. </a:t>
            </a:r>
          </a:p>
          <a:p>
            <a:pPr marL="914400" lvl="1" indent="-457200"/>
            <a:r>
              <a:rPr lang="en-US" altLang="en-US" sz="2400"/>
              <a:t>Ví dụ: chi phí nghiên cứu phát triển sản phẩm, chi phí nghiên cứu tiếp thị, chi phí thuê chuyên gia lập dự án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4A949244-C571-90A3-5DFA-97CC9DBA77F7}"/>
              </a:ext>
            </a:extLst>
          </p:cNvPr>
          <p:cNvSpPr>
            <a:spLocks noGrp="1"/>
          </p:cNvSpPr>
          <p:nvPr>
            <p:ph type="sldNum" sz="quarter" idx="12"/>
          </p:nvPr>
        </p:nvSpPr>
        <p:spPr/>
        <p:txBody>
          <a:bodyPr/>
          <a:lstStyle/>
          <a:p>
            <a:fld id="{CABBC729-66D5-47D4-AE05-170AEFE5A98F}" type="slidenum">
              <a:rPr lang="en-US" altLang="en-US"/>
              <a:pPr/>
              <a:t>28</a:t>
            </a:fld>
            <a:endParaRPr lang="en-US" altLang="en-US"/>
          </a:p>
        </p:txBody>
      </p:sp>
      <p:sp>
        <p:nvSpPr>
          <p:cNvPr id="1078274" name="Rectangle 2">
            <a:extLst>
              <a:ext uri="{FF2B5EF4-FFF2-40B4-BE49-F238E27FC236}">
                <a16:creationId xmlns:a16="http://schemas.microsoft.com/office/drawing/2014/main" id="{62894160-97DE-18B8-776F-585358B3B200}"/>
              </a:ext>
            </a:extLst>
          </p:cNvPr>
          <p:cNvSpPr>
            <a:spLocks noGrp="1" noChangeArrowheads="1"/>
          </p:cNvSpPr>
          <p:nvPr>
            <p:ph type="title"/>
          </p:nvPr>
        </p:nvSpPr>
        <p:spPr/>
        <p:txBody>
          <a:bodyPr/>
          <a:lstStyle/>
          <a:p>
            <a:r>
              <a:rPr lang="en-US" altLang="en-US" b="1"/>
              <a:t>TÍNH CHI PHÍ DA</a:t>
            </a:r>
          </a:p>
        </p:txBody>
      </p:sp>
      <p:sp>
        <p:nvSpPr>
          <p:cNvPr id="1078275" name="Rectangle 3">
            <a:extLst>
              <a:ext uri="{FF2B5EF4-FFF2-40B4-BE49-F238E27FC236}">
                <a16:creationId xmlns:a16="http://schemas.microsoft.com/office/drawing/2014/main" id="{5C1DB8B9-085C-C04D-7881-5A51B28FEC11}"/>
              </a:ext>
            </a:extLst>
          </p:cNvPr>
          <p:cNvSpPr>
            <a:spLocks noGrp="1" noChangeArrowheads="1"/>
          </p:cNvSpPr>
          <p:nvPr>
            <p:ph type="body" idx="1"/>
          </p:nvPr>
        </p:nvSpPr>
        <p:spPr>
          <a:xfrm>
            <a:off x="609600" y="1295400"/>
            <a:ext cx="8382000" cy="5029200"/>
          </a:xfrm>
        </p:spPr>
        <p:txBody>
          <a:bodyPr/>
          <a:lstStyle/>
          <a:p>
            <a:pPr marL="533400" indent="-533400">
              <a:buSzTx/>
              <a:buFont typeface="Wingdings" panose="05000000000000000000" pitchFamily="2" charset="2"/>
              <a:buAutoNum type="arabicPeriod"/>
            </a:pPr>
            <a:endParaRPr lang="en-US" altLang="en-US" sz="2800"/>
          </a:p>
          <a:p>
            <a:pPr marL="533400" indent="-533400"/>
            <a:r>
              <a:rPr lang="en-US" altLang="en-US" b="1">
                <a:solidFill>
                  <a:srgbClr val="FF0066"/>
                </a:solidFill>
              </a:rPr>
              <a:t>Learning Curve: </a:t>
            </a:r>
            <a:endParaRPr lang="en-US" altLang="en-US"/>
          </a:p>
          <a:p>
            <a:pPr marL="914400" lvl="1" indent="-457200"/>
            <a:r>
              <a:rPr lang="en-US" altLang="en-US"/>
              <a:t>Chi phí để thử nghiệm</a:t>
            </a:r>
          </a:p>
          <a:p>
            <a:pPr marL="914400" lvl="1" indent="-457200"/>
            <a:r>
              <a:rPr lang="en-US" altLang="en-US"/>
              <a:t>Thường gắn kèm với chi phí làm mẫu thử để cho DA hiểu rõ bài toán hoặc sử dụng công nghệ một cách hiệu quả. </a:t>
            </a:r>
          </a:p>
          <a:p>
            <a:pPr marL="533400" indent="-533400"/>
            <a:r>
              <a:rPr lang="en-US" altLang="en-US" b="1">
                <a:solidFill>
                  <a:srgbClr val="FF0066"/>
                </a:solidFill>
              </a:rPr>
              <a:t>Reserve: </a:t>
            </a:r>
            <a:endParaRPr lang="en-US" altLang="en-US"/>
          </a:p>
          <a:p>
            <a:pPr marL="914400" lvl="1" indent="-457200"/>
            <a:r>
              <a:rPr lang="en-US" altLang="en-US"/>
              <a:t>Chi phí dự phòng cho các rủi ro nhằm cung cấp sự linh động cần thiết cho DA để khắc phục rủi ro khi nó xảy ra.</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68DE6AC7-2976-DD1C-9E9E-997B372CD488}"/>
              </a:ext>
            </a:extLst>
          </p:cNvPr>
          <p:cNvSpPr>
            <a:spLocks noGrp="1"/>
          </p:cNvSpPr>
          <p:nvPr>
            <p:ph type="sldNum" sz="quarter" idx="12"/>
          </p:nvPr>
        </p:nvSpPr>
        <p:spPr/>
        <p:txBody>
          <a:bodyPr/>
          <a:lstStyle/>
          <a:p>
            <a:fld id="{582A1A94-4042-4020-93D3-7ED76F780135}" type="slidenum">
              <a:rPr lang="en-US" altLang="en-US"/>
              <a:pPr/>
              <a:t>29</a:t>
            </a:fld>
            <a:endParaRPr lang="en-US" altLang="en-US"/>
          </a:p>
        </p:txBody>
      </p:sp>
      <p:sp>
        <p:nvSpPr>
          <p:cNvPr id="1080322" name="Rectangle 2">
            <a:extLst>
              <a:ext uri="{FF2B5EF4-FFF2-40B4-BE49-F238E27FC236}">
                <a16:creationId xmlns:a16="http://schemas.microsoft.com/office/drawing/2014/main" id="{FA45EE0A-E490-40A7-9BDD-E690D780A158}"/>
              </a:ext>
            </a:extLst>
          </p:cNvPr>
          <p:cNvSpPr>
            <a:spLocks noGrp="1" noChangeArrowheads="1"/>
          </p:cNvSpPr>
          <p:nvPr>
            <p:ph type="title"/>
          </p:nvPr>
        </p:nvSpPr>
        <p:spPr/>
        <p:txBody>
          <a:bodyPr/>
          <a:lstStyle/>
          <a:p>
            <a:r>
              <a:rPr lang="en-US" altLang="en-US" b="1"/>
              <a:t>FINANCIAL MODEL</a:t>
            </a:r>
          </a:p>
        </p:txBody>
      </p:sp>
      <p:sp>
        <p:nvSpPr>
          <p:cNvPr id="1080323" name="Rectangle 3">
            <a:extLst>
              <a:ext uri="{FF2B5EF4-FFF2-40B4-BE49-F238E27FC236}">
                <a16:creationId xmlns:a16="http://schemas.microsoft.com/office/drawing/2014/main" id="{7EE9010B-16F7-3F91-0C6D-0AE7761D50BF}"/>
              </a:ext>
            </a:extLst>
          </p:cNvPr>
          <p:cNvSpPr>
            <a:spLocks noGrp="1" noChangeArrowheads="1"/>
          </p:cNvSpPr>
          <p:nvPr>
            <p:ph type="body" idx="1"/>
          </p:nvPr>
        </p:nvSpPr>
        <p:spPr>
          <a:xfrm>
            <a:off x="609600" y="1295400"/>
            <a:ext cx="8382000" cy="5029200"/>
          </a:xfrm>
        </p:spPr>
        <p:txBody>
          <a:bodyPr/>
          <a:lstStyle/>
          <a:p>
            <a:pPr marL="533400" indent="-533400">
              <a:lnSpc>
                <a:spcPct val="90000"/>
              </a:lnSpc>
              <a:buSzTx/>
              <a:buFont typeface="Wingdings" panose="05000000000000000000" pitchFamily="2" charset="2"/>
              <a:buAutoNum type="arabicPeriod"/>
            </a:pPr>
            <a:endParaRPr lang="en-US" altLang="en-US" sz="2800"/>
          </a:p>
          <a:p>
            <a:pPr marL="533400" indent="-533400">
              <a:lnSpc>
                <a:spcPct val="90000"/>
              </a:lnSpc>
            </a:pPr>
            <a:r>
              <a:rPr lang="en-US" altLang="en-US" b="1">
                <a:solidFill>
                  <a:srgbClr val="FF0066"/>
                </a:solidFill>
              </a:rPr>
              <a:t>Payback: </a:t>
            </a:r>
          </a:p>
          <a:p>
            <a:pPr marL="914400" lvl="1" indent="-457200">
              <a:lnSpc>
                <a:spcPct val="90000"/>
              </a:lnSpc>
            </a:pPr>
            <a:r>
              <a:rPr lang="en-US" altLang="en-US"/>
              <a:t>Xác định bao lâu thì sẽ thu hồi được vốn đầu tư.</a:t>
            </a:r>
          </a:p>
          <a:p>
            <a:pPr marL="914400" lvl="1" indent="-457200">
              <a:lnSpc>
                <a:spcPct val="90000"/>
              </a:lnSpc>
            </a:pPr>
            <a:r>
              <a:rPr lang="en-US" altLang="en-US" b="1"/>
              <a:t>Ví dụ:</a:t>
            </a:r>
            <a:r>
              <a:rPr lang="en-US" altLang="en-US"/>
              <a:t> dự án đầu tư $100,000 để phát triển và ứng dụng, và tiền lời từ dự án là $20,000 mỗi năm, thì thời gian thu hồi vốn là $100000/ $20000 = 5 năm. </a:t>
            </a:r>
          </a:p>
          <a:p>
            <a:pPr marL="914400" lvl="1" indent="-457200">
              <a:lnSpc>
                <a:spcPct val="90000"/>
              </a:lnSpc>
              <a:buFont typeface="Wingdings" panose="05000000000000000000" pitchFamily="2" charset="2"/>
              <a:buNone/>
            </a:pPr>
            <a:r>
              <a:rPr lang="en-US" altLang="en-US">
                <a:sym typeface="Wingdings" panose="05000000000000000000" pitchFamily="2" charset="2"/>
              </a:rPr>
              <a:t>	 </a:t>
            </a:r>
            <a:r>
              <a:rPr lang="en-US" altLang="en-US"/>
              <a:t>Phương pháp này đơn giản, nhưng không xem xét đến giá trị của đồng vốn theo thời gian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557735FE-7432-05FA-4119-3FB00BE7F2E6}"/>
              </a:ext>
            </a:extLst>
          </p:cNvPr>
          <p:cNvSpPr>
            <a:spLocks noGrp="1"/>
          </p:cNvSpPr>
          <p:nvPr>
            <p:ph type="sldNum" sz="quarter" idx="12"/>
          </p:nvPr>
        </p:nvSpPr>
        <p:spPr/>
        <p:txBody>
          <a:bodyPr/>
          <a:lstStyle/>
          <a:p>
            <a:fld id="{C59CE027-394C-4EDA-AE6D-5F9839BC1D48}" type="slidenum">
              <a:rPr lang="en-US" altLang="en-US"/>
              <a:pPr/>
              <a:t>30</a:t>
            </a:fld>
            <a:endParaRPr lang="en-US" altLang="en-US"/>
          </a:p>
        </p:txBody>
      </p:sp>
      <p:sp>
        <p:nvSpPr>
          <p:cNvPr id="1082370" name="Rectangle 2">
            <a:extLst>
              <a:ext uri="{FF2B5EF4-FFF2-40B4-BE49-F238E27FC236}">
                <a16:creationId xmlns:a16="http://schemas.microsoft.com/office/drawing/2014/main" id="{BA98DB2D-49DD-5F59-6BC8-BE12AF47170E}"/>
              </a:ext>
            </a:extLst>
          </p:cNvPr>
          <p:cNvSpPr>
            <a:spLocks noGrp="1" noChangeArrowheads="1"/>
          </p:cNvSpPr>
          <p:nvPr>
            <p:ph type="title"/>
          </p:nvPr>
        </p:nvSpPr>
        <p:spPr/>
        <p:txBody>
          <a:bodyPr/>
          <a:lstStyle/>
          <a:p>
            <a:r>
              <a:rPr lang="en-US" altLang="en-US" b="1"/>
              <a:t>FINANCIAL MODEL</a:t>
            </a:r>
          </a:p>
        </p:txBody>
      </p:sp>
      <p:sp>
        <p:nvSpPr>
          <p:cNvPr id="1082371" name="Rectangle 3">
            <a:extLst>
              <a:ext uri="{FF2B5EF4-FFF2-40B4-BE49-F238E27FC236}">
                <a16:creationId xmlns:a16="http://schemas.microsoft.com/office/drawing/2014/main" id="{B3E3FA20-E4EA-3292-229B-5455D96A4851}"/>
              </a:ext>
            </a:extLst>
          </p:cNvPr>
          <p:cNvSpPr>
            <a:spLocks noGrp="1" noChangeArrowheads="1"/>
          </p:cNvSpPr>
          <p:nvPr>
            <p:ph type="body" idx="1"/>
          </p:nvPr>
        </p:nvSpPr>
        <p:spPr>
          <a:xfrm>
            <a:off x="609600" y="1295400"/>
            <a:ext cx="8382000" cy="5029200"/>
          </a:xfrm>
        </p:spPr>
        <p:txBody>
          <a:bodyPr/>
          <a:lstStyle/>
          <a:p>
            <a:pPr marL="533400" indent="-533400">
              <a:buSzTx/>
              <a:buFont typeface="Wingdings" panose="05000000000000000000" pitchFamily="2" charset="2"/>
              <a:buAutoNum type="arabicPeriod"/>
            </a:pPr>
            <a:endParaRPr lang="en-US" altLang="en-US" sz="2800"/>
          </a:p>
          <a:p>
            <a:pPr marL="533400" indent="-533400"/>
            <a:r>
              <a:rPr lang="en-US" altLang="en-US" b="1">
                <a:solidFill>
                  <a:srgbClr val="FF0066"/>
                </a:solidFill>
              </a:rPr>
              <a:t>Break-Even: </a:t>
            </a:r>
          </a:p>
          <a:p>
            <a:pPr marL="914400" lvl="1" indent="-457200"/>
            <a:r>
              <a:rPr lang="en-US" altLang="en-US"/>
              <a:t>Xác định điểm hòa vốn của dự án dựa trên số lượng.</a:t>
            </a:r>
          </a:p>
          <a:p>
            <a:pPr marL="914400" lvl="1" indent="-457200"/>
            <a:r>
              <a:rPr lang="en-US" altLang="en-US"/>
              <a:t>Ví dụ: Website mua bán cần chi phí $100,000 và mỗi lần bán được một mặt hàng, Website thu được $5 tiền lời. Như vậy, số lượng mặt hàng cần phải bán được để thu hồi vốn là 100,000 / 5 = 20,000 mặt hàng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0EDB944-C7C3-1263-124D-0699FB7D87FF}"/>
              </a:ext>
            </a:extLst>
          </p:cNvPr>
          <p:cNvSpPr>
            <a:spLocks noGrp="1"/>
          </p:cNvSpPr>
          <p:nvPr>
            <p:ph type="sldNum" sz="quarter" idx="12"/>
          </p:nvPr>
        </p:nvSpPr>
        <p:spPr/>
        <p:txBody>
          <a:bodyPr/>
          <a:lstStyle/>
          <a:p>
            <a:fld id="{F74519D6-FF0B-4616-881D-BE6183768769}" type="slidenum">
              <a:rPr lang="en-US" altLang="en-US"/>
              <a:pPr/>
              <a:t>31</a:t>
            </a:fld>
            <a:endParaRPr lang="en-US" altLang="en-US"/>
          </a:p>
        </p:txBody>
      </p:sp>
      <p:sp>
        <p:nvSpPr>
          <p:cNvPr id="1084418" name="Rectangle 2">
            <a:extLst>
              <a:ext uri="{FF2B5EF4-FFF2-40B4-BE49-F238E27FC236}">
                <a16:creationId xmlns:a16="http://schemas.microsoft.com/office/drawing/2014/main" id="{22D8C3AF-A63B-0B3C-A015-32CC3E06F907}"/>
              </a:ext>
            </a:extLst>
          </p:cNvPr>
          <p:cNvSpPr>
            <a:spLocks noGrp="1" noChangeArrowheads="1"/>
          </p:cNvSpPr>
          <p:nvPr>
            <p:ph type="title"/>
          </p:nvPr>
        </p:nvSpPr>
        <p:spPr/>
        <p:txBody>
          <a:bodyPr/>
          <a:lstStyle/>
          <a:p>
            <a:r>
              <a:rPr lang="en-US" altLang="en-US" b="1"/>
              <a:t>FINANCIAL MODEL</a:t>
            </a:r>
          </a:p>
        </p:txBody>
      </p:sp>
      <p:sp>
        <p:nvSpPr>
          <p:cNvPr id="1084419" name="Rectangle 3">
            <a:extLst>
              <a:ext uri="{FF2B5EF4-FFF2-40B4-BE49-F238E27FC236}">
                <a16:creationId xmlns:a16="http://schemas.microsoft.com/office/drawing/2014/main" id="{0A2890B6-1C4F-1BED-C41E-7326B73479B1}"/>
              </a:ext>
            </a:extLst>
          </p:cNvPr>
          <p:cNvSpPr>
            <a:spLocks noGrp="1" noChangeArrowheads="1"/>
          </p:cNvSpPr>
          <p:nvPr>
            <p:ph type="body" idx="1"/>
          </p:nvPr>
        </p:nvSpPr>
        <p:spPr>
          <a:xfrm>
            <a:off x="609600" y="1295400"/>
            <a:ext cx="8382000" cy="5029200"/>
          </a:xfrm>
        </p:spPr>
        <p:txBody>
          <a:bodyPr/>
          <a:lstStyle/>
          <a:p>
            <a:pPr marL="533400" indent="-533400">
              <a:buSzTx/>
              <a:buFont typeface="Wingdings" panose="05000000000000000000" pitchFamily="2" charset="2"/>
              <a:buAutoNum type="arabicPeriod"/>
            </a:pPr>
            <a:endParaRPr lang="en-US" altLang="en-US" sz="2800"/>
          </a:p>
          <a:p>
            <a:pPr marL="533400" indent="-533400"/>
            <a:r>
              <a:rPr lang="en-US" altLang="en-US" b="1">
                <a:solidFill>
                  <a:srgbClr val="FF0066"/>
                </a:solidFill>
              </a:rPr>
              <a:t>Return On Investment</a:t>
            </a:r>
          </a:p>
          <a:p>
            <a:pPr marL="914400" lvl="1" indent="-457200"/>
            <a:r>
              <a:rPr lang="en-US" altLang="en-US"/>
              <a:t>Xác định mức độ lợi nhuận thu hồi được so với vốn đầu tư, tính bằng tỉ số tiền lời thu về trên vốn đầu tư ban đầu.</a:t>
            </a:r>
          </a:p>
          <a:p>
            <a:pPr marL="914400" lvl="1" indent="-457200"/>
            <a:r>
              <a:rPr lang="en-US" altLang="en-US"/>
              <a:t>Vd: dự án cần $100,000 để tạo ra lợi nhuận $115,000 </a:t>
            </a:r>
          </a:p>
          <a:p>
            <a:pPr marL="1295400" lvl="2" indent="-381000">
              <a:buFont typeface="Wingdings" panose="05000000000000000000" pitchFamily="2" charset="2"/>
              <a:buNone/>
            </a:pPr>
            <a:r>
              <a:rPr lang="en-US" altLang="en-US">
                <a:sym typeface="Wingdings" panose="05000000000000000000" pitchFamily="2" charset="2"/>
              </a:rPr>
              <a:t> </a:t>
            </a:r>
            <a:r>
              <a:rPr lang="en-US" altLang="en-US"/>
              <a:t>ROI = ($115,000 – $100,000) / $100,000 = 15%</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2EB4AC42-4540-4238-B516-BCEF23B24302}"/>
              </a:ext>
            </a:extLst>
          </p:cNvPr>
          <p:cNvSpPr>
            <a:spLocks noGrp="1"/>
          </p:cNvSpPr>
          <p:nvPr>
            <p:ph type="sldNum" sz="quarter" idx="12"/>
          </p:nvPr>
        </p:nvSpPr>
        <p:spPr/>
        <p:txBody>
          <a:bodyPr/>
          <a:lstStyle/>
          <a:p>
            <a:fld id="{944E2611-691D-4CEB-9722-788EEDE3EA64}" type="slidenum">
              <a:rPr lang="en-US" altLang="en-US"/>
              <a:pPr/>
              <a:t>32</a:t>
            </a:fld>
            <a:endParaRPr lang="en-US" altLang="en-US"/>
          </a:p>
        </p:txBody>
      </p:sp>
      <p:sp>
        <p:nvSpPr>
          <p:cNvPr id="1086466" name="Rectangle 2">
            <a:extLst>
              <a:ext uri="{FF2B5EF4-FFF2-40B4-BE49-F238E27FC236}">
                <a16:creationId xmlns:a16="http://schemas.microsoft.com/office/drawing/2014/main" id="{38D68BFF-09A5-7316-7298-6895A58F7137}"/>
              </a:ext>
            </a:extLst>
          </p:cNvPr>
          <p:cNvSpPr>
            <a:spLocks noGrp="1" noChangeArrowheads="1"/>
          </p:cNvSpPr>
          <p:nvPr>
            <p:ph type="title"/>
          </p:nvPr>
        </p:nvSpPr>
        <p:spPr/>
        <p:txBody>
          <a:bodyPr/>
          <a:lstStyle/>
          <a:p>
            <a:r>
              <a:rPr lang="en-US" altLang="en-US" b="1"/>
              <a:t>FINANCIAL MODEL</a:t>
            </a:r>
          </a:p>
        </p:txBody>
      </p:sp>
      <p:sp>
        <p:nvSpPr>
          <p:cNvPr id="1086467" name="Rectangle 3">
            <a:extLst>
              <a:ext uri="{FF2B5EF4-FFF2-40B4-BE49-F238E27FC236}">
                <a16:creationId xmlns:a16="http://schemas.microsoft.com/office/drawing/2014/main" id="{4840E7B8-D832-E3B9-CB2C-6AD3EFE66291}"/>
              </a:ext>
            </a:extLst>
          </p:cNvPr>
          <p:cNvSpPr>
            <a:spLocks noGrp="1" noChangeArrowheads="1"/>
          </p:cNvSpPr>
          <p:nvPr>
            <p:ph type="body" idx="1"/>
          </p:nvPr>
        </p:nvSpPr>
        <p:spPr>
          <a:xfrm>
            <a:off x="609600" y="1295400"/>
            <a:ext cx="8382000" cy="5029200"/>
          </a:xfrm>
        </p:spPr>
        <p:txBody>
          <a:bodyPr/>
          <a:lstStyle/>
          <a:p>
            <a:pPr marL="533400" indent="-533400">
              <a:buSzTx/>
              <a:buFont typeface="Wingdings" panose="05000000000000000000" pitchFamily="2" charset="2"/>
              <a:buAutoNum type="arabicPeriod"/>
            </a:pPr>
            <a:endParaRPr lang="en-US" altLang="en-US" sz="2800"/>
          </a:p>
          <a:p>
            <a:pPr marL="533400" indent="-533400"/>
            <a:r>
              <a:rPr lang="en-US" altLang="en-US" b="1">
                <a:solidFill>
                  <a:srgbClr val="FF0066"/>
                </a:solidFill>
              </a:rPr>
              <a:t>Net Present Value</a:t>
            </a:r>
            <a:r>
              <a:rPr lang="en-US" altLang="en-US"/>
              <a:t> </a:t>
            </a:r>
            <a:endParaRPr lang="en-US" altLang="en-US" b="1">
              <a:solidFill>
                <a:srgbClr val="FF0066"/>
              </a:solidFill>
            </a:endParaRPr>
          </a:p>
          <a:p>
            <a:pPr marL="914400" lvl="1" indent="-457200"/>
            <a:endParaRPr lang="en-US" altLang="en-US"/>
          </a:p>
          <a:p>
            <a:pPr marL="914400" lvl="1" indent="-457200"/>
            <a:endParaRPr lang="en-US" altLang="en-US"/>
          </a:p>
          <a:p>
            <a:pPr marL="914400" lvl="1" indent="-457200"/>
            <a:endParaRPr lang="en-US" altLang="en-US"/>
          </a:p>
          <a:p>
            <a:pPr marL="914400" lvl="1" indent="-457200"/>
            <a:r>
              <a:rPr lang="en-US" altLang="en-US" sz="2400"/>
              <a:t>F</a:t>
            </a:r>
            <a:r>
              <a:rPr lang="en-US" altLang="en-US" sz="2400" baseline="-25000"/>
              <a:t>t</a:t>
            </a:r>
            <a:r>
              <a:rPr lang="en-US" altLang="en-US" sz="2400"/>
              <a:t>: dòng tiền mặt ở thời điểm t = $ thu mỗi năm – $ chi mỗi năm </a:t>
            </a:r>
          </a:p>
          <a:p>
            <a:pPr marL="914400" lvl="1" indent="-457200"/>
            <a:r>
              <a:rPr lang="en-US" altLang="en-US" sz="2400"/>
              <a:t>K: suất sinh lợi yêu cầu</a:t>
            </a:r>
          </a:p>
          <a:p>
            <a:pPr marL="914400" lvl="1" indent="-457200"/>
            <a:r>
              <a:rPr lang="en-US" altLang="en-US" sz="2400"/>
              <a:t>Ao: tiền đầu tư ban đầu</a:t>
            </a:r>
          </a:p>
          <a:p>
            <a:pPr marL="914400" lvl="1" indent="-457200"/>
            <a:r>
              <a:rPr lang="en-US" altLang="en-US" sz="2400"/>
              <a:t>P</a:t>
            </a:r>
            <a:r>
              <a:rPr lang="en-US" altLang="en-US" sz="2400" baseline="-25000"/>
              <a:t>t</a:t>
            </a:r>
            <a:r>
              <a:rPr lang="en-US" altLang="en-US" sz="2400"/>
              <a:t>: tỉ số lạm phát tiên đoán</a:t>
            </a:r>
          </a:p>
          <a:p>
            <a:pPr marL="914400" lvl="1" indent="-457200"/>
            <a:endParaRPr lang="en-US" altLang="en-US"/>
          </a:p>
        </p:txBody>
      </p:sp>
      <p:pic>
        <p:nvPicPr>
          <p:cNvPr id="1086468" name="Picture 4">
            <a:extLst>
              <a:ext uri="{FF2B5EF4-FFF2-40B4-BE49-F238E27FC236}">
                <a16:creationId xmlns:a16="http://schemas.microsoft.com/office/drawing/2014/main" id="{1C824C0C-98BB-8AC2-1FC3-1B62ABBBEA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2590800"/>
            <a:ext cx="3886200" cy="10128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0BD16583-12BD-FA28-276D-CB232F936989}"/>
              </a:ext>
            </a:extLst>
          </p:cNvPr>
          <p:cNvSpPr>
            <a:spLocks noGrp="1"/>
          </p:cNvSpPr>
          <p:nvPr>
            <p:ph type="sldNum" sz="quarter" idx="12"/>
          </p:nvPr>
        </p:nvSpPr>
        <p:spPr/>
        <p:txBody>
          <a:bodyPr/>
          <a:lstStyle/>
          <a:p>
            <a:fld id="{6921811E-2A0E-4569-AC24-2BA788660AC1}" type="slidenum">
              <a:rPr lang="en-US" altLang="en-US"/>
              <a:pPr/>
              <a:t>33</a:t>
            </a:fld>
            <a:endParaRPr lang="en-US" altLang="en-US"/>
          </a:p>
        </p:txBody>
      </p:sp>
      <p:sp>
        <p:nvSpPr>
          <p:cNvPr id="1088514" name="Rectangle 2">
            <a:extLst>
              <a:ext uri="{FF2B5EF4-FFF2-40B4-BE49-F238E27FC236}">
                <a16:creationId xmlns:a16="http://schemas.microsoft.com/office/drawing/2014/main" id="{17A1C479-E908-5DE6-5B5D-EAB041D595E1}"/>
              </a:ext>
            </a:extLst>
          </p:cNvPr>
          <p:cNvSpPr>
            <a:spLocks noGrp="1" noChangeArrowheads="1"/>
          </p:cNvSpPr>
          <p:nvPr>
            <p:ph type="title"/>
          </p:nvPr>
        </p:nvSpPr>
        <p:spPr/>
        <p:txBody>
          <a:bodyPr/>
          <a:lstStyle/>
          <a:p>
            <a:r>
              <a:rPr lang="en-US" altLang="en-US" b="1"/>
              <a:t>FINANCIAL MODEL</a:t>
            </a:r>
          </a:p>
        </p:txBody>
      </p:sp>
      <p:sp>
        <p:nvSpPr>
          <p:cNvPr id="1088515" name="Rectangle 3">
            <a:extLst>
              <a:ext uri="{FF2B5EF4-FFF2-40B4-BE49-F238E27FC236}">
                <a16:creationId xmlns:a16="http://schemas.microsoft.com/office/drawing/2014/main" id="{3A9DB42B-F920-ED47-17B4-CB61F3DD97C7}"/>
              </a:ext>
            </a:extLst>
          </p:cNvPr>
          <p:cNvSpPr>
            <a:spLocks noGrp="1" noChangeArrowheads="1"/>
          </p:cNvSpPr>
          <p:nvPr>
            <p:ph type="body" sz="half" idx="1"/>
          </p:nvPr>
        </p:nvSpPr>
        <p:spPr/>
        <p:txBody>
          <a:bodyPr/>
          <a:lstStyle/>
          <a:p>
            <a:pPr marL="533400" indent="-533400">
              <a:buSzTx/>
              <a:buFont typeface="Wingdings" panose="05000000000000000000" pitchFamily="2" charset="2"/>
              <a:buAutoNum type="arabicPeriod"/>
            </a:pPr>
            <a:endParaRPr lang="en-US" altLang="en-US" sz="2400"/>
          </a:p>
          <a:p>
            <a:pPr marL="914400" lvl="1" indent="-457200"/>
            <a:endParaRPr lang="en-US" altLang="en-US" sz="2400"/>
          </a:p>
        </p:txBody>
      </p:sp>
      <p:graphicFrame>
        <p:nvGraphicFramePr>
          <p:cNvPr id="1088582" name="Group 70">
            <a:extLst>
              <a:ext uri="{FF2B5EF4-FFF2-40B4-BE49-F238E27FC236}">
                <a16:creationId xmlns:a16="http://schemas.microsoft.com/office/drawing/2014/main" id="{B6FA04EC-AB3A-21C7-C0FF-1C04CC20AB4B}"/>
              </a:ext>
            </a:extLst>
          </p:cNvPr>
          <p:cNvGraphicFramePr>
            <a:graphicFrameLocks noGrp="1"/>
          </p:cNvGraphicFramePr>
          <p:nvPr>
            <p:ph sz="half" idx="2"/>
          </p:nvPr>
        </p:nvGraphicFramePr>
        <p:xfrm>
          <a:off x="685800" y="2590800"/>
          <a:ext cx="8229600" cy="3046413"/>
        </p:xfrm>
        <a:graphic>
          <a:graphicData uri="http://schemas.openxmlformats.org/drawingml/2006/table">
            <a:tbl>
              <a:tblPr/>
              <a:tblGrid>
                <a:gridCol w="1138238">
                  <a:extLst>
                    <a:ext uri="{9D8B030D-6E8A-4147-A177-3AD203B41FA5}">
                      <a16:colId xmlns:a16="http://schemas.microsoft.com/office/drawing/2014/main" val="505512193"/>
                    </a:ext>
                  </a:extLst>
                </a:gridCol>
                <a:gridCol w="1139825">
                  <a:extLst>
                    <a:ext uri="{9D8B030D-6E8A-4147-A177-3AD203B41FA5}">
                      <a16:colId xmlns:a16="http://schemas.microsoft.com/office/drawing/2014/main" val="1540440339"/>
                    </a:ext>
                  </a:extLst>
                </a:gridCol>
                <a:gridCol w="1147762">
                  <a:extLst>
                    <a:ext uri="{9D8B030D-6E8A-4147-A177-3AD203B41FA5}">
                      <a16:colId xmlns:a16="http://schemas.microsoft.com/office/drawing/2014/main" val="3989066095"/>
                    </a:ext>
                  </a:extLst>
                </a:gridCol>
                <a:gridCol w="1304925">
                  <a:extLst>
                    <a:ext uri="{9D8B030D-6E8A-4147-A177-3AD203B41FA5}">
                      <a16:colId xmlns:a16="http://schemas.microsoft.com/office/drawing/2014/main" val="3906725026"/>
                    </a:ext>
                  </a:extLst>
                </a:gridCol>
                <a:gridCol w="2127250">
                  <a:extLst>
                    <a:ext uri="{9D8B030D-6E8A-4147-A177-3AD203B41FA5}">
                      <a16:colId xmlns:a16="http://schemas.microsoft.com/office/drawing/2014/main" val="786478722"/>
                    </a:ext>
                  </a:extLst>
                </a:gridCol>
                <a:gridCol w="1371600">
                  <a:extLst>
                    <a:ext uri="{9D8B030D-6E8A-4147-A177-3AD203B41FA5}">
                      <a16:colId xmlns:a16="http://schemas.microsoft.com/office/drawing/2014/main" val="4062277237"/>
                    </a:ext>
                  </a:extLst>
                </a:gridCol>
              </a:tblGrid>
              <a:tr h="488950">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en-US" sz="1600" b="1" i="0" u="none" strike="noStrike" cap="none" normalizeH="0" baseline="0">
                          <a:ln>
                            <a:noFill/>
                          </a:ln>
                          <a:solidFill>
                            <a:schemeClr val="tx1"/>
                          </a:solidFill>
                          <a:effectLst/>
                          <a:latin typeface="Tahoma" panose="020B0604030504040204" pitchFamily="34" charset="0"/>
                          <a:cs typeface="Times New Roman" panose="02020603050405020304" pitchFamily="18" charset="0"/>
                        </a:rPr>
                        <a:t>Thời hạn</a:t>
                      </a:r>
                      <a:endParaRPr kumimoji="0" lang="en-US" altLang="en-US" sz="1600" b="0" i="0" u="none" strike="noStrike" cap="none" normalizeH="0" baseline="0">
                        <a:ln>
                          <a:noFill/>
                        </a:ln>
                        <a:solidFill>
                          <a:schemeClr val="tx1"/>
                        </a:solidFill>
                        <a:effectLst/>
                        <a:latin typeface="Tahoma" panose="020B060403050404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en-US" sz="1600" b="1" i="0" u="none" strike="noStrike" cap="none" normalizeH="0" baseline="0">
                          <a:ln>
                            <a:noFill/>
                          </a:ln>
                          <a:solidFill>
                            <a:schemeClr val="tx1"/>
                          </a:solidFill>
                          <a:effectLst/>
                          <a:latin typeface="Tahoma" panose="020B0604030504040204" pitchFamily="34" charset="0"/>
                          <a:cs typeface="Times New Roman" panose="02020603050405020304" pitchFamily="18" charset="0"/>
                        </a:rPr>
                        <a:t>Thu được</a:t>
                      </a:r>
                      <a:endParaRPr kumimoji="0" lang="en-US" altLang="en-US" sz="1600" b="0" i="0" u="none" strike="noStrike" cap="none" normalizeH="0" baseline="0">
                        <a:ln>
                          <a:noFill/>
                        </a:ln>
                        <a:solidFill>
                          <a:schemeClr val="tx1"/>
                        </a:solidFill>
                        <a:effectLst/>
                        <a:latin typeface="Tahoma" panose="020B060403050404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en-US" sz="1600" b="1" i="0" u="none" strike="noStrike" cap="none" normalizeH="0" baseline="0">
                          <a:ln>
                            <a:noFill/>
                          </a:ln>
                          <a:solidFill>
                            <a:schemeClr val="tx1"/>
                          </a:solidFill>
                          <a:effectLst/>
                          <a:latin typeface="Tahoma" panose="020B0604030504040204" pitchFamily="34" charset="0"/>
                          <a:cs typeface="Times New Roman" panose="02020603050405020304" pitchFamily="18" charset="0"/>
                        </a:rPr>
                        <a:t>Chi phí</a:t>
                      </a:r>
                      <a:endParaRPr kumimoji="0" lang="en-US" altLang="en-US" sz="1600" b="0" i="0" u="none" strike="noStrike" cap="none" normalizeH="0" baseline="0">
                        <a:ln>
                          <a:noFill/>
                        </a:ln>
                        <a:solidFill>
                          <a:schemeClr val="tx1"/>
                        </a:solidFill>
                        <a:effectLst/>
                        <a:latin typeface="Tahoma" panose="020B060403050404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en-US" sz="1600" b="1" i="0" u="none" strike="noStrike" cap="none" normalizeH="0" baseline="0">
                          <a:ln>
                            <a:noFill/>
                          </a:ln>
                          <a:solidFill>
                            <a:schemeClr val="tx1"/>
                          </a:solidFill>
                          <a:effectLst/>
                          <a:latin typeface="Tahoma" panose="020B0604030504040204" pitchFamily="34" charset="0"/>
                          <a:cs typeface="Times New Roman" panose="02020603050405020304" pitchFamily="18" charset="0"/>
                        </a:rPr>
                        <a:t>Net</a:t>
                      </a:r>
                      <a:endParaRPr kumimoji="0" lang="en-US" altLang="en-US" sz="1600" b="0" i="0" u="none" strike="noStrike" cap="none" normalizeH="0" baseline="0">
                        <a:ln>
                          <a:noFill/>
                        </a:ln>
                        <a:solidFill>
                          <a:schemeClr val="tx1"/>
                        </a:solidFill>
                        <a:effectLst/>
                        <a:latin typeface="Tahoma" panose="020B0604030504040204" pitchFamily="34" charset="0"/>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Pct val="60000"/>
                        <a:buFontTx/>
                        <a:buNone/>
                        <a:tabLst/>
                      </a:pPr>
                      <a:r>
                        <a:rPr kumimoji="0" lang="en-US" altLang="en-US" sz="1600" b="1" i="0" u="none" strike="noStrike" cap="none" normalizeH="0" baseline="0">
                          <a:ln>
                            <a:noFill/>
                          </a:ln>
                          <a:solidFill>
                            <a:schemeClr val="tx1"/>
                          </a:solidFill>
                          <a:effectLst/>
                          <a:latin typeface="Tahoma" panose="020B0604030504040204" pitchFamily="34" charset="0"/>
                          <a:cs typeface="Times New Roman" panose="02020603050405020304" pitchFamily="18" charset="0"/>
                        </a:rPr>
                        <a:t>CashFlow</a:t>
                      </a:r>
                      <a:endParaRPr kumimoji="0" lang="en-US" altLang="en-US" sz="1600" b="0" i="0" u="none" strike="noStrike" cap="none" normalizeH="0" baseline="0">
                        <a:ln>
                          <a:noFill/>
                        </a:ln>
                        <a:solidFill>
                          <a:schemeClr val="tx1"/>
                        </a:solidFill>
                        <a:effectLst/>
                        <a:latin typeface="Tahoma" panose="020B060403050404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en-US" sz="1600" b="1" i="0" u="none" strike="noStrike" cap="none" normalizeH="0" baseline="0">
                          <a:ln>
                            <a:noFill/>
                          </a:ln>
                          <a:solidFill>
                            <a:schemeClr val="tx1"/>
                          </a:solidFill>
                          <a:effectLst/>
                          <a:latin typeface="Tahoma" panose="020B0604030504040204" pitchFamily="34" charset="0"/>
                          <a:cs typeface="Times New Roman" panose="02020603050405020304" pitchFamily="18" charset="0"/>
                        </a:rPr>
                        <a:t>Công thức</a:t>
                      </a:r>
                      <a:endParaRPr kumimoji="0" lang="en-US" altLang="en-US" sz="1600" b="0" i="0" u="none" strike="noStrike" cap="none" normalizeH="0" baseline="0">
                        <a:ln>
                          <a:noFill/>
                        </a:ln>
                        <a:solidFill>
                          <a:schemeClr val="tx1"/>
                        </a:solidFill>
                        <a:effectLst/>
                        <a:latin typeface="Tahoma" panose="020B060403050404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en-US" sz="1600" b="1" i="0" u="none" strike="noStrike" cap="none" normalizeH="0" baseline="0">
                          <a:ln>
                            <a:noFill/>
                          </a:ln>
                          <a:solidFill>
                            <a:schemeClr val="tx1"/>
                          </a:solidFill>
                          <a:effectLst/>
                          <a:latin typeface="Tahoma" panose="020B0604030504040204" pitchFamily="34" charset="0"/>
                          <a:cs typeface="Times New Roman" panose="02020603050405020304" pitchFamily="18" charset="0"/>
                        </a:rPr>
                        <a:t>Discount</a:t>
                      </a:r>
                      <a:endParaRPr kumimoji="0" lang="en-US" altLang="en-US" sz="1600" b="0" i="0" u="none" strike="noStrike" cap="none" normalizeH="0" baseline="0">
                        <a:ln>
                          <a:noFill/>
                        </a:ln>
                        <a:solidFill>
                          <a:schemeClr val="tx1"/>
                        </a:solidFill>
                        <a:effectLst/>
                        <a:latin typeface="Tahoma" panose="020B0604030504040204" pitchFamily="34" charset="0"/>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Pct val="60000"/>
                        <a:buFontTx/>
                        <a:buNone/>
                        <a:tabLst/>
                      </a:pPr>
                      <a:r>
                        <a:rPr kumimoji="0" lang="en-US" altLang="en-US" sz="1600" b="1" i="0" u="none" strike="noStrike" cap="none" normalizeH="0" baseline="0">
                          <a:ln>
                            <a:noFill/>
                          </a:ln>
                          <a:solidFill>
                            <a:schemeClr val="tx1"/>
                          </a:solidFill>
                          <a:effectLst/>
                          <a:latin typeface="Tahoma" panose="020B0604030504040204" pitchFamily="34" charset="0"/>
                          <a:cs typeface="Times New Roman" panose="02020603050405020304" pitchFamily="18" charset="0"/>
                        </a:rPr>
                        <a:t>CashFlow</a:t>
                      </a:r>
                      <a:endParaRPr kumimoji="0" lang="en-US" altLang="en-US" sz="1600" b="0" i="0" u="none" strike="noStrike" cap="none" normalizeH="0" baseline="0">
                        <a:ln>
                          <a:noFill/>
                        </a:ln>
                        <a:solidFill>
                          <a:schemeClr val="tx1"/>
                        </a:solidFill>
                        <a:effectLst/>
                        <a:latin typeface="Tahoma" panose="020B060403050404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62756593"/>
                  </a:ext>
                </a:extLst>
              </a:tr>
              <a:tr h="382588">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0 năm</a:t>
                      </a:r>
                      <a:endParaRPr kumimoji="0" lang="en-US" altLang="en-US" sz="1600" b="0" i="0" u="none" strike="noStrike" cap="none" normalizeH="0" baseline="0">
                        <a:ln>
                          <a:noFill/>
                        </a:ln>
                        <a:solidFill>
                          <a:schemeClr val="tx1"/>
                        </a:solidFill>
                        <a:effectLst/>
                        <a:latin typeface="Tahoma" panose="020B060403050404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0</a:t>
                      </a:r>
                      <a:endParaRPr kumimoji="0" lang="en-US" altLang="en-US" sz="1600" b="0" i="0" u="none" strike="noStrike" cap="none" normalizeH="0" baseline="0">
                        <a:ln>
                          <a:noFill/>
                        </a:ln>
                        <a:solidFill>
                          <a:schemeClr val="tx1"/>
                        </a:solidFill>
                        <a:effectLst/>
                        <a:latin typeface="Tahoma" panose="020B060403050404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 $200,000</a:t>
                      </a:r>
                      <a:endParaRPr kumimoji="0" lang="en-US" altLang="en-US" sz="1600" b="0" i="0" u="none" strike="noStrike" cap="none" normalizeH="0" baseline="0">
                        <a:ln>
                          <a:noFill/>
                        </a:ln>
                        <a:solidFill>
                          <a:schemeClr val="tx1"/>
                        </a:solidFill>
                        <a:effectLst/>
                        <a:latin typeface="Tahoma" panose="020B060403050404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1600" b="0" i="0" u="none" strike="noStrike" cap="none" normalizeH="0" baseline="0">
                        <a:ln>
                          <a:noFill/>
                        </a:ln>
                        <a:solidFill>
                          <a:schemeClr val="tx1"/>
                        </a:solidFill>
                        <a:effectLst/>
                        <a:latin typeface="Tahoma" panose="020B060403050404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Ao = - $200,000</a:t>
                      </a:r>
                      <a:endParaRPr kumimoji="0" lang="en-US" altLang="en-US" sz="1600" b="0" i="0" u="none" strike="noStrike" cap="none" normalizeH="0" baseline="0">
                        <a:ln>
                          <a:noFill/>
                        </a:ln>
                        <a:solidFill>
                          <a:schemeClr val="tx1"/>
                        </a:solidFill>
                        <a:effectLst/>
                        <a:latin typeface="Tahoma" panose="020B060403050404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 $200,000</a:t>
                      </a:r>
                      <a:endParaRPr kumimoji="0" lang="en-US" altLang="en-US" sz="1600" b="0" i="0" u="none" strike="noStrike" cap="none" normalizeH="0" baseline="0">
                        <a:ln>
                          <a:noFill/>
                        </a:ln>
                        <a:solidFill>
                          <a:schemeClr val="tx1"/>
                        </a:solidFill>
                        <a:effectLst/>
                        <a:latin typeface="Tahoma" panose="020B060403050404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79553984"/>
                  </a:ext>
                </a:extLst>
              </a:tr>
              <a:tr h="409575">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1 năm</a:t>
                      </a:r>
                      <a:endParaRPr kumimoji="0" lang="en-US" altLang="en-US" sz="1600" b="0" i="0" u="none" strike="noStrike" cap="none" normalizeH="0" baseline="0">
                        <a:ln>
                          <a:noFill/>
                        </a:ln>
                        <a:solidFill>
                          <a:schemeClr val="tx1"/>
                        </a:solidFill>
                        <a:effectLst/>
                        <a:latin typeface="Tahoma" panose="020B060403050404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$150,000</a:t>
                      </a:r>
                      <a:endParaRPr kumimoji="0" lang="en-US" altLang="en-US" sz="1600" b="0" i="0" u="none" strike="noStrike" cap="none" normalizeH="0" baseline="0">
                        <a:ln>
                          <a:noFill/>
                        </a:ln>
                        <a:solidFill>
                          <a:schemeClr val="tx1"/>
                        </a:solidFill>
                        <a:effectLst/>
                        <a:latin typeface="Tahoma" panose="020B060403050404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  $85,000</a:t>
                      </a:r>
                      <a:endParaRPr kumimoji="0" lang="en-US" altLang="en-US" sz="1600" b="0" i="0" u="none" strike="noStrike" cap="none" normalizeH="0" baseline="0">
                        <a:ln>
                          <a:noFill/>
                        </a:ln>
                        <a:solidFill>
                          <a:schemeClr val="tx1"/>
                        </a:solidFill>
                        <a:effectLst/>
                        <a:latin typeface="Tahoma" panose="020B060403050404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$65,000</a:t>
                      </a:r>
                      <a:endParaRPr kumimoji="0" lang="en-US" altLang="en-US" sz="1600" b="0" i="0" u="none" strike="noStrike" cap="none" normalizeH="0" baseline="0">
                        <a:ln>
                          <a:noFill/>
                        </a:ln>
                        <a:solidFill>
                          <a:schemeClr val="tx1"/>
                        </a:solidFill>
                        <a:effectLst/>
                        <a:latin typeface="Tahoma" panose="020B060403050404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$65000 / (1 + 0.08)</a:t>
                      </a:r>
                      <a:r>
                        <a:rPr kumimoji="0" lang="en-US" altLang="en-US" sz="1600" b="0" i="0" u="none" strike="noStrike" cap="none" normalizeH="0" baseline="30000">
                          <a:ln>
                            <a:noFill/>
                          </a:ln>
                          <a:solidFill>
                            <a:schemeClr val="tx1"/>
                          </a:solidFill>
                          <a:effectLst/>
                          <a:latin typeface="Tahoma" panose="020B0604030504040204" pitchFamily="34" charset="0"/>
                          <a:cs typeface="Times New Roman" panose="02020603050405020304" pitchFamily="18" charset="0"/>
                        </a:rPr>
                        <a:t>1</a:t>
                      </a:r>
                      <a:endParaRPr kumimoji="0" lang="en-US" altLang="en-US" sz="1600" b="0" i="0" u="none" strike="noStrike" cap="none" normalizeH="0" baseline="0">
                        <a:ln>
                          <a:noFill/>
                        </a:ln>
                        <a:solidFill>
                          <a:schemeClr val="tx1"/>
                        </a:solidFill>
                        <a:effectLst/>
                        <a:latin typeface="Tahoma" panose="020B060403050404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$60,185</a:t>
                      </a:r>
                      <a:endParaRPr kumimoji="0" lang="en-US" altLang="en-US" sz="1600" b="0" i="0" u="none" strike="noStrike" cap="none" normalizeH="0" baseline="0">
                        <a:ln>
                          <a:noFill/>
                        </a:ln>
                        <a:solidFill>
                          <a:schemeClr val="tx1"/>
                        </a:solidFill>
                        <a:effectLst/>
                        <a:latin typeface="Tahoma" panose="020B060403050404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82174852"/>
                  </a:ext>
                </a:extLst>
              </a:tr>
              <a:tr h="365125">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2 năm</a:t>
                      </a:r>
                      <a:endParaRPr kumimoji="0" lang="en-US" altLang="en-US" sz="1600" b="0" i="0" u="none" strike="noStrike" cap="none" normalizeH="0" baseline="0">
                        <a:ln>
                          <a:noFill/>
                        </a:ln>
                        <a:solidFill>
                          <a:schemeClr val="tx1"/>
                        </a:solidFill>
                        <a:effectLst/>
                        <a:latin typeface="Tahoma" panose="020B060403050404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$200,000</a:t>
                      </a:r>
                      <a:endParaRPr kumimoji="0" lang="en-US" altLang="en-US" sz="1600" b="0" i="0" u="none" strike="noStrike" cap="none" normalizeH="0" baseline="0">
                        <a:ln>
                          <a:noFill/>
                        </a:ln>
                        <a:solidFill>
                          <a:schemeClr val="tx1"/>
                        </a:solidFill>
                        <a:effectLst/>
                        <a:latin typeface="Tahoma" panose="020B060403050404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$125,000</a:t>
                      </a:r>
                      <a:endParaRPr kumimoji="0" lang="en-US" altLang="en-US" sz="1600" b="0" i="0" u="none" strike="noStrike" cap="none" normalizeH="0" baseline="0">
                        <a:ln>
                          <a:noFill/>
                        </a:ln>
                        <a:solidFill>
                          <a:schemeClr val="tx1"/>
                        </a:solidFill>
                        <a:effectLst/>
                        <a:latin typeface="Tahoma" panose="020B060403050404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$75,000</a:t>
                      </a:r>
                      <a:endParaRPr kumimoji="0" lang="en-US" altLang="en-US" sz="1600" b="0" i="0" u="none" strike="noStrike" cap="none" normalizeH="0" baseline="0">
                        <a:ln>
                          <a:noFill/>
                        </a:ln>
                        <a:solidFill>
                          <a:schemeClr val="tx1"/>
                        </a:solidFill>
                        <a:effectLst/>
                        <a:latin typeface="Tahoma" panose="020B060403050404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$75000 / (1 + 0.08)</a:t>
                      </a:r>
                      <a:r>
                        <a:rPr kumimoji="0" lang="en-US" altLang="en-US" sz="1600" b="0" i="0" u="none" strike="noStrike" cap="none" normalizeH="0" baseline="30000">
                          <a:ln>
                            <a:noFill/>
                          </a:ln>
                          <a:solidFill>
                            <a:schemeClr val="tx1"/>
                          </a:solidFill>
                          <a:effectLst/>
                          <a:latin typeface="Tahoma" panose="020B0604030504040204" pitchFamily="34" charset="0"/>
                          <a:cs typeface="Times New Roman" panose="02020603050405020304" pitchFamily="18" charset="0"/>
                        </a:rPr>
                        <a:t>2</a:t>
                      </a:r>
                      <a:endParaRPr kumimoji="0" lang="en-US" altLang="en-US" sz="1600" b="0" i="0" u="none" strike="noStrike" cap="none" normalizeH="0" baseline="0">
                        <a:ln>
                          <a:noFill/>
                        </a:ln>
                        <a:solidFill>
                          <a:schemeClr val="tx1"/>
                        </a:solidFill>
                        <a:effectLst/>
                        <a:latin typeface="Tahoma" panose="020B060403050404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$64,300</a:t>
                      </a:r>
                      <a:endParaRPr kumimoji="0" lang="en-US" altLang="en-US" sz="1600" b="0" i="0" u="none" strike="noStrike" cap="none" normalizeH="0" baseline="0">
                        <a:ln>
                          <a:noFill/>
                        </a:ln>
                        <a:solidFill>
                          <a:schemeClr val="tx1"/>
                        </a:solidFill>
                        <a:effectLst/>
                        <a:latin typeface="Tahoma" panose="020B060403050404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96156198"/>
                  </a:ext>
                </a:extLst>
              </a:tr>
              <a:tr h="365125">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3 năm</a:t>
                      </a:r>
                      <a:endParaRPr kumimoji="0" lang="en-US" altLang="en-US" sz="1600" b="0" i="0" u="none" strike="noStrike" cap="none" normalizeH="0" baseline="0">
                        <a:ln>
                          <a:noFill/>
                        </a:ln>
                        <a:solidFill>
                          <a:schemeClr val="tx1"/>
                        </a:solidFill>
                        <a:effectLst/>
                        <a:latin typeface="Tahoma" panose="020B060403050404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$250,000</a:t>
                      </a:r>
                      <a:endParaRPr kumimoji="0" lang="en-US" altLang="en-US" sz="1600" b="0" i="0" u="none" strike="noStrike" cap="none" normalizeH="0" baseline="0">
                        <a:ln>
                          <a:noFill/>
                        </a:ln>
                        <a:solidFill>
                          <a:schemeClr val="tx1"/>
                        </a:solidFill>
                        <a:effectLst/>
                        <a:latin typeface="Tahoma" panose="020B060403050404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$150,000</a:t>
                      </a:r>
                      <a:endParaRPr kumimoji="0" lang="en-US" altLang="en-US" sz="1600" b="0" i="0" u="none" strike="noStrike" cap="none" normalizeH="0" baseline="0">
                        <a:ln>
                          <a:noFill/>
                        </a:ln>
                        <a:solidFill>
                          <a:schemeClr val="tx1"/>
                        </a:solidFill>
                        <a:effectLst/>
                        <a:latin typeface="Tahoma" panose="020B060403050404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$100,000</a:t>
                      </a:r>
                      <a:endParaRPr kumimoji="0" lang="en-US" altLang="en-US" sz="1600" b="0" i="0" u="none" strike="noStrike" cap="none" normalizeH="0" baseline="0">
                        <a:ln>
                          <a:noFill/>
                        </a:ln>
                        <a:solidFill>
                          <a:schemeClr val="tx1"/>
                        </a:solidFill>
                        <a:effectLst/>
                        <a:latin typeface="Tahoma" panose="020B060403050404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$100000/(1 + 0.08)</a:t>
                      </a:r>
                      <a:r>
                        <a:rPr kumimoji="0" lang="en-US" altLang="en-US" sz="1600" b="0" i="0" u="none" strike="noStrike" cap="none" normalizeH="0" baseline="30000">
                          <a:ln>
                            <a:noFill/>
                          </a:ln>
                          <a:solidFill>
                            <a:schemeClr val="tx1"/>
                          </a:solidFill>
                          <a:effectLst/>
                          <a:latin typeface="Tahoma" panose="020B0604030504040204" pitchFamily="34" charset="0"/>
                          <a:cs typeface="Times New Roman" panose="02020603050405020304" pitchFamily="18" charset="0"/>
                        </a:rPr>
                        <a:t>3</a:t>
                      </a:r>
                      <a:endParaRPr kumimoji="0" lang="en-US" altLang="en-US" sz="1600" b="0" i="0" u="none" strike="noStrike" cap="none" normalizeH="0" baseline="0">
                        <a:ln>
                          <a:noFill/>
                        </a:ln>
                        <a:solidFill>
                          <a:schemeClr val="tx1"/>
                        </a:solidFill>
                        <a:effectLst/>
                        <a:latin typeface="Tahoma" panose="020B060403050404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$79,383</a:t>
                      </a:r>
                      <a:endParaRPr kumimoji="0" lang="en-US" altLang="en-US" sz="1600" b="0" i="0" u="none" strike="noStrike" cap="none" normalizeH="0" baseline="0">
                        <a:ln>
                          <a:noFill/>
                        </a:ln>
                        <a:solidFill>
                          <a:schemeClr val="tx1"/>
                        </a:solidFill>
                        <a:effectLst/>
                        <a:latin typeface="Tahoma" panose="020B060403050404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23043233"/>
                  </a:ext>
                </a:extLst>
              </a:tr>
              <a:tr h="366713">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4 năm</a:t>
                      </a:r>
                      <a:endParaRPr kumimoji="0" lang="en-US" altLang="en-US" sz="1600" b="0" i="0" u="none" strike="noStrike" cap="none" normalizeH="0" baseline="0">
                        <a:ln>
                          <a:noFill/>
                        </a:ln>
                        <a:solidFill>
                          <a:schemeClr val="tx1"/>
                        </a:solidFill>
                        <a:effectLst/>
                        <a:latin typeface="Tahoma" panose="020B060403050404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$300,000</a:t>
                      </a:r>
                      <a:endParaRPr kumimoji="0" lang="en-US" altLang="en-US" sz="1600" b="0" i="0" u="none" strike="noStrike" cap="none" normalizeH="0" baseline="0">
                        <a:ln>
                          <a:noFill/>
                        </a:ln>
                        <a:solidFill>
                          <a:schemeClr val="tx1"/>
                        </a:solidFill>
                        <a:effectLst/>
                        <a:latin typeface="Tahoma" panose="020B060403050404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$200,000</a:t>
                      </a:r>
                      <a:endParaRPr kumimoji="0" lang="en-US" altLang="en-US" sz="1600" b="0" i="0" u="none" strike="noStrike" cap="none" normalizeH="0" baseline="0">
                        <a:ln>
                          <a:noFill/>
                        </a:ln>
                        <a:solidFill>
                          <a:schemeClr val="tx1"/>
                        </a:solidFill>
                        <a:effectLst/>
                        <a:latin typeface="Tahoma" panose="020B060403050404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$100,000</a:t>
                      </a:r>
                      <a:endParaRPr kumimoji="0" lang="en-US" altLang="en-US" sz="1600" b="0" i="0" u="none" strike="noStrike" cap="none" normalizeH="0" baseline="0">
                        <a:ln>
                          <a:noFill/>
                        </a:ln>
                        <a:solidFill>
                          <a:schemeClr val="tx1"/>
                        </a:solidFill>
                        <a:effectLst/>
                        <a:latin typeface="Tahoma" panose="020B060403050404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$100000 / (1 + 0.08)</a:t>
                      </a:r>
                      <a:r>
                        <a:rPr kumimoji="0" lang="en-US" altLang="en-US" sz="1600" b="0" i="0" u="none" strike="noStrike" cap="none" normalizeH="0" baseline="30000">
                          <a:ln>
                            <a:noFill/>
                          </a:ln>
                          <a:solidFill>
                            <a:schemeClr val="tx1"/>
                          </a:solidFill>
                          <a:effectLst/>
                          <a:latin typeface="Tahoma" panose="020B0604030504040204" pitchFamily="34" charset="0"/>
                          <a:cs typeface="Times New Roman" panose="02020603050405020304" pitchFamily="18" charset="0"/>
                        </a:rPr>
                        <a:t>4</a:t>
                      </a:r>
                      <a:endParaRPr kumimoji="0" lang="en-US" altLang="en-US" sz="1600" b="0" i="0" u="none" strike="noStrike" cap="none" normalizeH="0" baseline="0">
                        <a:ln>
                          <a:noFill/>
                        </a:ln>
                        <a:solidFill>
                          <a:schemeClr val="tx1"/>
                        </a:solidFill>
                        <a:effectLst/>
                        <a:latin typeface="Tahoma" panose="020B060403050404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en-US" sz="1600" b="0" i="0" u="none" strike="noStrike" cap="none" normalizeH="0" baseline="0">
                          <a:ln>
                            <a:noFill/>
                          </a:ln>
                          <a:solidFill>
                            <a:schemeClr val="tx1"/>
                          </a:solidFill>
                          <a:effectLst/>
                          <a:latin typeface="Tahoma" panose="020B0604030504040204" pitchFamily="34" charset="0"/>
                          <a:cs typeface="Times New Roman" panose="02020603050405020304" pitchFamily="18" charset="0"/>
                        </a:rPr>
                        <a:t>$73,503</a:t>
                      </a:r>
                      <a:endParaRPr kumimoji="0" lang="en-US" altLang="en-US" sz="1600" b="0" i="0" u="none" strike="noStrike" cap="none" normalizeH="0" baseline="0">
                        <a:ln>
                          <a:noFill/>
                        </a:ln>
                        <a:solidFill>
                          <a:schemeClr val="tx1"/>
                        </a:solidFill>
                        <a:effectLst/>
                        <a:latin typeface="Tahoma" panose="020B060403050404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62725156"/>
                  </a:ext>
                </a:extLst>
              </a:tr>
              <a:tr h="365125">
                <a:tc gridSpan="5">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en-US" sz="1600" b="1" i="0" u="none" strike="noStrike" cap="none" normalizeH="0" baseline="0">
                          <a:ln>
                            <a:noFill/>
                          </a:ln>
                          <a:solidFill>
                            <a:schemeClr val="tx1"/>
                          </a:solidFill>
                          <a:effectLst/>
                          <a:latin typeface="Tahoma" panose="020B0604030504040204" pitchFamily="34" charset="0"/>
                          <a:cs typeface="Times New Roman" panose="02020603050405020304" pitchFamily="18" charset="0"/>
                        </a:rPr>
                        <a:t>Net Present Value (NPV) năm thứ 4</a:t>
                      </a:r>
                      <a:endParaRPr kumimoji="0" lang="en-US" altLang="en-US" sz="1600" b="0" i="0" u="none" strike="noStrike" cap="none" normalizeH="0" baseline="0">
                        <a:ln>
                          <a:noFill/>
                        </a:ln>
                        <a:solidFill>
                          <a:schemeClr val="tx1"/>
                        </a:solidFill>
                        <a:effectLst/>
                        <a:latin typeface="Tahoma" panose="020B060403050404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tabLst/>
                      </a:pPr>
                      <a:r>
                        <a:rPr kumimoji="0" lang="en-US" altLang="en-US" sz="1600" b="1" i="0" u="none" strike="noStrike" cap="none" normalizeH="0" baseline="0">
                          <a:ln>
                            <a:noFill/>
                          </a:ln>
                          <a:solidFill>
                            <a:schemeClr val="tx1"/>
                          </a:solidFill>
                          <a:effectLst/>
                          <a:latin typeface="Tahoma" panose="020B0604030504040204" pitchFamily="34" charset="0"/>
                          <a:cs typeface="Times New Roman" panose="02020603050405020304" pitchFamily="18" charset="0"/>
                        </a:rPr>
                        <a:t>$77,371</a:t>
                      </a:r>
                      <a:endParaRPr kumimoji="0" lang="en-US" altLang="en-US" sz="1600" b="0" i="0" u="none" strike="noStrike" cap="none" normalizeH="0" baseline="0">
                        <a:ln>
                          <a:noFill/>
                        </a:ln>
                        <a:solidFill>
                          <a:schemeClr val="tx1"/>
                        </a:solidFill>
                        <a:effectLst/>
                        <a:latin typeface="Tahoma" panose="020B060403050404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53644771"/>
                  </a:ext>
                </a:extLst>
              </a:tr>
            </a:tbl>
          </a:graphicData>
        </a:graphic>
      </p:graphicFrame>
      <p:sp>
        <p:nvSpPr>
          <p:cNvPr id="1088579" name="Rectangle 67">
            <a:extLst>
              <a:ext uri="{FF2B5EF4-FFF2-40B4-BE49-F238E27FC236}">
                <a16:creationId xmlns:a16="http://schemas.microsoft.com/office/drawing/2014/main" id="{B7B09F7E-9FD3-645E-F40C-6818FA503432}"/>
              </a:ext>
            </a:extLst>
          </p:cNvPr>
          <p:cNvSpPr>
            <a:spLocks noChangeArrowheads="1"/>
          </p:cNvSpPr>
          <p:nvPr/>
        </p:nvSpPr>
        <p:spPr bwMode="auto">
          <a:xfrm>
            <a:off x="727075" y="1955800"/>
            <a:ext cx="70453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a:t>Ví dụ</a:t>
            </a:r>
            <a:r>
              <a:rPr lang="en-US" altLang="en-US" sz="2000" b="0"/>
              <a:t>: k = 8 % năm, vốn đầu tư ban đầu Ao = $200,000</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F5CD4ED7-D404-B101-C18F-E8E96289B698}"/>
              </a:ext>
            </a:extLst>
          </p:cNvPr>
          <p:cNvSpPr>
            <a:spLocks noGrp="1"/>
          </p:cNvSpPr>
          <p:nvPr>
            <p:ph type="sldNum" sz="quarter" idx="12"/>
          </p:nvPr>
        </p:nvSpPr>
        <p:spPr/>
        <p:txBody>
          <a:bodyPr/>
          <a:lstStyle/>
          <a:p>
            <a:fld id="{3F63EE51-CDAF-451F-BBDB-45FCF9F3A887}" type="slidenum">
              <a:rPr lang="en-US" altLang="en-US"/>
              <a:pPr/>
              <a:t>34</a:t>
            </a:fld>
            <a:endParaRPr lang="en-US" altLang="en-US"/>
          </a:p>
        </p:txBody>
      </p:sp>
      <p:sp>
        <p:nvSpPr>
          <p:cNvPr id="1138690" name="Rectangle 2">
            <a:extLst>
              <a:ext uri="{FF2B5EF4-FFF2-40B4-BE49-F238E27FC236}">
                <a16:creationId xmlns:a16="http://schemas.microsoft.com/office/drawing/2014/main" id="{21E1C9B5-07A7-F5AE-0F0D-921A2E518DC0}"/>
              </a:ext>
            </a:extLst>
          </p:cNvPr>
          <p:cNvSpPr>
            <a:spLocks noGrp="1" noChangeArrowheads="1"/>
          </p:cNvSpPr>
          <p:nvPr>
            <p:ph type="title"/>
          </p:nvPr>
        </p:nvSpPr>
        <p:spPr>
          <a:xfrm>
            <a:off x="1150938" y="0"/>
            <a:ext cx="7793037" cy="1004888"/>
          </a:xfrm>
        </p:spPr>
        <p:txBody>
          <a:bodyPr/>
          <a:lstStyle/>
          <a:p>
            <a:r>
              <a:rPr lang="en-US" altLang="en-US" b="1"/>
              <a:t>VÍ DỤ</a:t>
            </a:r>
          </a:p>
        </p:txBody>
      </p:sp>
      <p:sp>
        <p:nvSpPr>
          <p:cNvPr id="1138691" name="Rectangle 3">
            <a:extLst>
              <a:ext uri="{FF2B5EF4-FFF2-40B4-BE49-F238E27FC236}">
                <a16:creationId xmlns:a16="http://schemas.microsoft.com/office/drawing/2014/main" id="{61FAE3D1-44FA-12F0-8D48-970AD218B14F}"/>
              </a:ext>
            </a:extLst>
          </p:cNvPr>
          <p:cNvSpPr>
            <a:spLocks noGrp="1" noChangeArrowheads="1"/>
          </p:cNvSpPr>
          <p:nvPr>
            <p:ph type="body" sz="half" idx="1"/>
          </p:nvPr>
        </p:nvSpPr>
        <p:spPr/>
        <p:txBody>
          <a:bodyPr/>
          <a:lstStyle/>
          <a:p>
            <a:pPr marL="533400" indent="-533400">
              <a:buSzTx/>
              <a:buFont typeface="Wingdings" panose="05000000000000000000" pitchFamily="2" charset="2"/>
              <a:buAutoNum type="arabicPeriod"/>
            </a:pPr>
            <a:endParaRPr lang="en-US" altLang="en-US" sz="2400"/>
          </a:p>
          <a:p>
            <a:pPr marL="914400" lvl="1" indent="-457200"/>
            <a:endParaRPr lang="en-US" altLang="en-US" sz="2400"/>
          </a:p>
        </p:txBody>
      </p:sp>
      <p:pic>
        <p:nvPicPr>
          <p:cNvPr id="1138748" name="Picture 60">
            <a:extLst>
              <a:ext uri="{FF2B5EF4-FFF2-40B4-BE49-F238E27FC236}">
                <a16:creationId xmlns:a16="http://schemas.microsoft.com/office/drawing/2014/main" id="{C42AFEAE-66AD-50F1-E215-3BEEAC72AF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063625"/>
            <a:ext cx="7467600" cy="5413375"/>
          </a:xfrm>
          <a:prstGeom prst="rect">
            <a:avLst/>
          </a:prstGeom>
          <a:noFill/>
          <a:extLst>
            <a:ext uri="{909E8E84-426E-40DD-AFC4-6F175D3DCCD1}">
              <a14:hiddenFill xmlns:a14="http://schemas.microsoft.com/office/drawing/2010/main">
                <a:solidFill>
                  <a:srgbClr val="FFFFFF"/>
                </a:solidFill>
              </a14:hiddenFill>
            </a:ext>
          </a:extLst>
        </p:spPr>
      </p:pic>
      <p:sp>
        <p:nvSpPr>
          <p:cNvPr id="1138749" name="Rectangle 61">
            <a:extLst>
              <a:ext uri="{FF2B5EF4-FFF2-40B4-BE49-F238E27FC236}">
                <a16:creationId xmlns:a16="http://schemas.microsoft.com/office/drawing/2014/main" id="{D4888BAF-D00E-58B9-32EA-8C81BB3CE4C5}"/>
              </a:ext>
            </a:extLst>
          </p:cNvPr>
          <p:cNvSpPr>
            <a:spLocks noChangeArrowheads="1"/>
          </p:cNvSpPr>
          <p:nvPr/>
        </p:nvSpPr>
        <p:spPr bwMode="auto">
          <a:xfrm>
            <a:off x="1981200" y="6491288"/>
            <a:ext cx="4953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en-US" sz="1400" i="1"/>
              <a:t>Bảng 1: Tổng hợp số liệu doanh thu &amp; chi phí</a:t>
            </a:r>
            <a:r>
              <a:rPr lang="en-US" altLang="en-US" sz="1400"/>
              <a:t>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17C1CB47-80F2-92E2-F71E-71A420A3CE18}"/>
              </a:ext>
            </a:extLst>
          </p:cNvPr>
          <p:cNvSpPr>
            <a:spLocks noGrp="1"/>
          </p:cNvSpPr>
          <p:nvPr>
            <p:ph type="sldNum" sz="quarter" idx="12"/>
          </p:nvPr>
        </p:nvSpPr>
        <p:spPr/>
        <p:txBody>
          <a:bodyPr/>
          <a:lstStyle/>
          <a:p>
            <a:fld id="{4953EF75-1EF3-49A9-8D40-8DADEC129860}" type="slidenum">
              <a:rPr lang="en-US" altLang="en-US"/>
              <a:pPr/>
              <a:t>35</a:t>
            </a:fld>
            <a:endParaRPr lang="en-US" altLang="en-US"/>
          </a:p>
        </p:txBody>
      </p:sp>
      <p:sp>
        <p:nvSpPr>
          <p:cNvPr id="1140738" name="Rectangle 2">
            <a:extLst>
              <a:ext uri="{FF2B5EF4-FFF2-40B4-BE49-F238E27FC236}">
                <a16:creationId xmlns:a16="http://schemas.microsoft.com/office/drawing/2014/main" id="{49CD7A4D-749D-E9B8-7297-2D05D1FF2F87}"/>
              </a:ext>
            </a:extLst>
          </p:cNvPr>
          <p:cNvSpPr>
            <a:spLocks noGrp="1" noChangeArrowheads="1"/>
          </p:cNvSpPr>
          <p:nvPr>
            <p:ph type="title"/>
          </p:nvPr>
        </p:nvSpPr>
        <p:spPr/>
        <p:txBody>
          <a:bodyPr/>
          <a:lstStyle/>
          <a:p>
            <a:r>
              <a:rPr lang="en-US" altLang="en-US" b="1"/>
              <a:t>VÍ DỤ</a:t>
            </a:r>
          </a:p>
        </p:txBody>
      </p:sp>
      <p:sp>
        <p:nvSpPr>
          <p:cNvPr id="1140739" name="Rectangle 3">
            <a:extLst>
              <a:ext uri="{FF2B5EF4-FFF2-40B4-BE49-F238E27FC236}">
                <a16:creationId xmlns:a16="http://schemas.microsoft.com/office/drawing/2014/main" id="{0C2350A4-1E9B-FFF0-138D-4C3E7ECBF9DC}"/>
              </a:ext>
            </a:extLst>
          </p:cNvPr>
          <p:cNvSpPr>
            <a:spLocks noGrp="1" noChangeArrowheads="1"/>
          </p:cNvSpPr>
          <p:nvPr>
            <p:ph type="body" sz="half" idx="1"/>
          </p:nvPr>
        </p:nvSpPr>
        <p:spPr/>
        <p:txBody>
          <a:bodyPr/>
          <a:lstStyle/>
          <a:p>
            <a:pPr marL="533400" indent="-533400">
              <a:buSzTx/>
              <a:buFont typeface="Wingdings" panose="05000000000000000000" pitchFamily="2" charset="2"/>
              <a:buAutoNum type="arabicPeriod"/>
            </a:pPr>
            <a:endParaRPr lang="en-US" altLang="en-US" sz="2400"/>
          </a:p>
          <a:p>
            <a:pPr marL="914400" lvl="1" indent="-457200"/>
            <a:endParaRPr lang="en-US" altLang="en-US" sz="2400"/>
          </a:p>
        </p:txBody>
      </p:sp>
      <p:sp>
        <p:nvSpPr>
          <p:cNvPr id="1140744" name="Rectangle 8">
            <a:extLst>
              <a:ext uri="{FF2B5EF4-FFF2-40B4-BE49-F238E27FC236}">
                <a16:creationId xmlns:a16="http://schemas.microsoft.com/office/drawing/2014/main" id="{728D3190-7E1A-A61E-B0F4-157D5767652B}"/>
              </a:ext>
            </a:extLst>
          </p:cNvPr>
          <p:cNvSpPr>
            <a:spLocks noChangeArrowheads="1"/>
          </p:cNvSpPr>
          <p:nvPr/>
        </p:nvSpPr>
        <p:spPr bwMode="auto">
          <a:xfrm>
            <a:off x="2124075" y="5775325"/>
            <a:ext cx="18415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eaLnBrk="1" hangingPunct="1"/>
            <a:br>
              <a:rPr lang="en-US" altLang="en-US" sz="800" b="0">
                <a:latin typeface="Verdana" panose="020B0604030504040204" pitchFamily="34" charset="0"/>
              </a:rPr>
            </a:br>
            <a:endParaRPr lang="en-US" altLang="en-US" b="0">
              <a:latin typeface="Arial" panose="020B0604020202020204" pitchFamily="34" charset="0"/>
            </a:endParaRPr>
          </a:p>
        </p:txBody>
      </p:sp>
      <p:sp>
        <p:nvSpPr>
          <p:cNvPr id="5" name="AutoShape 3">
            <a:extLst>
              <a:ext uri="{FF2B5EF4-FFF2-40B4-BE49-F238E27FC236}">
                <a16:creationId xmlns:a16="http://schemas.microsoft.com/office/drawing/2014/main" id="{77D3092A-588B-4050-6084-193060A088F3}"/>
              </a:ext>
            </a:extLst>
          </p:cNvPr>
          <p:cNvSpPr>
            <a:spLocks noChangeArrowheads="1"/>
          </p:cNvSpPr>
          <p:nvPr/>
        </p:nvSpPr>
        <p:spPr bwMode="ltGray">
          <a:xfrm>
            <a:off x="596900" y="1519238"/>
            <a:ext cx="5334000" cy="4267200"/>
          </a:xfrm>
          <a:prstGeom prst="rightArrow">
            <a:avLst>
              <a:gd name="adj1" fmla="val 79306"/>
              <a:gd name="adj2" fmla="val 30961"/>
            </a:avLst>
          </a:prstGeom>
          <a:gradFill rotWithShape="1">
            <a:gsLst>
              <a:gs pos="0">
                <a:srgbClr val="FFFFFF"/>
              </a:gs>
              <a:gs pos="100000">
                <a:schemeClr val="accent1"/>
              </a:gs>
            </a:gsLst>
            <a:lin ang="0" scaled="1"/>
          </a:gradFill>
          <a:ln w="9525">
            <a:solidFill>
              <a:schemeClr val="tx2"/>
            </a:solidFill>
            <a:miter lim="800000"/>
            <a:headEnd/>
            <a:tailEnd/>
          </a:ln>
        </p:spPr>
        <p:txBody>
          <a:bodyPr wrap="none" anchor="ctr"/>
          <a:lstStyle/>
          <a:p>
            <a:pPr algn="l" eaLnBrk="1" hangingPunct="1">
              <a:spcBef>
                <a:spcPct val="50000"/>
              </a:spcBef>
              <a:defRPr/>
            </a:pPr>
            <a:endParaRPr lang="en-US" b="0">
              <a:solidFill>
                <a:srgbClr val="000000"/>
              </a:solidFill>
              <a:latin typeface="Arial" charset="0"/>
            </a:endParaRPr>
          </a:p>
        </p:txBody>
      </p:sp>
      <p:sp>
        <p:nvSpPr>
          <p:cNvPr id="1140746" name="Text Box 27">
            <a:extLst>
              <a:ext uri="{FF2B5EF4-FFF2-40B4-BE49-F238E27FC236}">
                <a16:creationId xmlns:a16="http://schemas.microsoft.com/office/drawing/2014/main" id="{9D899BF3-C8E4-20DA-D46D-D2D7068B878A}"/>
              </a:ext>
            </a:extLst>
          </p:cNvPr>
          <p:cNvSpPr txBox="1">
            <a:spLocks noChangeArrowheads="1"/>
          </p:cNvSpPr>
          <p:nvPr/>
        </p:nvSpPr>
        <p:spPr bwMode="auto">
          <a:xfrm>
            <a:off x="596900" y="2052638"/>
            <a:ext cx="4724400" cy="327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lIns="90000" tIns="46800" rIns="90000" bIns="46800">
            <a:spAutoFit/>
          </a:bodyPr>
          <a:lstStyle>
            <a:lvl1pPr marL="514350" indent="-514350" algn="l">
              <a:defRPr>
                <a:solidFill>
                  <a:schemeClr val="tx1"/>
                </a:solidFill>
                <a:latin typeface="Arial" panose="020B0604020202020204" pitchFamily="34" charset="0"/>
              </a:defRPr>
            </a:lvl1pPr>
            <a:lvl2pPr marL="742950" indent="-285750" algn="l">
              <a:defRPr>
                <a:solidFill>
                  <a:schemeClr val="tx1"/>
                </a:solidFill>
                <a:latin typeface="Arial" panose="020B0604020202020204" pitchFamily="34" charset="0"/>
              </a:defRPr>
            </a:lvl2pPr>
            <a:lvl3pPr marL="1143000" indent="-228600" algn="l">
              <a:defRPr>
                <a:solidFill>
                  <a:schemeClr val="tx1"/>
                </a:solidFill>
                <a:latin typeface="Arial" panose="020B0604020202020204" pitchFamily="34" charset="0"/>
              </a:defRPr>
            </a:lvl3pPr>
            <a:lvl4pPr marL="1600200" indent="-228600" algn="l">
              <a:defRPr>
                <a:solidFill>
                  <a:schemeClr val="tx1"/>
                </a:solidFill>
                <a:latin typeface="Arial" panose="020B0604020202020204" pitchFamily="34" charset="0"/>
              </a:defRPr>
            </a:lvl4pPr>
            <a:lvl5pPr marL="2057400" indent="-228600" algn="l">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spcBef>
                <a:spcPct val="50000"/>
              </a:spcBef>
              <a:buFont typeface="Wingdings" panose="05000000000000000000" pitchFamily="2" charset="2"/>
              <a:buChar char="v"/>
            </a:pPr>
            <a:r>
              <a:rPr lang="en-US" altLang="en-US" sz="1600" b="0">
                <a:latin typeface="Times New Roman" panose="02020603050405020304" pitchFamily="18" charset="0"/>
              </a:rPr>
              <a:t>Chi phí triển khai hệ thống: 1-1.5 lần chi phí mua bản quyền PM </a:t>
            </a:r>
          </a:p>
          <a:p>
            <a:pPr eaLnBrk="1" hangingPunct="1">
              <a:spcBef>
                <a:spcPct val="50000"/>
              </a:spcBef>
              <a:buFont typeface="Wingdings" panose="05000000000000000000" pitchFamily="2" charset="2"/>
              <a:buChar char="v"/>
            </a:pPr>
            <a:r>
              <a:rPr lang="en-US" altLang="en-US" sz="1600" b="0">
                <a:latin typeface="Times New Roman" panose="02020603050405020304" pitchFamily="18" charset="0"/>
              </a:rPr>
              <a:t>Chi phí vận hành hàng năm: : 40-60% chi phí đầu tư ban đầu </a:t>
            </a:r>
          </a:p>
          <a:p>
            <a:pPr eaLnBrk="1" hangingPunct="1">
              <a:spcBef>
                <a:spcPct val="50000"/>
              </a:spcBef>
              <a:buFont typeface="Wingdings" panose="05000000000000000000" pitchFamily="2" charset="2"/>
              <a:buChar char="v"/>
            </a:pPr>
            <a:r>
              <a:rPr lang="en-US" altLang="en-US" sz="1600" b="0">
                <a:latin typeface="Times New Roman" panose="02020603050405020304" pitchFamily="18" charset="0"/>
              </a:rPr>
              <a:t>Tỷ lệ góp phần thu hút thuê bao mới: 0.1-0.3% của tỷ lệ 15% tăng truởng thuê bao hàng năm </a:t>
            </a:r>
          </a:p>
          <a:p>
            <a:pPr eaLnBrk="1" hangingPunct="1">
              <a:spcBef>
                <a:spcPct val="50000"/>
              </a:spcBef>
              <a:buFont typeface="Wingdings" panose="05000000000000000000" pitchFamily="2" charset="2"/>
              <a:buChar char="v"/>
            </a:pPr>
            <a:r>
              <a:rPr lang="en-US" altLang="en-US" sz="1600" b="0">
                <a:latin typeface="Times New Roman" panose="02020603050405020304" pitchFamily="18" charset="0"/>
              </a:rPr>
              <a:t>Tỷ lệ giữ được lượng khách hàng rời mạng: 0.6-1% của tỷ lệ 25% lượng thuê bao rời mạng hàng năm </a:t>
            </a:r>
          </a:p>
          <a:p>
            <a:pPr eaLnBrk="1" hangingPunct="1">
              <a:spcBef>
                <a:spcPct val="50000"/>
              </a:spcBef>
              <a:buFont typeface="Wingdings" panose="05000000000000000000" pitchFamily="2" charset="2"/>
              <a:buChar char="v"/>
            </a:pPr>
            <a:r>
              <a:rPr lang="en-US" altLang="en-US" sz="1600" b="0">
                <a:latin typeface="Times New Roman" panose="02020603050405020304" pitchFamily="18" charset="0"/>
              </a:rPr>
              <a:t>Tỷ lệ góp phần làm giảm nợ cước: 0.2-0.6% của tỷ lệ 10% khách hàng nợ cước</a:t>
            </a:r>
            <a:r>
              <a:rPr lang="en-US" altLang="en-US" sz="1600" b="0">
                <a:effectLst>
                  <a:outerShdw blurRad="38100" dist="38100" dir="2700000" algn="tl">
                    <a:srgbClr val="C0C0C0"/>
                  </a:outerShdw>
                </a:effectLst>
                <a:latin typeface="Times New Roman" panose="02020603050405020304" pitchFamily="18" charset="0"/>
              </a:rPr>
              <a:t> </a:t>
            </a:r>
            <a:endParaRPr lang="vi-VN" altLang="en-US" sz="1600" b="0">
              <a:effectLst>
                <a:outerShdw blurRad="38100" dist="38100" dir="2700000" algn="tl">
                  <a:srgbClr val="C0C0C0"/>
                </a:outerShdw>
              </a:effectLst>
              <a:latin typeface="Times New Roman" panose="02020603050405020304" pitchFamily="18" charset="0"/>
            </a:endParaRPr>
          </a:p>
        </p:txBody>
      </p:sp>
      <p:sp>
        <p:nvSpPr>
          <p:cNvPr id="1140747" name="Rectangle 11">
            <a:extLst>
              <a:ext uri="{FF2B5EF4-FFF2-40B4-BE49-F238E27FC236}">
                <a16:creationId xmlns:a16="http://schemas.microsoft.com/office/drawing/2014/main" id="{DA344E9E-D63B-C119-E8E6-72905035523E}"/>
              </a:ext>
            </a:extLst>
          </p:cNvPr>
          <p:cNvSpPr>
            <a:spLocks noChangeArrowheads="1"/>
          </p:cNvSpPr>
          <p:nvPr/>
        </p:nvSpPr>
        <p:spPr bwMode="auto">
          <a:xfrm>
            <a:off x="1358900" y="1419225"/>
            <a:ext cx="30257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spcBef>
                <a:spcPct val="50000"/>
              </a:spcBef>
              <a:buFont typeface="Wingdings" panose="05000000000000000000" pitchFamily="2" charset="2"/>
              <a:buNone/>
            </a:pPr>
            <a:r>
              <a:rPr lang="en-US" altLang="en-US" sz="2000">
                <a:latin typeface="Times New Roman" panose="02020603050405020304" pitchFamily="18" charset="0"/>
              </a:rPr>
              <a:t>Định nghĩa giá trị đầu vào</a:t>
            </a:r>
          </a:p>
        </p:txBody>
      </p:sp>
      <p:sp>
        <p:nvSpPr>
          <p:cNvPr id="1140748" name="Rectangle 12">
            <a:extLst>
              <a:ext uri="{FF2B5EF4-FFF2-40B4-BE49-F238E27FC236}">
                <a16:creationId xmlns:a16="http://schemas.microsoft.com/office/drawing/2014/main" id="{75B6137C-6730-169A-E0FD-96C6A707B347}"/>
              </a:ext>
            </a:extLst>
          </p:cNvPr>
          <p:cNvSpPr>
            <a:spLocks noChangeArrowheads="1"/>
          </p:cNvSpPr>
          <p:nvPr/>
        </p:nvSpPr>
        <p:spPr bwMode="auto">
          <a:xfrm>
            <a:off x="6553200" y="2433638"/>
            <a:ext cx="15367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spcBef>
                <a:spcPct val="50000"/>
              </a:spcBef>
              <a:buFont typeface="Wingdings" panose="05000000000000000000" pitchFamily="2" charset="2"/>
              <a:buNone/>
            </a:pPr>
            <a:r>
              <a:rPr lang="en-US" altLang="en-US">
                <a:latin typeface="Times New Roman" panose="02020603050405020304" pitchFamily="18" charset="0"/>
              </a:rPr>
              <a:t>Giá trị đầu ra</a:t>
            </a:r>
          </a:p>
        </p:txBody>
      </p:sp>
      <p:sp>
        <p:nvSpPr>
          <p:cNvPr id="1140749" name="AutoShape 13">
            <a:extLst>
              <a:ext uri="{FF2B5EF4-FFF2-40B4-BE49-F238E27FC236}">
                <a16:creationId xmlns:a16="http://schemas.microsoft.com/office/drawing/2014/main" id="{C4754E1B-5D75-1D47-017B-194E375B66E6}"/>
              </a:ext>
            </a:extLst>
          </p:cNvPr>
          <p:cNvSpPr>
            <a:spLocks noChangeArrowheads="1"/>
          </p:cNvSpPr>
          <p:nvPr/>
        </p:nvSpPr>
        <p:spPr bwMode="gray">
          <a:xfrm>
            <a:off x="4330700" y="5862638"/>
            <a:ext cx="3810000" cy="538162"/>
          </a:xfrm>
          <a:prstGeom prst="roundRect">
            <a:avLst>
              <a:gd name="adj" fmla="val 50000"/>
            </a:avLst>
          </a:prstGeom>
          <a:gradFill rotWithShape="1">
            <a:gsLst>
              <a:gs pos="0">
                <a:srgbClr val="FFFF99">
                  <a:gamma/>
                  <a:tint val="79216"/>
                  <a:invGamma/>
                </a:srgbClr>
              </a:gs>
              <a:gs pos="50000">
                <a:srgbClr val="FFFF99"/>
              </a:gs>
              <a:gs pos="100000">
                <a:srgbClr val="FFFF99">
                  <a:gamma/>
                  <a:tint val="79216"/>
                  <a:invGamma/>
                </a:srgbClr>
              </a:gs>
            </a:gsLst>
            <a:lin ang="5400000" scaled="1"/>
          </a:gradFill>
          <a:ln w="9525" algn="ctr">
            <a:solidFill>
              <a:srgbClr val="FFFF00"/>
            </a:solidFill>
            <a:round/>
            <a:headEnd/>
            <a:tailEnd/>
          </a:ln>
          <a:effectLst>
            <a:outerShdw dist="40161" dir="4293903" algn="ctr" rotWithShape="0">
              <a:srgbClr val="FFFFCC">
                <a:alpha val="50000"/>
              </a:srgbClr>
            </a:outerShdw>
          </a:effectLst>
        </p:spPr>
        <p:txBody>
          <a:bodyPr wrap="none" anchor="ctr"/>
          <a:lstStyle/>
          <a:p>
            <a:pPr eaLnBrk="1" hangingPunct="1"/>
            <a:r>
              <a:rPr lang="en-US" altLang="en-US" sz="1600" b="0">
                <a:solidFill>
                  <a:srgbClr val="6C7D07"/>
                </a:solidFill>
                <a:latin typeface="Times New Roman" panose="02020603050405020304" pitchFamily="18" charset="0"/>
              </a:rPr>
              <a:t>Mô phỏng Crystall Ball (10.000 lần)</a:t>
            </a:r>
          </a:p>
        </p:txBody>
      </p:sp>
      <p:sp>
        <p:nvSpPr>
          <p:cNvPr id="28678" name="AutoShape 14">
            <a:extLst>
              <a:ext uri="{FF2B5EF4-FFF2-40B4-BE49-F238E27FC236}">
                <a16:creationId xmlns:a16="http://schemas.microsoft.com/office/drawing/2014/main" id="{F58EF182-7F99-B990-5893-2737FF3C8CC1}"/>
              </a:ext>
            </a:extLst>
          </p:cNvPr>
          <p:cNvSpPr>
            <a:spLocks noChangeArrowheads="1"/>
          </p:cNvSpPr>
          <p:nvPr/>
        </p:nvSpPr>
        <p:spPr bwMode="ltGray">
          <a:xfrm>
            <a:off x="6019800" y="2133600"/>
            <a:ext cx="3048000" cy="2819400"/>
          </a:xfrm>
          <a:prstGeom prst="diamond">
            <a:avLst/>
          </a:prstGeom>
          <a:gradFill rotWithShape="1">
            <a:gsLst>
              <a:gs pos="0">
                <a:srgbClr val="009999"/>
              </a:gs>
              <a:gs pos="100000">
                <a:srgbClr val="99FFCC"/>
              </a:gs>
            </a:gsLst>
            <a:lin ang="2700000" scaled="1"/>
          </a:gradFill>
          <a:ln w="9525">
            <a:miter lim="800000"/>
            <a:headEnd/>
            <a:tailEnd/>
          </a:ln>
          <a:scene3d>
            <a:camera prst="legacyPerspectiveBottom">
              <a:rot lat="18600000" lon="0" rev="0"/>
            </a:camera>
            <a:lightRig rig="legacyNormal4" dir="b"/>
          </a:scene3d>
          <a:sp3d extrusionH="100000" prstMaterial="legacyMatte">
            <a:bevelT w="13500" h="13500" prst="angle"/>
            <a:bevelB w="13500" h="13500" prst="angle"/>
            <a:extrusionClr>
              <a:srgbClr val="99FFCC"/>
            </a:extrusionClr>
            <a:contourClr>
              <a:srgbClr val="009999"/>
            </a:contourClr>
          </a:sp3d>
        </p:spPr>
        <p:txBody>
          <a:bodyPr wrap="none" anchor="ctr">
            <a:flatTx/>
          </a:bodyPr>
          <a:lstStyle>
            <a:lvl1pPr algn="l">
              <a:defRPr>
                <a:solidFill>
                  <a:schemeClr val="tx1"/>
                </a:solidFill>
                <a:latin typeface="Arial" panose="020B0604020202020204" pitchFamily="34" charset="0"/>
              </a:defRPr>
            </a:lvl1pPr>
            <a:lvl2pPr marL="742950" indent="-285750" algn="l">
              <a:defRPr>
                <a:solidFill>
                  <a:schemeClr val="tx1"/>
                </a:solidFill>
                <a:latin typeface="Arial" panose="020B0604020202020204" pitchFamily="34" charset="0"/>
              </a:defRPr>
            </a:lvl2pPr>
            <a:lvl3pPr marL="1143000" indent="-228600" algn="l">
              <a:defRPr>
                <a:solidFill>
                  <a:schemeClr val="tx1"/>
                </a:solidFill>
                <a:latin typeface="Arial" panose="020B0604020202020204" pitchFamily="34" charset="0"/>
              </a:defRPr>
            </a:lvl3pPr>
            <a:lvl4pPr marL="1600200" indent="-228600" algn="l">
              <a:defRPr>
                <a:solidFill>
                  <a:schemeClr val="tx1"/>
                </a:solidFill>
                <a:latin typeface="Arial" panose="020B0604020202020204" pitchFamily="34" charset="0"/>
              </a:defRPr>
            </a:lvl4pPr>
            <a:lvl5pPr marL="2057400" indent="-228600" algn="l">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000">
                <a:solidFill>
                  <a:srgbClr val="FFCC00"/>
                </a:solidFill>
                <a:latin typeface="Times New Roman" panose="02020603050405020304" pitchFamily="18" charset="0"/>
                <a:cs typeface="Times New Roman" panose="02020603050405020304" pitchFamily="18" charset="0"/>
              </a:rPr>
              <a:t>NPV, IRR, Tpp</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6">
            <a:extLst>
              <a:ext uri="{FF2B5EF4-FFF2-40B4-BE49-F238E27FC236}">
                <a16:creationId xmlns:a16="http://schemas.microsoft.com/office/drawing/2014/main" id="{0236988C-7F73-9F91-EA3B-F1E806E86335}"/>
              </a:ext>
            </a:extLst>
          </p:cNvPr>
          <p:cNvSpPr>
            <a:spLocks noGrp="1"/>
          </p:cNvSpPr>
          <p:nvPr>
            <p:ph type="sldNum" sz="quarter" idx="12"/>
          </p:nvPr>
        </p:nvSpPr>
        <p:spPr/>
        <p:txBody>
          <a:bodyPr/>
          <a:lstStyle/>
          <a:p>
            <a:fld id="{89B1B793-2922-4037-80E4-776F3DD4DE45}" type="slidenum">
              <a:rPr lang="en-US" altLang="en-US"/>
              <a:pPr/>
              <a:t>36</a:t>
            </a:fld>
            <a:endParaRPr lang="en-US" altLang="en-US"/>
          </a:p>
        </p:txBody>
      </p:sp>
      <p:sp>
        <p:nvSpPr>
          <p:cNvPr id="1142786" name="Rectangle 2">
            <a:extLst>
              <a:ext uri="{FF2B5EF4-FFF2-40B4-BE49-F238E27FC236}">
                <a16:creationId xmlns:a16="http://schemas.microsoft.com/office/drawing/2014/main" id="{064409D0-D253-0AB5-19CD-B2237104DAF0}"/>
              </a:ext>
            </a:extLst>
          </p:cNvPr>
          <p:cNvSpPr>
            <a:spLocks noGrp="1" noChangeArrowheads="1"/>
          </p:cNvSpPr>
          <p:nvPr>
            <p:ph type="title"/>
          </p:nvPr>
        </p:nvSpPr>
        <p:spPr/>
        <p:txBody>
          <a:bodyPr/>
          <a:lstStyle/>
          <a:p>
            <a:r>
              <a:rPr lang="en-US" altLang="en-US" b="1"/>
              <a:t>VÍ DỤ</a:t>
            </a:r>
          </a:p>
        </p:txBody>
      </p:sp>
      <p:pic>
        <p:nvPicPr>
          <p:cNvPr id="1142796" name="Picture 12">
            <a:extLst>
              <a:ext uri="{FF2B5EF4-FFF2-40B4-BE49-F238E27FC236}">
                <a16:creationId xmlns:a16="http://schemas.microsoft.com/office/drawing/2014/main" id="{DC78D34C-1D58-91D0-494D-8F32566117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371600"/>
            <a:ext cx="3505200" cy="2657475"/>
          </a:xfrm>
          <a:prstGeom prst="rect">
            <a:avLst/>
          </a:prstGeom>
          <a:noFill/>
          <a:extLst>
            <a:ext uri="{909E8E84-426E-40DD-AFC4-6F175D3DCCD1}">
              <a14:hiddenFill xmlns:a14="http://schemas.microsoft.com/office/drawing/2010/main">
                <a:solidFill>
                  <a:srgbClr val="FFFFFF"/>
                </a:solidFill>
              </a14:hiddenFill>
            </a:ext>
          </a:extLst>
        </p:spPr>
      </p:pic>
      <p:pic>
        <p:nvPicPr>
          <p:cNvPr id="1142797" name="Picture 13">
            <a:extLst>
              <a:ext uri="{FF2B5EF4-FFF2-40B4-BE49-F238E27FC236}">
                <a16:creationId xmlns:a16="http://schemas.microsoft.com/office/drawing/2014/main" id="{32237B87-7631-1E98-77CD-0BA7FDCC5C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0" y="1371600"/>
            <a:ext cx="3733800" cy="2692400"/>
          </a:xfrm>
          <a:prstGeom prst="rect">
            <a:avLst/>
          </a:prstGeom>
          <a:noFill/>
          <a:extLst>
            <a:ext uri="{909E8E84-426E-40DD-AFC4-6F175D3DCCD1}">
              <a14:hiddenFill xmlns:a14="http://schemas.microsoft.com/office/drawing/2010/main">
                <a:solidFill>
                  <a:srgbClr val="FFFFFF"/>
                </a:solidFill>
              </a14:hiddenFill>
            </a:ext>
          </a:extLst>
        </p:spPr>
      </p:pic>
      <p:pic>
        <p:nvPicPr>
          <p:cNvPr id="1142798" name="Picture 14">
            <a:extLst>
              <a:ext uri="{FF2B5EF4-FFF2-40B4-BE49-F238E27FC236}">
                <a16:creationId xmlns:a16="http://schemas.microsoft.com/office/drawing/2014/main" id="{A79786DA-5714-1CFB-5B87-B4F0261E850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19400" y="4191000"/>
            <a:ext cx="3509963" cy="2544763"/>
          </a:xfrm>
          <a:prstGeom prst="rect">
            <a:avLst/>
          </a:prstGeom>
          <a:noFill/>
          <a:extLst>
            <a:ext uri="{909E8E84-426E-40DD-AFC4-6F175D3DCCD1}">
              <a14:hiddenFill xmlns:a14="http://schemas.microsoft.com/office/drawing/2010/main">
                <a:solidFill>
                  <a:srgbClr val="FFFFFF"/>
                </a:solidFill>
              </a14:hiddenFill>
            </a:ext>
          </a:extLst>
        </p:spPr>
      </p:pic>
      <p:sp>
        <p:nvSpPr>
          <p:cNvPr id="19" name="Oval 18">
            <a:extLst>
              <a:ext uri="{FF2B5EF4-FFF2-40B4-BE49-F238E27FC236}">
                <a16:creationId xmlns:a16="http://schemas.microsoft.com/office/drawing/2014/main" id="{F11674A3-DF35-752D-36DE-5B6D34CCA54E}"/>
              </a:ext>
            </a:extLst>
          </p:cNvPr>
          <p:cNvSpPr/>
          <p:nvPr/>
        </p:nvSpPr>
        <p:spPr>
          <a:xfrm>
            <a:off x="2057400" y="3657600"/>
            <a:ext cx="762000" cy="419100"/>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spcBef>
                <a:spcPct val="50000"/>
              </a:spcBef>
              <a:defRPr/>
            </a:pPr>
            <a:endParaRPr lang="en-US" b="0"/>
          </a:p>
        </p:txBody>
      </p:sp>
      <p:sp>
        <p:nvSpPr>
          <p:cNvPr id="2" name="Oval 18">
            <a:extLst>
              <a:ext uri="{FF2B5EF4-FFF2-40B4-BE49-F238E27FC236}">
                <a16:creationId xmlns:a16="http://schemas.microsoft.com/office/drawing/2014/main" id="{CA253594-97BA-A7F2-51B4-2EFE94A0BC9E}"/>
              </a:ext>
            </a:extLst>
          </p:cNvPr>
          <p:cNvSpPr/>
          <p:nvPr/>
        </p:nvSpPr>
        <p:spPr>
          <a:xfrm>
            <a:off x="6705600" y="3733800"/>
            <a:ext cx="762000" cy="419100"/>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spcBef>
                <a:spcPct val="50000"/>
              </a:spcBef>
              <a:defRPr/>
            </a:pPr>
            <a:endParaRPr lang="en-US" b="0"/>
          </a:p>
        </p:txBody>
      </p:sp>
      <p:sp>
        <p:nvSpPr>
          <p:cNvPr id="3" name="Oval 18">
            <a:extLst>
              <a:ext uri="{FF2B5EF4-FFF2-40B4-BE49-F238E27FC236}">
                <a16:creationId xmlns:a16="http://schemas.microsoft.com/office/drawing/2014/main" id="{E0BF8DC3-EDA9-20E7-D538-B4C4E65BBE63}"/>
              </a:ext>
            </a:extLst>
          </p:cNvPr>
          <p:cNvSpPr/>
          <p:nvPr/>
        </p:nvSpPr>
        <p:spPr>
          <a:xfrm>
            <a:off x="4191000" y="6362700"/>
            <a:ext cx="762000" cy="419100"/>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spcBef>
                <a:spcPct val="50000"/>
              </a:spcBef>
              <a:defRPr/>
            </a:pPr>
            <a:endParaRPr lang="en-US" b="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 grpId="0" animBg="1"/>
      <p:bldP spid="3"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A0588FC3-BF54-B226-0A10-1ABBC5ACFF1C}"/>
              </a:ext>
            </a:extLst>
          </p:cNvPr>
          <p:cNvSpPr>
            <a:spLocks noGrp="1"/>
          </p:cNvSpPr>
          <p:nvPr>
            <p:ph type="sldNum" sz="quarter" idx="12"/>
          </p:nvPr>
        </p:nvSpPr>
        <p:spPr/>
        <p:txBody>
          <a:bodyPr/>
          <a:lstStyle/>
          <a:p>
            <a:fld id="{A982FF44-6507-4933-A8E6-DD95CBF47C87}" type="slidenum">
              <a:rPr lang="en-US" altLang="en-US"/>
              <a:pPr/>
              <a:t>37</a:t>
            </a:fld>
            <a:endParaRPr lang="en-US" altLang="en-US"/>
          </a:p>
        </p:txBody>
      </p:sp>
      <p:sp>
        <p:nvSpPr>
          <p:cNvPr id="1091586" name="Rectangle 2">
            <a:extLst>
              <a:ext uri="{FF2B5EF4-FFF2-40B4-BE49-F238E27FC236}">
                <a16:creationId xmlns:a16="http://schemas.microsoft.com/office/drawing/2014/main" id="{5B39F98B-F3E8-98D7-2362-892C3DAE0483}"/>
              </a:ext>
            </a:extLst>
          </p:cNvPr>
          <p:cNvSpPr>
            <a:spLocks noGrp="1" noChangeArrowheads="1"/>
          </p:cNvSpPr>
          <p:nvPr>
            <p:ph type="title"/>
          </p:nvPr>
        </p:nvSpPr>
        <p:spPr/>
        <p:txBody>
          <a:bodyPr/>
          <a:lstStyle/>
          <a:p>
            <a:r>
              <a:rPr lang="en-US" altLang="en-US" sz="2800" b="1"/>
              <a:t>TIẾN TRÌNH KIỂM SOÁT KINH PHÍ DA</a:t>
            </a:r>
          </a:p>
        </p:txBody>
      </p:sp>
      <p:sp>
        <p:nvSpPr>
          <p:cNvPr id="1091587" name="Rectangle 3">
            <a:extLst>
              <a:ext uri="{FF2B5EF4-FFF2-40B4-BE49-F238E27FC236}">
                <a16:creationId xmlns:a16="http://schemas.microsoft.com/office/drawing/2014/main" id="{88FAB217-7604-EEC1-04B9-C9CC9F887C60}"/>
              </a:ext>
            </a:extLst>
          </p:cNvPr>
          <p:cNvSpPr>
            <a:spLocks noGrp="1" noChangeArrowheads="1"/>
          </p:cNvSpPr>
          <p:nvPr>
            <p:ph type="body" idx="1"/>
          </p:nvPr>
        </p:nvSpPr>
        <p:spPr>
          <a:xfrm>
            <a:off x="609600" y="1295400"/>
            <a:ext cx="8534400" cy="5029200"/>
          </a:xfrm>
        </p:spPr>
        <p:txBody>
          <a:bodyPr/>
          <a:lstStyle/>
          <a:p>
            <a:pPr marL="533400" indent="-533400">
              <a:buSzTx/>
              <a:buFont typeface="Wingdings" panose="05000000000000000000" pitchFamily="2" charset="2"/>
              <a:buAutoNum type="arabicPeriod"/>
            </a:pPr>
            <a:endParaRPr lang="en-US" altLang="en-US" sz="2400"/>
          </a:p>
          <a:p>
            <a:pPr marL="533400" indent="-533400"/>
            <a:r>
              <a:rPr lang="en-US" altLang="en-US" sz="2800"/>
              <a:t>Kiểm soát kinh phí DA là xem xét các yếu tố thay đổi kinh phí của dự án để</a:t>
            </a:r>
          </a:p>
          <a:p>
            <a:pPr marL="1295400" lvl="2" indent="-381000"/>
            <a:r>
              <a:rPr lang="en-US" altLang="en-US" sz="2000"/>
              <a:t>Dự báo trước về tình hình ngân sách của dự án</a:t>
            </a:r>
          </a:p>
          <a:p>
            <a:pPr marL="1295400" lvl="2" indent="-381000"/>
            <a:r>
              <a:rPr lang="en-US" altLang="en-US" sz="2000"/>
              <a:t>Điều chỉnh kế hoạch sử dụng kinh phí</a:t>
            </a:r>
          </a:p>
          <a:p>
            <a:pPr marL="533400" indent="-533400"/>
            <a:r>
              <a:rPr lang="en-US" altLang="en-US" sz="2800"/>
              <a:t>Inputs</a:t>
            </a:r>
          </a:p>
          <a:p>
            <a:pPr marL="1295400" lvl="2" indent="-381000"/>
            <a:r>
              <a:rPr lang="en-US" altLang="en-US" sz="2000" b="1"/>
              <a:t>Reviews:</a:t>
            </a:r>
            <a:r>
              <a:rPr lang="en-US" altLang="en-US" sz="2000"/>
              <a:t> kết quả họp (hình thức hoặc phi hình thức) về các chuyển giao, milstones, hoặc yêu cầu  của dự án tính đến thời điểm họp.</a:t>
            </a:r>
          </a:p>
          <a:p>
            <a:pPr marL="1295400" lvl="2" indent="-381000"/>
            <a:r>
              <a:rPr lang="en-US" altLang="en-US" sz="2000" b="1"/>
              <a:t>Status reports</a:t>
            </a:r>
            <a:r>
              <a:rPr lang="en-US" altLang="en-US" sz="2000"/>
              <a:t>: các báo cáo tiến độ công việc so với yêu cầu nêu trong BPP.</a:t>
            </a:r>
          </a:p>
          <a:p>
            <a:pPr marL="1295400" lvl="2" indent="-381000"/>
            <a:r>
              <a:rPr lang="en-US" altLang="en-US" sz="2000" b="1"/>
              <a:t>Forecast reports</a:t>
            </a:r>
            <a:r>
              <a:rPr lang="en-US" altLang="en-US" sz="2000"/>
              <a:t>. Các báo cáo dự báo về xu hướng của các công việc đang thực hiện so với các yêu cầu nêu trong BPP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6467904-EE63-67F4-EA66-627FF028FC9E}"/>
              </a:ext>
            </a:extLst>
          </p:cNvPr>
          <p:cNvSpPr>
            <a:spLocks noGrp="1"/>
          </p:cNvSpPr>
          <p:nvPr>
            <p:ph type="sldNum" sz="quarter" idx="12"/>
          </p:nvPr>
        </p:nvSpPr>
        <p:spPr/>
        <p:txBody>
          <a:bodyPr/>
          <a:lstStyle/>
          <a:p>
            <a:fld id="{FA747B97-B871-42EF-B644-F209BBEC123D}" type="slidenum">
              <a:rPr lang="en-US" altLang="en-US"/>
              <a:pPr/>
              <a:t>38</a:t>
            </a:fld>
            <a:endParaRPr lang="en-US" altLang="en-US"/>
          </a:p>
        </p:txBody>
      </p:sp>
      <p:sp>
        <p:nvSpPr>
          <p:cNvPr id="1097730" name="Rectangle 2">
            <a:extLst>
              <a:ext uri="{FF2B5EF4-FFF2-40B4-BE49-F238E27FC236}">
                <a16:creationId xmlns:a16="http://schemas.microsoft.com/office/drawing/2014/main" id="{5C924B06-ACDD-EBDB-7F86-ACBC4B040429}"/>
              </a:ext>
            </a:extLst>
          </p:cNvPr>
          <p:cNvSpPr>
            <a:spLocks noGrp="1" noChangeArrowheads="1"/>
          </p:cNvSpPr>
          <p:nvPr>
            <p:ph type="title"/>
          </p:nvPr>
        </p:nvSpPr>
        <p:spPr/>
        <p:txBody>
          <a:bodyPr/>
          <a:lstStyle/>
          <a:p>
            <a:r>
              <a:rPr lang="en-US" altLang="en-US" sz="2800" b="1"/>
              <a:t>TIẾN TRÌNH KIỂM SOÁT KINH PHÍ DA</a:t>
            </a:r>
          </a:p>
        </p:txBody>
      </p:sp>
      <p:sp>
        <p:nvSpPr>
          <p:cNvPr id="1097731" name="Rectangle 3">
            <a:extLst>
              <a:ext uri="{FF2B5EF4-FFF2-40B4-BE49-F238E27FC236}">
                <a16:creationId xmlns:a16="http://schemas.microsoft.com/office/drawing/2014/main" id="{77080B02-CFB1-1676-2F6F-80C49E421B0C}"/>
              </a:ext>
            </a:extLst>
          </p:cNvPr>
          <p:cNvSpPr>
            <a:spLocks noGrp="1" noChangeArrowheads="1"/>
          </p:cNvSpPr>
          <p:nvPr>
            <p:ph type="body" idx="1"/>
          </p:nvPr>
        </p:nvSpPr>
        <p:spPr>
          <a:xfrm>
            <a:off x="609600" y="1295400"/>
            <a:ext cx="8534400" cy="5029200"/>
          </a:xfrm>
        </p:spPr>
        <p:txBody>
          <a:bodyPr/>
          <a:lstStyle/>
          <a:p>
            <a:pPr marL="533400" indent="-533400">
              <a:lnSpc>
                <a:spcPct val="90000"/>
              </a:lnSpc>
              <a:buSzTx/>
              <a:buFont typeface="Wingdings" panose="05000000000000000000" pitchFamily="2" charset="2"/>
              <a:buAutoNum type="arabicPeriod"/>
            </a:pPr>
            <a:endParaRPr lang="en-US" altLang="en-US" sz="2800"/>
          </a:p>
          <a:p>
            <a:pPr marL="533400" indent="-533400">
              <a:lnSpc>
                <a:spcPct val="90000"/>
              </a:lnSpc>
            </a:pPr>
            <a:r>
              <a:rPr lang="en-US" altLang="en-US" sz="3000" b="1">
                <a:solidFill>
                  <a:srgbClr val="FF0066"/>
                </a:solidFill>
              </a:rPr>
              <a:t>Các chi phí được kiểm soát như thế nào?</a:t>
            </a:r>
          </a:p>
          <a:p>
            <a:pPr marL="914400" lvl="1" indent="-457200">
              <a:lnSpc>
                <a:spcPct val="90000"/>
              </a:lnSpc>
            </a:pPr>
            <a:r>
              <a:rPr lang="en-US" altLang="en-US" sz="2400"/>
              <a:t>Kiểm soát chi phí là so sánh giữa chi phí ngân sách cho phép và chi phí thực tế ở các giai đoạn khác nhau của DA</a:t>
            </a:r>
          </a:p>
          <a:p>
            <a:pPr marL="914400" lvl="1" indent="-457200">
              <a:lnSpc>
                <a:spcPct val="90000"/>
              </a:lnSpc>
            </a:pPr>
            <a:r>
              <a:rPr lang="en-US" altLang="en-US" sz="2400"/>
              <a:t>Trên phương diện toàn bộ DA, việc kiểm soát chi phí do giám đốc DA thực hiện.</a:t>
            </a:r>
          </a:p>
          <a:p>
            <a:pPr marL="914400" lvl="1" indent="-457200">
              <a:lnSpc>
                <a:spcPct val="90000"/>
              </a:lnSpc>
            </a:pPr>
            <a:r>
              <a:rPr lang="en-US" altLang="en-US" sz="2400"/>
              <a:t>Đối với các phần công việc cụ thể thì trách nhiệm được giao cho nhóm DA</a:t>
            </a:r>
          </a:p>
          <a:p>
            <a:pPr marL="914400" lvl="1" indent="-457200">
              <a:lnSpc>
                <a:spcPct val="90000"/>
              </a:lnSpc>
            </a:pPr>
            <a:r>
              <a:rPr lang="en-US" altLang="en-US" sz="2400"/>
              <a:t>Kiểm soát chi phí đánh giá 2 loại chi phí sau:</a:t>
            </a:r>
          </a:p>
          <a:p>
            <a:pPr marL="1295400" lvl="2" indent="-381000">
              <a:lnSpc>
                <a:spcPct val="90000"/>
              </a:lnSpc>
            </a:pPr>
            <a:r>
              <a:rPr lang="en-US" altLang="en-US" sz="2200"/>
              <a:t>Các chi phí đến thời điểm hiện tại của DA</a:t>
            </a:r>
          </a:p>
          <a:p>
            <a:pPr marL="1295400" lvl="2" indent="-381000">
              <a:lnSpc>
                <a:spcPct val="90000"/>
              </a:lnSpc>
            </a:pPr>
            <a:r>
              <a:rPr lang="en-US" altLang="en-US" sz="2200"/>
              <a:t>Những chi phí còn lại đến tận thời điểm kết thúc của DA</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66C3C80E-12D6-6A13-0AF4-2FB1FA1B0988}"/>
              </a:ext>
            </a:extLst>
          </p:cNvPr>
          <p:cNvSpPr>
            <a:spLocks noGrp="1"/>
          </p:cNvSpPr>
          <p:nvPr>
            <p:ph type="sldNum" sz="quarter" idx="12"/>
          </p:nvPr>
        </p:nvSpPr>
        <p:spPr/>
        <p:txBody>
          <a:bodyPr/>
          <a:lstStyle/>
          <a:p>
            <a:fld id="{01E84157-9AED-46DC-8AD6-8D7820B99DDC}" type="slidenum">
              <a:rPr lang="en-US" altLang="en-US"/>
              <a:pPr/>
              <a:t>39</a:t>
            </a:fld>
            <a:endParaRPr lang="en-US" altLang="en-US"/>
          </a:p>
        </p:txBody>
      </p:sp>
      <p:sp>
        <p:nvSpPr>
          <p:cNvPr id="1093634" name="Rectangle 2">
            <a:extLst>
              <a:ext uri="{FF2B5EF4-FFF2-40B4-BE49-F238E27FC236}">
                <a16:creationId xmlns:a16="http://schemas.microsoft.com/office/drawing/2014/main" id="{E04E51E9-F8AD-D76A-F4D5-9D0BB94225E0}"/>
              </a:ext>
            </a:extLst>
          </p:cNvPr>
          <p:cNvSpPr>
            <a:spLocks noGrp="1" noChangeArrowheads="1"/>
          </p:cNvSpPr>
          <p:nvPr>
            <p:ph type="title"/>
          </p:nvPr>
        </p:nvSpPr>
        <p:spPr/>
        <p:txBody>
          <a:bodyPr/>
          <a:lstStyle/>
          <a:p>
            <a:r>
              <a:rPr lang="en-US" altLang="en-US" sz="2800" b="1"/>
              <a:t>TIẾN TRÌNH KIỂM SOÁT KINH PHÍ DA</a:t>
            </a:r>
          </a:p>
        </p:txBody>
      </p:sp>
      <p:sp>
        <p:nvSpPr>
          <p:cNvPr id="1093635" name="Rectangle 3">
            <a:extLst>
              <a:ext uri="{FF2B5EF4-FFF2-40B4-BE49-F238E27FC236}">
                <a16:creationId xmlns:a16="http://schemas.microsoft.com/office/drawing/2014/main" id="{0F0563F7-EAA7-AE1A-AAEA-1BB5CD90BA8B}"/>
              </a:ext>
            </a:extLst>
          </p:cNvPr>
          <p:cNvSpPr>
            <a:spLocks noGrp="1" noChangeArrowheads="1"/>
          </p:cNvSpPr>
          <p:nvPr>
            <p:ph type="body" idx="1"/>
          </p:nvPr>
        </p:nvSpPr>
        <p:spPr>
          <a:xfrm>
            <a:off x="609600" y="1295400"/>
            <a:ext cx="8534400" cy="5029200"/>
          </a:xfrm>
        </p:spPr>
        <p:txBody>
          <a:bodyPr/>
          <a:lstStyle/>
          <a:p>
            <a:pPr marL="533400" indent="-533400">
              <a:buSzTx/>
              <a:buFont typeface="Wingdings" panose="05000000000000000000" pitchFamily="2" charset="2"/>
              <a:buAutoNum type="arabicPeriod"/>
            </a:pPr>
            <a:endParaRPr lang="en-US" altLang="en-US" sz="2800"/>
          </a:p>
          <a:p>
            <a:pPr marL="914400" lvl="1" indent="-457200"/>
            <a:r>
              <a:rPr lang="en-US" altLang="en-US" sz="2600"/>
              <a:t>Kiểm soát chi phí hiện tại:</a:t>
            </a:r>
          </a:p>
          <a:p>
            <a:pPr marL="1295400" lvl="2" indent="-381000"/>
            <a:r>
              <a:rPr lang="en-US" altLang="en-US" sz="2200"/>
              <a:t>Cập nhật tình trạng của công việc và chi phí của nó (tất cả các chi phí)</a:t>
            </a:r>
          </a:p>
          <a:p>
            <a:pPr marL="1295400" lvl="2" indent="-381000"/>
            <a:r>
              <a:rPr lang="en-US" altLang="en-US" sz="2200"/>
              <a:t>Ước lượng các chi phí còn lại đến tận điểm mốc tiếp theo, tuân thủ cho đến cuối DA</a:t>
            </a:r>
          </a:p>
          <a:p>
            <a:pPr marL="1295400" lvl="2" indent="-381000"/>
            <a:r>
              <a:rPr lang="en-US" altLang="en-US" sz="2200"/>
              <a:t>So sánh tình hình chi phí hiện tại (kể cả chi phí còn lại) với các chi phí dự kiến trong ngân sách</a:t>
            </a:r>
          </a:p>
          <a:p>
            <a:pPr marL="1295400" lvl="2" indent="-381000"/>
            <a:r>
              <a:rPr lang="en-US" altLang="en-US" sz="2200"/>
              <a:t>Đánh giá mức độ chênh lệch</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105BA554-FBE2-F393-757F-F03666829A4B}"/>
              </a:ext>
            </a:extLst>
          </p:cNvPr>
          <p:cNvSpPr>
            <a:spLocks noGrp="1"/>
          </p:cNvSpPr>
          <p:nvPr>
            <p:ph type="sldNum" sz="quarter" idx="12"/>
          </p:nvPr>
        </p:nvSpPr>
        <p:spPr/>
        <p:txBody>
          <a:bodyPr/>
          <a:lstStyle/>
          <a:p>
            <a:fld id="{76462283-9F84-4BC7-AC16-4333B65651E3}" type="slidenum">
              <a:rPr lang="en-US" altLang="en-US"/>
              <a:pPr/>
              <a:t>40</a:t>
            </a:fld>
            <a:endParaRPr lang="en-US" altLang="en-US"/>
          </a:p>
        </p:txBody>
      </p:sp>
      <p:sp>
        <p:nvSpPr>
          <p:cNvPr id="1095682" name="Rectangle 2">
            <a:extLst>
              <a:ext uri="{FF2B5EF4-FFF2-40B4-BE49-F238E27FC236}">
                <a16:creationId xmlns:a16="http://schemas.microsoft.com/office/drawing/2014/main" id="{E74885D6-BCED-E247-7945-236235E0AFAA}"/>
              </a:ext>
            </a:extLst>
          </p:cNvPr>
          <p:cNvSpPr>
            <a:spLocks noGrp="1" noChangeArrowheads="1"/>
          </p:cNvSpPr>
          <p:nvPr>
            <p:ph type="title"/>
          </p:nvPr>
        </p:nvSpPr>
        <p:spPr/>
        <p:txBody>
          <a:bodyPr/>
          <a:lstStyle/>
          <a:p>
            <a:r>
              <a:rPr lang="en-US" altLang="en-US" sz="2800" b="1"/>
              <a:t>TIẾN TRÌNH KIỂM SOÁT KINH PHÍ DA</a:t>
            </a:r>
          </a:p>
        </p:txBody>
      </p:sp>
      <p:sp>
        <p:nvSpPr>
          <p:cNvPr id="1095683" name="Rectangle 3">
            <a:extLst>
              <a:ext uri="{FF2B5EF4-FFF2-40B4-BE49-F238E27FC236}">
                <a16:creationId xmlns:a16="http://schemas.microsoft.com/office/drawing/2014/main" id="{50C88965-F7D9-E4AB-A8A1-4A882C22B2AF}"/>
              </a:ext>
            </a:extLst>
          </p:cNvPr>
          <p:cNvSpPr>
            <a:spLocks noGrp="1" noChangeArrowheads="1"/>
          </p:cNvSpPr>
          <p:nvPr>
            <p:ph type="body" idx="1"/>
          </p:nvPr>
        </p:nvSpPr>
        <p:spPr>
          <a:xfrm>
            <a:off x="609600" y="1295400"/>
            <a:ext cx="8382000" cy="5029200"/>
          </a:xfrm>
        </p:spPr>
        <p:txBody>
          <a:bodyPr/>
          <a:lstStyle/>
          <a:p>
            <a:pPr marL="533400" indent="-533400">
              <a:buSzTx/>
              <a:buFont typeface="Wingdings" panose="05000000000000000000" pitchFamily="2" charset="2"/>
              <a:buAutoNum type="arabicPeriod"/>
            </a:pPr>
            <a:endParaRPr lang="en-US" altLang="en-US" sz="2800"/>
          </a:p>
          <a:p>
            <a:pPr marL="914400" lvl="1" indent="-457200"/>
            <a:r>
              <a:rPr lang="en-US" altLang="en-US" sz="2600"/>
              <a:t>Trong trường hợp vượt quá ngân sách</a:t>
            </a:r>
          </a:p>
          <a:p>
            <a:pPr marL="1295400" lvl="2" indent="-381000"/>
            <a:r>
              <a:rPr lang="en-US" altLang="en-US" sz="2200"/>
              <a:t>Phát triển các biện pháp dự phòng (cũng như việc phân tích các hậu quả)</a:t>
            </a:r>
          </a:p>
          <a:p>
            <a:pPr marL="1295400" lvl="2" indent="-381000"/>
            <a:r>
              <a:rPr lang="en-US" altLang="en-US" sz="2200"/>
              <a:t>Quyết định nên đưa ra biện pháp nào cần phải thực hiện</a:t>
            </a:r>
          </a:p>
          <a:p>
            <a:pPr marL="1295400" lvl="2" indent="-381000"/>
            <a:r>
              <a:rPr lang="en-US" altLang="en-US" sz="2200"/>
              <a:t>Trao đổi các biện pháp này với chủ đầu tư/ nhà tài trợ và các bên liên quan</a:t>
            </a:r>
          </a:p>
          <a:p>
            <a:pPr marL="1295400" lvl="2" indent="-381000"/>
            <a:endParaRPr lang="en-US" altLang="en-US" sz="22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0F9C8B3D-4AAF-69EC-D0CA-DCEA70FE5FC8}"/>
              </a:ext>
            </a:extLst>
          </p:cNvPr>
          <p:cNvSpPr>
            <a:spLocks noGrp="1"/>
          </p:cNvSpPr>
          <p:nvPr>
            <p:ph type="sldNum" sz="quarter" idx="12"/>
          </p:nvPr>
        </p:nvSpPr>
        <p:spPr/>
        <p:txBody>
          <a:bodyPr/>
          <a:lstStyle/>
          <a:p>
            <a:fld id="{B257ADAB-4AEE-43BB-A40F-A223FB695339}" type="slidenum">
              <a:rPr lang="en-US" altLang="en-US"/>
              <a:pPr/>
              <a:t>41</a:t>
            </a:fld>
            <a:endParaRPr lang="en-US" altLang="en-US"/>
          </a:p>
        </p:txBody>
      </p:sp>
      <p:sp>
        <p:nvSpPr>
          <p:cNvPr id="1101826" name="Rectangle 2">
            <a:extLst>
              <a:ext uri="{FF2B5EF4-FFF2-40B4-BE49-F238E27FC236}">
                <a16:creationId xmlns:a16="http://schemas.microsoft.com/office/drawing/2014/main" id="{FBCD63DF-67A0-E5EA-92FF-891A4818D834}"/>
              </a:ext>
            </a:extLst>
          </p:cNvPr>
          <p:cNvSpPr>
            <a:spLocks noGrp="1" noChangeArrowheads="1"/>
          </p:cNvSpPr>
          <p:nvPr>
            <p:ph type="title"/>
          </p:nvPr>
        </p:nvSpPr>
        <p:spPr/>
        <p:txBody>
          <a:bodyPr/>
          <a:lstStyle/>
          <a:p>
            <a:r>
              <a:rPr lang="en-US" altLang="en-US" sz="2800" b="1"/>
              <a:t>TIẾN TRÌNH KIỂM SOÁT KINH PHÍ DA</a:t>
            </a:r>
          </a:p>
        </p:txBody>
      </p:sp>
      <p:sp>
        <p:nvSpPr>
          <p:cNvPr id="1101827" name="Rectangle 3">
            <a:extLst>
              <a:ext uri="{FF2B5EF4-FFF2-40B4-BE49-F238E27FC236}">
                <a16:creationId xmlns:a16="http://schemas.microsoft.com/office/drawing/2014/main" id="{8AB7442E-FE23-95E6-DF8E-B49081646642}"/>
              </a:ext>
            </a:extLst>
          </p:cNvPr>
          <p:cNvSpPr>
            <a:spLocks noGrp="1" noChangeArrowheads="1"/>
          </p:cNvSpPr>
          <p:nvPr>
            <p:ph type="body" idx="1"/>
          </p:nvPr>
        </p:nvSpPr>
        <p:spPr>
          <a:xfrm>
            <a:off x="609600" y="1295400"/>
            <a:ext cx="8305800" cy="5029200"/>
          </a:xfrm>
        </p:spPr>
        <p:txBody>
          <a:bodyPr/>
          <a:lstStyle/>
          <a:p>
            <a:pPr marL="533400" indent="-533400">
              <a:buSzTx/>
              <a:buFont typeface="Wingdings" panose="05000000000000000000" pitchFamily="2" charset="2"/>
              <a:buAutoNum type="arabicPeriod"/>
            </a:pPr>
            <a:endParaRPr lang="en-US" altLang="en-US" sz="2800"/>
          </a:p>
          <a:p>
            <a:pPr marL="533400" indent="-533400"/>
            <a:r>
              <a:rPr lang="en-US" altLang="en-US" sz="2800"/>
              <a:t>EVM (Earned value management): là một công cụ quan trọng hỗ trợ kiểm tra chi phí.</a:t>
            </a:r>
          </a:p>
          <a:p>
            <a:pPr marL="914400" lvl="1" indent="-457200"/>
            <a:r>
              <a:rPr lang="en-US" altLang="en-US" sz="2400"/>
              <a:t>EVM là một kỹ thuật đo lường sự thực hiện dự án thông qua tích hợp các dữ liệu về phạm vi, thời gian, và chi phí;</a:t>
            </a:r>
          </a:p>
          <a:p>
            <a:pPr marL="914400" lvl="1" indent="-457200"/>
            <a:r>
              <a:rPr lang="en-US" altLang="en-US" sz="2400"/>
              <a:t>Đưa ra mốc chi phí (Cost Base line): dự tính ban đầu cộng với sự thay đổi cho phép, người QL cần phải xác định cách tốt nhất mà dự án đạt được mục tiêu.</a:t>
            </a:r>
          </a:p>
          <a:p>
            <a:pPr marL="914400" lvl="1" indent="-457200"/>
            <a:r>
              <a:rPr lang="en-US" altLang="en-US" sz="2400"/>
              <a:t>Cần phải có thông tin định kỳ để sử dụng EVM</a:t>
            </a:r>
            <a:r>
              <a:rPr lang="en-US" altLang="en-US"/>
              <a:t>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22251A88-B79F-D3C4-F71A-7B54D996EF06}"/>
              </a:ext>
            </a:extLst>
          </p:cNvPr>
          <p:cNvSpPr>
            <a:spLocks noGrp="1"/>
          </p:cNvSpPr>
          <p:nvPr>
            <p:ph type="sldNum" sz="quarter" idx="12"/>
          </p:nvPr>
        </p:nvSpPr>
        <p:spPr/>
        <p:txBody>
          <a:bodyPr/>
          <a:lstStyle/>
          <a:p>
            <a:fld id="{C17A408D-7101-4ED4-95C9-BA655FACE3F4}" type="slidenum">
              <a:rPr lang="en-US" altLang="en-US"/>
              <a:pPr/>
              <a:t>42</a:t>
            </a:fld>
            <a:endParaRPr lang="en-US" altLang="en-US"/>
          </a:p>
        </p:txBody>
      </p:sp>
      <p:sp>
        <p:nvSpPr>
          <p:cNvPr id="1103874" name="Rectangle 2">
            <a:extLst>
              <a:ext uri="{FF2B5EF4-FFF2-40B4-BE49-F238E27FC236}">
                <a16:creationId xmlns:a16="http://schemas.microsoft.com/office/drawing/2014/main" id="{17F1EA21-53F9-9B67-E397-1A9B0A92C6B2}"/>
              </a:ext>
            </a:extLst>
          </p:cNvPr>
          <p:cNvSpPr>
            <a:spLocks noGrp="1" noChangeArrowheads="1"/>
          </p:cNvSpPr>
          <p:nvPr>
            <p:ph type="title"/>
          </p:nvPr>
        </p:nvSpPr>
        <p:spPr/>
        <p:txBody>
          <a:bodyPr/>
          <a:lstStyle/>
          <a:p>
            <a:r>
              <a:rPr lang="en-US" altLang="en-US" sz="2800" b="1"/>
              <a:t>TIẾN TRÌNH KIỂM SOÁT KINH PHÍ DA</a:t>
            </a:r>
          </a:p>
        </p:txBody>
      </p:sp>
      <p:sp>
        <p:nvSpPr>
          <p:cNvPr id="1103875" name="Rectangle 3">
            <a:extLst>
              <a:ext uri="{FF2B5EF4-FFF2-40B4-BE49-F238E27FC236}">
                <a16:creationId xmlns:a16="http://schemas.microsoft.com/office/drawing/2014/main" id="{7C0DB052-3261-C34D-8B59-5A3BA1880FB1}"/>
              </a:ext>
            </a:extLst>
          </p:cNvPr>
          <p:cNvSpPr>
            <a:spLocks noGrp="1" noChangeArrowheads="1"/>
          </p:cNvSpPr>
          <p:nvPr>
            <p:ph type="body" idx="1"/>
          </p:nvPr>
        </p:nvSpPr>
        <p:spPr>
          <a:xfrm>
            <a:off x="609600" y="1295400"/>
            <a:ext cx="8305800" cy="5029200"/>
          </a:xfrm>
        </p:spPr>
        <p:txBody>
          <a:bodyPr/>
          <a:lstStyle/>
          <a:p>
            <a:pPr marL="533400" indent="-533400">
              <a:buSzTx/>
              <a:buFont typeface="Wingdings" panose="05000000000000000000" pitchFamily="2" charset="2"/>
              <a:buAutoNum type="arabicPeriod"/>
            </a:pPr>
            <a:endParaRPr lang="en-US" altLang="en-US" sz="2400"/>
          </a:p>
          <a:p>
            <a:pPr marL="533400" indent="-533400"/>
            <a:r>
              <a:rPr lang="en-US" altLang="en-US" sz="2800" b="1">
                <a:solidFill>
                  <a:srgbClr val="FF0066"/>
                </a:solidFill>
              </a:rPr>
              <a:t>Thuật ngữ trong EVM.</a:t>
            </a:r>
          </a:p>
          <a:p>
            <a:pPr marL="914400" lvl="1" indent="-457200"/>
            <a:r>
              <a:rPr lang="en-US" altLang="en-US" sz="2000" b="1"/>
              <a:t>Giá trị trù tính</a:t>
            </a:r>
            <a:r>
              <a:rPr lang="en-US" altLang="en-US" sz="2000"/>
              <a:t> (PV=Planned Value): </a:t>
            </a:r>
          </a:p>
          <a:p>
            <a:pPr marL="1295400" lvl="2" indent="-381000"/>
            <a:r>
              <a:rPr lang="en-US" altLang="en-US" sz="1800"/>
              <a:t>Ngân sách chi phí công việc đã lên lịch BCWS=Bugedted Cost of Work Scheduled: cũng là ngân sách dự trù cho tổng cho tổng chi phí sẽ chi tiêu cho một công việc trong suốt một giai đoạn định trước.</a:t>
            </a:r>
          </a:p>
          <a:p>
            <a:pPr marL="914400" lvl="1" indent="-457200"/>
            <a:r>
              <a:rPr lang="en-US" altLang="en-US" sz="2000" b="1"/>
              <a:t>Chi phí thực sự</a:t>
            </a:r>
            <a:r>
              <a:rPr lang="en-US" altLang="en-US" sz="2000"/>
              <a:t> (AC=Actual Cost), </a:t>
            </a:r>
          </a:p>
          <a:p>
            <a:pPr marL="1295400" lvl="2" indent="-381000"/>
            <a:r>
              <a:rPr lang="en-US" altLang="en-US" sz="1800"/>
              <a:t>Chi phí thực sự của công việc được thực hiện ACWP= Actual Cost of Work Performed: là tổng cộng các chi phí trực tiếp hay gián tiếp trong việc hoàn tất công việc trong một giai đoạn định trước.</a:t>
            </a:r>
          </a:p>
          <a:p>
            <a:pPr marL="914400" lvl="1" indent="-457200"/>
            <a:r>
              <a:rPr lang="en-US" altLang="en-US" sz="2000" b="1"/>
              <a:t>Giá trị thu được</a:t>
            </a:r>
            <a:r>
              <a:rPr lang="en-US" altLang="en-US" sz="2000"/>
              <a:t> (EV= Earned Value)</a:t>
            </a:r>
          </a:p>
          <a:p>
            <a:pPr marL="1295400" lvl="2" indent="-381000"/>
            <a:r>
              <a:rPr lang="en-US" altLang="en-US" sz="1800"/>
              <a:t>Chi phí ngân sách cho việc tiến hành công việc BCWP= Budgeted Cost of Work: là dự trù giá trị của công việc thật sự hoàn thành</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1F642E59-71A4-0480-7102-504E417C9FA4}"/>
              </a:ext>
            </a:extLst>
          </p:cNvPr>
          <p:cNvSpPr>
            <a:spLocks noGrp="1"/>
          </p:cNvSpPr>
          <p:nvPr>
            <p:ph type="sldNum" sz="quarter" idx="12"/>
          </p:nvPr>
        </p:nvSpPr>
        <p:spPr/>
        <p:txBody>
          <a:bodyPr/>
          <a:lstStyle/>
          <a:p>
            <a:fld id="{B26BF516-2A87-4799-8AEE-C60161A99235}" type="slidenum">
              <a:rPr lang="en-US" altLang="en-US"/>
              <a:pPr/>
              <a:t>43</a:t>
            </a:fld>
            <a:endParaRPr lang="en-US" altLang="en-US"/>
          </a:p>
        </p:txBody>
      </p:sp>
      <p:sp>
        <p:nvSpPr>
          <p:cNvPr id="1105922" name="Rectangle 2">
            <a:extLst>
              <a:ext uri="{FF2B5EF4-FFF2-40B4-BE49-F238E27FC236}">
                <a16:creationId xmlns:a16="http://schemas.microsoft.com/office/drawing/2014/main" id="{0623DED5-FDEB-A5E3-CAFA-A13E966A74AB}"/>
              </a:ext>
            </a:extLst>
          </p:cNvPr>
          <p:cNvSpPr>
            <a:spLocks noGrp="1" noChangeArrowheads="1"/>
          </p:cNvSpPr>
          <p:nvPr>
            <p:ph type="title"/>
          </p:nvPr>
        </p:nvSpPr>
        <p:spPr/>
        <p:txBody>
          <a:bodyPr/>
          <a:lstStyle/>
          <a:p>
            <a:r>
              <a:rPr lang="en-US" altLang="en-US" sz="2800" b="1"/>
              <a:t>TIẾN TRÌNH KIỂM SOÁT KINH PHÍ DA</a:t>
            </a:r>
          </a:p>
        </p:txBody>
      </p:sp>
      <p:sp>
        <p:nvSpPr>
          <p:cNvPr id="1105923" name="Rectangle 3">
            <a:extLst>
              <a:ext uri="{FF2B5EF4-FFF2-40B4-BE49-F238E27FC236}">
                <a16:creationId xmlns:a16="http://schemas.microsoft.com/office/drawing/2014/main" id="{003D4793-2223-70E0-F152-84F3793140BF}"/>
              </a:ext>
            </a:extLst>
          </p:cNvPr>
          <p:cNvSpPr>
            <a:spLocks noGrp="1" noChangeArrowheads="1"/>
          </p:cNvSpPr>
          <p:nvPr>
            <p:ph type="body" idx="1"/>
          </p:nvPr>
        </p:nvSpPr>
        <p:spPr>
          <a:xfrm>
            <a:off x="609600" y="1295400"/>
            <a:ext cx="8305800" cy="5029200"/>
          </a:xfrm>
        </p:spPr>
        <p:txBody>
          <a:bodyPr/>
          <a:lstStyle/>
          <a:p>
            <a:pPr marL="533400" indent="-533400">
              <a:buSzTx/>
              <a:buFont typeface="Wingdings" panose="05000000000000000000" pitchFamily="2" charset="2"/>
              <a:buAutoNum type="arabicPeriod"/>
            </a:pPr>
            <a:endParaRPr lang="en-US" altLang="en-US" sz="2800"/>
          </a:p>
          <a:p>
            <a:pPr marL="533400" indent="-533400"/>
            <a:r>
              <a:rPr lang="en-US" altLang="en-US" b="1">
                <a:solidFill>
                  <a:srgbClr val="FF0066"/>
                </a:solidFill>
              </a:rPr>
              <a:t>Công thức trong EVM.</a:t>
            </a:r>
          </a:p>
          <a:p>
            <a:pPr marL="914400" lvl="1" indent="-457200"/>
            <a:endParaRPr lang="en-US" altLang="en-US" sz="2400"/>
          </a:p>
        </p:txBody>
      </p:sp>
      <p:pic>
        <p:nvPicPr>
          <p:cNvPr id="1105925" name="Picture 5">
            <a:extLst>
              <a:ext uri="{FF2B5EF4-FFF2-40B4-BE49-F238E27FC236}">
                <a16:creationId xmlns:a16="http://schemas.microsoft.com/office/drawing/2014/main" id="{C9AC88D8-544A-CBB4-45A7-4FD22F26A2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514600"/>
            <a:ext cx="8237538" cy="32956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26D6DFBC-C623-F8F5-9CFF-E7DCCB58F3FF}"/>
              </a:ext>
            </a:extLst>
          </p:cNvPr>
          <p:cNvSpPr>
            <a:spLocks noGrp="1"/>
          </p:cNvSpPr>
          <p:nvPr>
            <p:ph type="sldNum" sz="quarter" idx="12"/>
          </p:nvPr>
        </p:nvSpPr>
        <p:spPr/>
        <p:txBody>
          <a:bodyPr/>
          <a:lstStyle/>
          <a:p>
            <a:fld id="{480AAE06-1729-4579-BB7E-7D3CD7E5C687}" type="slidenum">
              <a:rPr lang="en-US" altLang="en-US"/>
              <a:pPr/>
              <a:t>44</a:t>
            </a:fld>
            <a:endParaRPr lang="en-US" altLang="en-US"/>
          </a:p>
        </p:txBody>
      </p:sp>
      <p:sp>
        <p:nvSpPr>
          <p:cNvPr id="1107970" name="Rectangle 2">
            <a:extLst>
              <a:ext uri="{FF2B5EF4-FFF2-40B4-BE49-F238E27FC236}">
                <a16:creationId xmlns:a16="http://schemas.microsoft.com/office/drawing/2014/main" id="{841DB06C-BC57-DACD-91A1-C11CD481737F}"/>
              </a:ext>
            </a:extLst>
          </p:cNvPr>
          <p:cNvSpPr>
            <a:spLocks noGrp="1" noChangeArrowheads="1"/>
          </p:cNvSpPr>
          <p:nvPr>
            <p:ph type="title"/>
          </p:nvPr>
        </p:nvSpPr>
        <p:spPr/>
        <p:txBody>
          <a:bodyPr/>
          <a:lstStyle/>
          <a:p>
            <a:r>
              <a:rPr lang="en-US" altLang="en-US" sz="2800" b="1"/>
              <a:t>TIẾN TRÌNH KIỂM SOÁT KINH PHÍ DA</a:t>
            </a:r>
          </a:p>
        </p:txBody>
      </p:sp>
      <p:sp>
        <p:nvSpPr>
          <p:cNvPr id="1107971" name="Rectangle 3">
            <a:extLst>
              <a:ext uri="{FF2B5EF4-FFF2-40B4-BE49-F238E27FC236}">
                <a16:creationId xmlns:a16="http://schemas.microsoft.com/office/drawing/2014/main" id="{5DC35A66-02F5-6957-06DA-2EA7F1228578}"/>
              </a:ext>
            </a:extLst>
          </p:cNvPr>
          <p:cNvSpPr>
            <a:spLocks noGrp="1" noChangeArrowheads="1"/>
          </p:cNvSpPr>
          <p:nvPr>
            <p:ph type="body" idx="1"/>
          </p:nvPr>
        </p:nvSpPr>
        <p:spPr>
          <a:xfrm>
            <a:off x="609600" y="1295400"/>
            <a:ext cx="8305800" cy="5029200"/>
          </a:xfrm>
        </p:spPr>
        <p:txBody>
          <a:bodyPr/>
          <a:lstStyle/>
          <a:p>
            <a:pPr marL="533400" indent="-533400">
              <a:lnSpc>
                <a:spcPct val="90000"/>
              </a:lnSpc>
              <a:buSzTx/>
              <a:buFont typeface="Wingdings" panose="05000000000000000000" pitchFamily="2" charset="2"/>
              <a:buAutoNum type="arabicPeriod"/>
            </a:pPr>
            <a:endParaRPr lang="en-US" altLang="en-US" sz="2800">
              <a:solidFill>
                <a:srgbClr val="FF0066"/>
              </a:solidFill>
            </a:endParaRPr>
          </a:p>
          <a:p>
            <a:pPr marL="533400" indent="-533400">
              <a:lnSpc>
                <a:spcPct val="90000"/>
              </a:lnSpc>
            </a:pPr>
            <a:r>
              <a:rPr lang="en-US" altLang="en-US" b="1">
                <a:solidFill>
                  <a:srgbClr val="FF0066"/>
                </a:solidFill>
              </a:rPr>
              <a:t>Nhận xét</a:t>
            </a:r>
          </a:p>
          <a:p>
            <a:pPr marL="914400" lvl="1" indent="-457200">
              <a:lnSpc>
                <a:spcPct val="90000"/>
              </a:lnSpc>
            </a:pPr>
            <a:r>
              <a:rPr lang="en-US" altLang="en-US"/>
              <a:t>CV cho biết sự sai biệt giữa chi phí thật sự và giá trị thu được.</a:t>
            </a:r>
          </a:p>
          <a:p>
            <a:pPr marL="914400" lvl="1" indent="-457200">
              <a:lnSpc>
                <a:spcPct val="90000"/>
              </a:lnSpc>
            </a:pPr>
            <a:r>
              <a:rPr lang="en-US" altLang="en-US"/>
              <a:t>SV cho biết sự sai biệt giữa hoàn thành theo lịch và giá trị thu được.</a:t>
            </a:r>
          </a:p>
          <a:p>
            <a:pPr marL="914400" lvl="1" indent="-457200">
              <a:lnSpc>
                <a:spcPct val="90000"/>
              </a:lnSpc>
            </a:pPr>
            <a:r>
              <a:rPr lang="en-US" altLang="en-US"/>
              <a:t>CPI là tỷ số giữa giá trị thu được và chi phí thật sự. Nếu bằng 1 thì phù hợp, &lt;1 vượt ngân sách.</a:t>
            </a:r>
          </a:p>
          <a:p>
            <a:pPr marL="914400" lvl="1" indent="-457200">
              <a:lnSpc>
                <a:spcPct val="90000"/>
              </a:lnSpc>
            </a:pPr>
            <a:r>
              <a:rPr lang="en-US" altLang="en-US"/>
              <a:t>SPI là tỷ số thực hiện theo lịch. Nếu </a:t>
            </a:r>
            <a:r>
              <a:rPr lang="en-US" altLang="en-US" b="1" u="sng"/>
              <a:t>&gt;</a:t>
            </a:r>
            <a:r>
              <a:rPr lang="en-US" altLang="en-US"/>
              <a:t> 1 thì hoàn thành trước lịch và &lt;1 ngược lại.</a:t>
            </a:r>
            <a:endParaRPr lang="en-US" altLang="en-US" b="1">
              <a:solidFill>
                <a:srgbClr val="FF0066"/>
              </a:solidFill>
            </a:endParaRPr>
          </a:p>
          <a:p>
            <a:pPr marL="914400" lvl="1" indent="-457200">
              <a:lnSpc>
                <a:spcPct val="90000"/>
              </a:lnSpc>
            </a:pPr>
            <a:endParaRPr lang="en-US" altLang="en-US" sz="24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ECA123B3-0584-6887-378D-AC0992B8A3B5}"/>
              </a:ext>
            </a:extLst>
          </p:cNvPr>
          <p:cNvSpPr>
            <a:spLocks noGrp="1"/>
          </p:cNvSpPr>
          <p:nvPr>
            <p:ph type="sldNum" sz="quarter" idx="12"/>
          </p:nvPr>
        </p:nvSpPr>
        <p:spPr/>
        <p:txBody>
          <a:bodyPr/>
          <a:lstStyle/>
          <a:p>
            <a:fld id="{EC899479-0F7C-4CAC-AB0B-970397EDF93B}" type="slidenum">
              <a:rPr lang="en-US" altLang="en-US"/>
              <a:pPr/>
              <a:t>45</a:t>
            </a:fld>
            <a:endParaRPr lang="en-US" altLang="en-US"/>
          </a:p>
        </p:txBody>
      </p:sp>
      <p:sp>
        <p:nvSpPr>
          <p:cNvPr id="1110018" name="Rectangle 2">
            <a:extLst>
              <a:ext uri="{FF2B5EF4-FFF2-40B4-BE49-F238E27FC236}">
                <a16:creationId xmlns:a16="http://schemas.microsoft.com/office/drawing/2014/main" id="{49FE28CF-BBF6-DADB-3387-3A462E1AEBB9}"/>
              </a:ext>
            </a:extLst>
          </p:cNvPr>
          <p:cNvSpPr>
            <a:spLocks noGrp="1" noChangeArrowheads="1"/>
          </p:cNvSpPr>
          <p:nvPr>
            <p:ph type="title"/>
          </p:nvPr>
        </p:nvSpPr>
        <p:spPr/>
        <p:txBody>
          <a:bodyPr/>
          <a:lstStyle/>
          <a:p>
            <a:r>
              <a:rPr lang="en-US" altLang="en-US" sz="2800" b="1"/>
              <a:t>TIẾN TRÌNH KIỂM SOÁT KINH PHÍ DA</a:t>
            </a:r>
          </a:p>
        </p:txBody>
      </p:sp>
      <p:sp>
        <p:nvSpPr>
          <p:cNvPr id="1110019" name="Rectangle 3">
            <a:extLst>
              <a:ext uri="{FF2B5EF4-FFF2-40B4-BE49-F238E27FC236}">
                <a16:creationId xmlns:a16="http://schemas.microsoft.com/office/drawing/2014/main" id="{24B8CEF7-CE30-AC08-8AD6-105184BF3B14}"/>
              </a:ext>
            </a:extLst>
          </p:cNvPr>
          <p:cNvSpPr>
            <a:spLocks noGrp="1" noChangeArrowheads="1"/>
          </p:cNvSpPr>
          <p:nvPr>
            <p:ph type="body" idx="1"/>
          </p:nvPr>
        </p:nvSpPr>
        <p:spPr>
          <a:xfrm>
            <a:off x="609600" y="1295400"/>
            <a:ext cx="8305800" cy="5029200"/>
          </a:xfrm>
        </p:spPr>
        <p:txBody>
          <a:bodyPr/>
          <a:lstStyle/>
          <a:p>
            <a:pPr marL="533400" indent="-533400">
              <a:lnSpc>
                <a:spcPct val="90000"/>
              </a:lnSpc>
              <a:buSzTx/>
              <a:buFont typeface="Wingdings" panose="05000000000000000000" pitchFamily="2" charset="2"/>
              <a:buAutoNum type="arabicPeriod"/>
            </a:pPr>
            <a:endParaRPr lang="en-US" altLang="en-US" sz="2800">
              <a:solidFill>
                <a:srgbClr val="FF0066"/>
              </a:solidFill>
            </a:endParaRPr>
          </a:p>
          <a:p>
            <a:pPr marL="533400" indent="-533400">
              <a:lnSpc>
                <a:spcPct val="90000"/>
              </a:lnSpc>
            </a:pPr>
            <a:r>
              <a:rPr lang="en-US" altLang="en-US" b="1">
                <a:solidFill>
                  <a:srgbClr val="FF0066"/>
                </a:solidFill>
              </a:rPr>
              <a:t>Ví dụ</a:t>
            </a:r>
          </a:p>
          <a:p>
            <a:pPr marL="914400" lvl="1" indent="-457200">
              <a:lnSpc>
                <a:spcPct val="90000"/>
              </a:lnSpc>
            </a:pPr>
            <a:r>
              <a:rPr lang="en-US" altLang="en-US"/>
              <a:t>Giả sử dự án A cần $40000 và 4 tháng để hoàn tất 20 công việc, các việc đều có khối lượng như nhau, được chia đều trong 4 tháng với chi phí cho mỗi việc là $40000 / 20 = $2000, và kinh phí cho dự án mỗi tháng là $40000 / 4 tháng = $10000 để thực hiện 5 việc / tháng. </a:t>
            </a:r>
          </a:p>
          <a:p>
            <a:pPr marL="914400" lvl="1" indent="-457200">
              <a:lnSpc>
                <a:spcPct val="90000"/>
              </a:lnSpc>
            </a:pPr>
            <a:r>
              <a:rPr lang="en-US" altLang="en-US"/>
              <a:t>Cuối tháng thứ nhất, dự án A chỉ hoàn tất được  công việc 1,2 và 3 với chi phí tương ứng cho mỗi việc là $2000, $3000 và $3000 </a:t>
            </a:r>
            <a:endParaRPr lang="en-US" altLang="en-US">
              <a:solidFill>
                <a:srgbClr val="FF0066"/>
              </a:solidFill>
            </a:endParaRPr>
          </a:p>
          <a:p>
            <a:pPr marL="914400" lvl="1" indent="-457200">
              <a:lnSpc>
                <a:spcPct val="90000"/>
              </a:lnSpc>
            </a:pPr>
            <a:endParaRPr lang="en-US" altLang="en-US" sz="24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99304A5C-8368-B613-475A-459F3AE1BD4C}"/>
              </a:ext>
            </a:extLst>
          </p:cNvPr>
          <p:cNvSpPr>
            <a:spLocks noGrp="1"/>
          </p:cNvSpPr>
          <p:nvPr>
            <p:ph type="sldNum" sz="quarter" idx="12"/>
          </p:nvPr>
        </p:nvSpPr>
        <p:spPr/>
        <p:txBody>
          <a:bodyPr/>
          <a:lstStyle/>
          <a:p>
            <a:fld id="{D402D942-ADD1-4031-8FF5-852D3DB47F83}" type="slidenum">
              <a:rPr lang="en-US" altLang="en-US"/>
              <a:pPr/>
              <a:t>46</a:t>
            </a:fld>
            <a:endParaRPr lang="en-US" altLang="en-US"/>
          </a:p>
        </p:txBody>
      </p:sp>
      <p:sp>
        <p:nvSpPr>
          <p:cNvPr id="1112066" name="Rectangle 2">
            <a:extLst>
              <a:ext uri="{FF2B5EF4-FFF2-40B4-BE49-F238E27FC236}">
                <a16:creationId xmlns:a16="http://schemas.microsoft.com/office/drawing/2014/main" id="{A0152089-4EA8-DB62-A807-00712BEDA5C0}"/>
              </a:ext>
            </a:extLst>
          </p:cNvPr>
          <p:cNvSpPr>
            <a:spLocks noGrp="1" noChangeArrowheads="1"/>
          </p:cNvSpPr>
          <p:nvPr>
            <p:ph type="title"/>
          </p:nvPr>
        </p:nvSpPr>
        <p:spPr/>
        <p:txBody>
          <a:bodyPr/>
          <a:lstStyle/>
          <a:p>
            <a:r>
              <a:rPr lang="en-US" altLang="en-US" sz="2800" b="1"/>
              <a:t>TIẾN TRÌNH KIỂM SOÁT KINH PHÍ DA</a:t>
            </a:r>
          </a:p>
        </p:txBody>
      </p:sp>
      <p:sp>
        <p:nvSpPr>
          <p:cNvPr id="1112067" name="Rectangle 3">
            <a:extLst>
              <a:ext uri="{FF2B5EF4-FFF2-40B4-BE49-F238E27FC236}">
                <a16:creationId xmlns:a16="http://schemas.microsoft.com/office/drawing/2014/main" id="{1866C4E9-116D-F085-9E4C-44D7C1D0F8D7}"/>
              </a:ext>
            </a:extLst>
          </p:cNvPr>
          <p:cNvSpPr>
            <a:spLocks noGrp="1" noChangeArrowheads="1"/>
          </p:cNvSpPr>
          <p:nvPr>
            <p:ph type="body" idx="1"/>
          </p:nvPr>
        </p:nvSpPr>
        <p:spPr>
          <a:xfrm>
            <a:off x="609600" y="1295400"/>
            <a:ext cx="8305800" cy="5029200"/>
          </a:xfrm>
        </p:spPr>
        <p:txBody>
          <a:bodyPr/>
          <a:lstStyle/>
          <a:p>
            <a:pPr marL="533400" indent="-533400">
              <a:lnSpc>
                <a:spcPct val="90000"/>
              </a:lnSpc>
              <a:buSzTx/>
              <a:buFont typeface="Wingdings" panose="05000000000000000000" pitchFamily="2" charset="2"/>
              <a:buAutoNum type="arabicPeriod"/>
            </a:pPr>
            <a:endParaRPr lang="en-US" altLang="en-US" sz="2400">
              <a:solidFill>
                <a:srgbClr val="FF0066"/>
              </a:solidFill>
            </a:endParaRPr>
          </a:p>
          <a:p>
            <a:pPr marL="533400" indent="-533400">
              <a:lnSpc>
                <a:spcPct val="90000"/>
              </a:lnSpc>
            </a:pPr>
            <a:r>
              <a:rPr lang="en-US" altLang="en-US" sz="2800" b="1"/>
              <a:t>Budgeted At Completion</a:t>
            </a:r>
          </a:p>
          <a:p>
            <a:pPr marL="914400" lvl="1" indent="-457200">
              <a:lnSpc>
                <a:spcPct val="90000"/>
              </a:lnSpc>
              <a:buFont typeface="Wingdings" panose="05000000000000000000" pitchFamily="2" charset="2"/>
              <a:buNone/>
            </a:pPr>
            <a:r>
              <a:rPr lang="en-US" altLang="en-US" sz="2400"/>
              <a:t>	+ BAC là tổng kinh phí để thực hiện tất cả các công việc đã được hoạch định của dự án.</a:t>
            </a:r>
          </a:p>
          <a:p>
            <a:pPr marL="914400" lvl="1" indent="-457200">
              <a:lnSpc>
                <a:spcPct val="90000"/>
              </a:lnSpc>
              <a:buFont typeface="Wingdings" panose="05000000000000000000" pitchFamily="2" charset="2"/>
              <a:buNone/>
            </a:pPr>
            <a:r>
              <a:rPr lang="en-US" altLang="en-US" sz="2400"/>
              <a:t>	+ Kinh phí $40000 là BAC của dự án A.</a:t>
            </a:r>
          </a:p>
          <a:p>
            <a:pPr marL="533400" indent="-533400">
              <a:lnSpc>
                <a:spcPct val="90000"/>
              </a:lnSpc>
            </a:pPr>
            <a:r>
              <a:rPr lang="en-US" altLang="en-US" sz="2800" b="1"/>
              <a:t>Budgeted Cost of Work Schedule</a:t>
            </a:r>
          </a:p>
          <a:p>
            <a:pPr marL="914400" lvl="1" indent="-457200">
              <a:lnSpc>
                <a:spcPct val="90000"/>
              </a:lnSpc>
              <a:buFont typeface="Wingdings" panose="05000000000000000000" pitchFamily="2" charset="2"/>
              <a:buNone/>
            </a:pPr>
            <a:r>
              <a:rPr lang="en-US" altLang="en-US" sz="2400"/>
              <a:t>	+ BCWS = </a:t>
            </a:r>
            <a:r>
              <a:rPr lang="en-US" altLang="en-US" sz="2400">
                <a:sym typeface="Symbol" panose="05050102010706020507" pitchFamily="18" charset="2"/>
              </a:rPr>
              <a:t></a:t>
            </a:r>
            <a:r>
              <a:rPr lang="en-US" altLang="en-US" sz="2400"/>
              <a:t>k ( BCWSk ) | t là tổng kinh phí hoạch định cho các công việc dự tính sẽ hoàn thành đến thời điểm t.</a:t>
            </a:r>
          </a:p>
          <a:p>
            <a:pPr marL="914400" lvl="1" indent="-457200">
              <a:lnSpc>
                <a:spcPct val="90000"/>
              </a:lnSpc>
              <a:buFont typeface="Wingdings" panose="05000000000000000000" pitchFamily="2" charset="2"/>
              <a:buNone/>
            </a:pPr>
            <a:r>
              <a:rPr lang="en-US" altLang="en-US" sz="2400"/>
              <a:t>	+ Dự án A cần hoàn thành 5 việc (k=1..5) trong tháng 1 với kinh phí $10000, là BCWS của A tính đến cuối tháng 1</a:t>
            </a:r>
          </a:p>
          <a:p>
            <a:pPr marL="533400" indent="-533400">
              <a:lnSpc>
                <a:spcPct val="90000"/>
              </a:lnSpc>
              <a:buClr>
                <a:schemeClr val="hlink"/>
              </a:buClr>
              <a:buSzPct val="55000"/>
            </a:pPr>
            <a:endParaRPr lang="en-US" altLang="en-US" sz="2400"/>
          </a:p>
          <a:p>
            <a:pPr marL="914400" lvl="1" indent="-457200">
              <a:lnSpc>
                <a:spcPct val="90000"/>
              </a:lnSpc>
            </a:pPr>
            <a:endParaRPr lang="en-US" altLang="en-US" sz="20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8A3FA107-84DB-116A-615B-75C08F4CA2CA}"/>
              </a:ext>
            </a:extLst>
          </p:cNvPr>
          <p:cNvSpPr>
            <a:spLocks noGrp="1"/>
          </p:cNvSpPr>
          <p:nvPr>
            <p:ph type="sldNum" sz="quarter" idx="12"/>
          </p:nvPr>
        </p:nvSpPr>
        <p:spPr/>
        <p:txBody>
          <a:bodyPr/>
          <a:lstStyle/>
          <a:p>
            <a:fld id="{D8CBF6C8-1051-4F45-AADE-CCE68C65C937}" type="slidenum">
              <a:rPr lang="en-US" altLang="en-US"/>
              <a:pPr/>
              <a:t>47</a:t>
            </a:fld>
            <a:endParaRPr lang="en-US" altLang="en-US"/>
          </a:p>
        </p:txBody>
      </p:sp>
      <p:sp>
        <p:nvSpPr>
          <p:cNvPr id="1114114" name="Rectangle 2">
            <a:extLst>
              <a:ext uri="{FF2B5EF4-FFF2-40B4-BE49-F238E27FC236}">
                <a16:creationId xmlns:a16="http://schemas.microsoft.com/office/drawing/2014/main" id="{01D8DE3B-5FE3-BB1D-CCF3-FB53EF4FAC20}"/>
              </a:ext>
            </a:extLst>
          </p:cNvPr>
          <p:cNvSpPr>
            <a:spLocks noGrp="1" noChangeArrowheads="1"/>
          </p:cNvSpPr>
          <p:nvPr>
            <p:ph type="title"/>
          </p:nvPr>
        </p:nvSpPr>
        <p:spPr/>
        <p:txBody>
          <a:bodyPr/>
          <a:lstStyle/>
          <a:p>
            <a:r>
              <a:rPr lang="en-US" altLang="en-US" sz="2800" b="1"/>
              <a:t>TIẾN TRÌNH KIỂM SOÁT KINH PHÍ DA</a:t>
            </a:r>
          </a:p>
        </p:txBody>
      </p:sp>
      <p:sp>
        <p:nvSpPr>
          <p:cNvPr id="1114115" name="Rectangle 3">
            <a:extLst>
              <a:ext uri="{FF2B5EF4-FFF2-40B4-BE49-F238E27FC236}">
                <a16:creationId xmlns:a16="http://schemas.microsoft.com/office/drawing/2014/main" id="{2FFB2177-C580-3712-D4A5-41922F3CA219}"/>
              </a:ext>
            </a:extLst>
          </p:cNvPr>
          <p:cNvSpPr>
            <a:spLocks noGrp="1" noChangeArrowheads="1"/>
          </p:cNvSpPr>
          <p:nvPr>
            <p:ph type="body" idx="1"/>
          </p:nvPr>
        </p:nvSpPr>
        <p:spPr>
          <a:xfrm>
            <a:off x="609600" y="1295400"/>
            <a:ext cx="8305800" cy="5029200"/>
          </a:xfrm>
        </p:spPr>
        <p:txBody>
          <a:bodyPr/>
          <a:lstStyle/>
          <a:p>
            <a:pPr marL="533400" indent="-533400">
              <a:buSzTx/>
              <a:buFont typeface="Wingdings" panose="05000000000000000000" pitchFamily="2" charset="2"/>
              <a:buAutoNum type="arabicPeriod"/>
            </a:pPr>
            <a:endParaRPr lang="en-US" altLang="en-US" sz="2400">
              <a:solidFill>
                <a:srgbClr val="FF0066"/>
              </a:solidFill>
            </a:endParaRPr>
          </a:p>
          <a:p>
            <a:pPr marL="533400" indent="-533400"/>
            <a:r>
              <a:rPr lang="en-US" altLang="en-US" sz="2800" b="1"/>
              <a:t>Budgeted Cost of Work Performed</a:t>
            </a:r>
            <a:r>
              <a:rPr lang="en-US" altLang="en-US" sz="2800"/>
              <a:t> </a:t>
            </a:r>
          </a:p>
          <a:p>
            <a:pPr marL="914400" lvl="1" indent="-457200">
              <a:buFont typeface="Wingdings" panose="05000000000000000000" pitchFamily="2" charset="2"/>
              <a:buNone/>
            </a:pPr>
            <a:r>
              <a:rPr lang="en-US" altLang="en-US" sz="2400"/>
              <a:t>	+ BCWP = </a:t>
            </a:r>
            <a:r>
              <a:rPr lang="en-US" altLang="en-US" sz="2400">
                <a:sym typeface="Symbol" panose="05050102010706020507" pitchFamily="18" charset="2"/>
              </a:rPr>
              <a:t></a:t>
            </a:r>
            <a:r>
              <a:rPr lang="en-US" altLang="en-US" sz="2400" baseline="-25000"/>
              <a:t>k</a:t>
            </a:r>
            <a:r>
              <a:rPr lang="en-US" altLang="en-US" sz="2400"/>
              <a:t> (BCWS</a:t>
            </a:r>
            <a:r>
              <a:rPr lang="en-US" altLang="en-US" sz="2400" baseline="-25000"/>
              <a:t>k</a:t>
            </a:r>
            <a:r>
              <a:rPr lang="en-US" altLang="en-US" sz="2400"/>
              <a:t>) | t là tổng kinh phí hoạch định cho các công việc k </a:t>
            </a:r>
            <a:r>
              <a:rPr lang="en-US" altLang="en-US" sz="2400" u="sng"/>
              <a:t>đã hoàn thành</a:t>
            </a:r>
            <a:r>
              <a:rPr lang="en-US" altLang="en-US" sz="2400"/>
              <a:t>, tính đến thời điểm t. Trong tháng thứ nhất, dự án A hoàn tất được 3 việc thay vì 5 việc), do đó BCWP A | tháng 1 là  $2000 * 3 = $6000.</a:t>
            </a:r>
          </a:p>
          <a:p>
            <a:pPr marL="533400" indent="-533400"/>
            <a:r>
              <a:rPr lang="en-US" altLang="en-US" sz="2800" b="1"/>
              <a:t>Actual Cost of Work Performed</a:t>
            </a:r>
          </a:p>
          <a:p>
            <a:pPr marL="914400" lvl="1" indent="-457200">
              <a:buFont typeface="Wingdings" panose="05000000000000000000" pitchFamily="2" charset="2"/>
              <a:buNone/>
            </a:pPr>
            <a:r>
              <a:rPr lang="en-US" altLang="en-US" sz="2400"/>
              <a:t>	+ ACWP = </a:t>
            </a:r>
            <a:r>
              <a:rPr lang="en-US" altLang="en-US" sz="2400">
                <a:sym typeface="Symbol" panose="05050102010706020507" pitchFamily="18" charset="2"/>
              </a:rPr>
              <a:t></a:t>
            </a:r>
            <a:r>
              <a:rPr lang="en-US" altLang="en-US" sz="2400" baseline="-25000"/>
              <a:t>k</a:t>
            </a:r>
            <a:r>
              <a:rPr lang="en-US" altLang="en-US" sz="2400"/>
              <a:t> (ACWP</a:t>
            </a:r>
            <a:r>
              <a:rPr lang="en-US" altLang="en-US" sz="2400" baseline="-25000"/>
              <a:t>k</a:t>
            </a:r>
            <a:r>
              <a:rPr lang="en-US" altLang="en-US" sz="2400"/>
              <a:t>) | t là tổng chi phí cho các công việc k đã hoàn thành tính đến thời điểm t. </a:t>
            </a:r>
          </a:p>
          <a:p>
            <a:pPr marL="914400" lvl="1" indent="-457200">
              <a:buFont typeface="Wingdings" panose="05000000000000000000" pitchFamily="2" charset="2"/>
              <a:buNone/>
            </a:pPr>
            <a:r>
              <a:rPr lang="en-US" altLang="en-US" sz="2400"/>
              <a:t>	+ ACWP A | tháng 1 là $2000 + $3000 + $3000 = $8000 cho 3 công việc 1,2,và 3 đã hoàn thành</a:t>
            </a:r>
          </a:p>
          <a:p>
            <a:pPr marL="533400" indent="-533400">
              <a:buClr>
                <a:schemeClr val="hlink"/>
              </a:buClr>
              <a:buSzPct val="55000"/>
            </a:pPr>
            <a:endParaRPr lang="en-US" altLang="en-US" sz="2400"/>
          </a:p>
          <a:p>
            <a:pPr marL="914400" lvl="1" indent="-457200"/>
            <a:endParaRPr lang="en-US" altLang="en-US" sz="20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4BDC2FAA-D1FF-B14D-41D5-D2BA6D1D97B6}"/>
              </a:ext>
            </a:extLst>
          </p:cNvPr>
          <p:cNvSpPr>
            <a:spLocks noGrp="1"/>
          </p:cNvSpPr>
          <p:nvPr>
            <p:ph type="sldNum" sz="quarter" idx="12"/>
          </p:nvPr>
        </p:nvSpPr>
        <p:spPr/>
        <p:txBody>
          <a:bodyPr/>
          <a:lstStyle/>
          <a:p>
            <a:fld id="{A2796F7E-46CE-48B6-8B87-03429489C750}" type="slidenum">
              <a:rPr lang="en-US" altLang="en-US"/>
              <a:pPr/>
              <a:t>48</a:t>
            </a:fld>
            <a:endParaRPr lang="en-US" altLang="en-US"/>
          </a:p>
        </p:txBody>
      </p:sp>
      <p:sp>
        <p:nvSpPr>
          <p:cNvPr id="1116162" name="Rectangle 2">
            <a:extLst>
              <a:ext uri="{FF2B5EF4-FFF2-40B4-BE49-F238E27FC236}">
                <a16:creationId xmlns:a16="http://schemas.microsoft.com/office/drawing/2014/main" id="{0098B2BB-132F-A8AB-609B-3506685053FF}"/>
              </a:ext>
            </a:extLst>
          </p:cNvPr>
          <p:cNvSpPr>
            <a:spLocks noGrp="1" noChangeArrowheads="1"/>
          </p:cNvSpPr>
          <p:nvPr>
            <p:ph type="title"/>
          </p:nvPr>
        </p:nvSpPr>
        <p:spPr/>
        <p:txBody>
          <a:bodyPr/>
          <a:lstStyle/>
          <a:p>
            <a:r>
              <a:rPr lang="en-US" altLang="en-US" sz="2800" b="1"/>
              <a:t>TIẾN TRÌNH KIỂM SOÁT KINH PHÍ DA</a:t>
            </a:r>
          </a:p>
        </p:txBody>
      </p:sp>
      <p:sp>
        <p:nvSpPr>
          <p:cNvPr id="1116163" name="Rectangle 3">
            <a:extLst>
              <a:ext uri="{FF2B5EF4-FFF2-40B4-BE49-F238E27FC236}">
                <a16:creationId xmlns:a16="http://schemas.microsoft.com/office/drawing/2014/main" id="{9D83D1F4-6E4E-DDB8-A821-134C54EBBFF5}"/>
              </a:ext>
            </a:extLst>
          </p:cNvPr>
          <p:cNvSpPr>
            <a:spLocks noGrp="1" noChangeArrowheads="1"/>
          </p:cNvSpPr>
          <p:nvPr>
            <p:ph type="body" idx="1"/>
          </p:nvPr>
        </p:nvSpPr>
        <p:spPr>
          <a:xfrm>
            <a:off x="609600" y="1295400"/>
            <a:ext cx="8305800" cy="5029200"/>
          </a:xfrm>
        </p:spPr>
        <p:txBody>
          <a:bodyPr/>
          <a:lstStyle/>
          <a:p>
            <a:pPr marL="533400" indent="-533400">
              <a:buSzTx/>
              <a:buFont typeface="Wingdings" panose="05000000000000000000" pitchFamily="2" charset="2"/>
              <a:buAutoNum type="arabicPeriod"/>
            </a:pPr>
            <a:endParaRPr lang="en-US" altLang="en-US" sz="2400">
              <a:solidFill>
                <a:srgbClr val="FF0066"/>
              </a:solidFill>
            </a:endParaRPr>
          </a:p>
          <a:p>
            <a:pPr marL="533400" indent="-533400"/>
            <a:r>
              <a:rPr lang="en-US" altLang="en-US" sz="2800" b="1"/>
              <a:t>Cost Variance</a:t>
            </a:r>
            <a:endParaRPr lang="en-US" altLang="en-US" sz="2800"/>
          </a:p>
          <a:p>
            <a:pPr marL="914400" lvl="1" indent="-457200">
              <a:buFont typeface="Wingdings" panose="05000000000000000000" pitchFamily="2" charset="2"/>
              <a:buNone/>
            </a:pPr>
            <a:r>
              <a:rPr lang="en-US" altLang="en-US" sz="2400"/>
              <a:t>	+ CV = BCWP – ACWP là khác biệt giữa chi phí ước tính so với chi phí thực tế. Nếu CV &lt; 0 thì dự án đã thực sự chi nhiều hơn so với kế hoạch.</a:t>
            </a:r>
          </a:p>
          <a:p>
            <a:pPr marL="914400" lvl="1" indent="-457200">
              <a:buFont typeface="Wingdings" panose="05000000000000000000" pitchFamily="2" charset="2"/>
              <a:buNone/>
            </a:pPr>
            <a:r>
              <a:rPr lang="en-US" altLang="en-US" sz="2400"/>
              <a:t>	+ CVA | tháng 1 = $6000 - $8000 = - $2000</a:t>
            </a:r>
          </a:p>
          <a:p>
            <a:pPr marL="533400" indent="-533400"/>
            <a:r>
              <a:rPr lang="en-US" altLang="en-US" sz="2800" b="1"/>
              <a:t>Schedule Variance</a:t>
            </a:r>
          </a:p>
          <a:p>
            <a:pPr marL="533400" indent="-533400">
              <a:buFont typeface="Wingdings" panose="05000000000000000000" pitchFamily="2" charset="2"/>
              <a:buNone/>
            </a:pPr>
            <a:r>
              <a:rPr lang="en-US" altLang="en-US" sz="2800"/>
              <a:t>		</a:t>
            </a:r>
            <a:r>
              <a:rPr lang="en-US" altLang="en-US" sz="2400"/>
              <a:t>+ SV = BCWP – BCWS là sự khác biệt (tính bằng chi phí) giữa mức độ dự kiến phải hoàn thành công việc so với mức độ đã hoàn thành công việc.</a:t>
            </a:r>
          </a:p>
          <a:p>
            <a:pPr marL="533400" indent="-533400">
              <a:buFont typeface="Wingdings" panose="05000000000000000000" pitchFamily="2" charset="2"/>
              <a:buNone/>
            </a:pPr>
            <a:r>
              <a:rPr lang="en-US" altLang="en-US" sz="2400"/>
              <a:t>		+ SVA | tháng 1 = $6000 - $10000 = - $4000</a:t>
            </a:r>
            <a:endParaRPr lang="en-US" altLang="en-US" sz="2000"/>
          </a:p>
          <a:p>
            <a:pPr marL="914400" lvl="1" indent="-457200"/>
            <a:endParaRPr lang="en-US" altLang="en-US" sz="18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78E80E5B-1FE3-D0D8-6225-E7EECA9464DB}"/>
              </a:ext>
            </a:extLst>
          </p:cNvPr>
          <p:cNvSpPr>
            <a:spLocks noGrp="1"/>
          </p:cNvSpPr>
          <p:nvPr>
            <p:ph type="sldNum" sz="quarter" idx="12"/>
          </p:nvPr>
        </p:nvSpPr>
        <p:spPr/>
        <p:txBody>
          <a:bodyPr/>
          <a:lstStyle/>
          <a:p>
            <a:fld id="{EF682807-BB8C-4540-AC24-B5B27D7EE3C0}" type="slidenum">
              <a:rPr lang="en-US" altLang="en-US"/>
              <a:pPr/>
              <a:t>49</a:t>
            </a:fld>
            <a:endParaRPr lang="en-US" altLang="en-US"/>
          </a:p>
        </p:txBody>
      </p:sp>
      <p:sp>
        <p:nvSpPr>
          <p:cNvPr id="1118210" name="Rectangle 2">
            <a:extLst>
              <a:ext uri="{FF2B5EF4-FFF2-40B4-BE49-F238E27FC236}">
                <a16:creationId xmlns:a16="http://schemas.microsoft.com/office/drawing/2014/main" id="{417369F1-9AD4-A5CB-9C7C-89E74AD668D0}"/>
              </a:ext>
            </a:extLst>
          </p:cNvPr>
          <p:cNvSpPr>
            <a:spLocks noGrp="1" noChangeArrowheads="1"/>
          </p:cNvSpPr>
          <p:nvPr>
            <p:ph type="title"/>
          </p:nvPr>
        </p:nvSpPr>
        <p:spPr/>
        <p:txBody>
          <a:bodyPr/>
          <a:lstStyle/>
          <a:p>
            <a:r>
              <a:rPr lang="en-US" altLang="en-US" sz="2800" b="1"/>
              <a:t>TIẾN TRÌNH KIỂM SOÁT KINH PHÍ DA</a:t>
            </a:r>
          </a:p>
        </p:txBody>
      </p:sp>
      <p:sp>
        <p:nvSpPr>
          <p:cNvPr id="1118211" name="Rectangle 3">
            <a:extLst>
              <a:ext uri="{FF2B5EF4-FFF2-40B4-BE49-F238E27FC236}">
                <a16:creationId xmlns:a16="http://schemas.microsoft.com/office/drawing/2014/main" id="{09404945-8D9F-C0AA-DC7B-25A3790FFCBA}"/>
              </a:ext>
            </a:extLst>
          </p:cNvPr>
          <p:cNvSpPr>
            <a:spLocks noGrp="1" noChangeArrowheads="1"/>
          </p:cNvSpPr>
          <p:nvPr>
            <p:ph type="body" idx="1"/>
          </p:nvPr>
        </p:nvSpPr>
        <p:spPr>
          <a:xfrm>
            <a:off x="609600" y="1295400"/>
            <a:ext cx="8305800" cy="5029200"/>
          </a:xfrm>
        </p:spPr>
        <p:txBody>
          <a:bodyPr/>
          <a:lstStyle/>
          <a:p>
            <a:pPr marL="533400" indent="-533400">
              <a:lnSpc>
                <a:spcPct val="90000"/>
              </a:lnSpc>
              <a:buSzTx/>
              <a:buFont typeface="Wingdings" panose="05000000000000000000" pitchFamily="2" charset="2"/>
              <a:buAutoNum type="arabicPeriod"/>
            </a:pPr>
            <a:endParaRPr lang="en-US" altLang="en-US" sz="2000">
              <a:solidFill>
                <a:srgbClr val="FF0066"/>
              </a:solidFill>
            </a:endParaRPr>
          </a:p>
          <a:p>
            <a:pPr marL="533400" indent="-533400">
              <a:lnSpc>
                <a:spcPct val="90000"/>
              </a:lnSpc>
            </a:pPr>
            <a:r>
              <a:rPr lang="en-US" altLang="en-US" sz="2800" b="1"/>
              <a:t>Cost Performance Index</a:t>
            </a:r>
          </a:p>
          <a:p>
            <a:pPr marL="914400" lvl="1" indent="-457200">
              <a:lnSpc>
                <a:spcPct val="90000"/>
              </a:lnSpc>
            </a:pPr>
            <a:r>
              <a:rPr lang="en-US" altLang="en-US" sz="2400"/>
              <a:t>CPI = BCWP / ACWP thể hiện tỉ lệ giữa kinh phí đã hoạch định cho các công việc đã hoàn thành, so với chi phí thực tế. Nếu CPI &lt; 1 thì dự án đã bị lạm chi.</a:t>
            </a:r>
          </a:p>
          <a:p>
            <a:pPr marL="914400" lvl="1" indent="-457200">
              <a:lnSpc>
                <a:spcPct val="90000"/>
              </a:lnSpc>
            </a:pPr>
            <a:r>
              <a:rPr lang="en-US" altLang="en-US" sz="2400"/>
              <a:t>CPI A | tháng 1 = $6000 / $8000 = 0.75, ie. nếu đầu tư $1 vào dự án A thì chỉ nhận được $0.75 từ dự án.</a:t>
            </a:r>
          </a:p>
          <a:p>
            <a:pPr marL="914400" lvl="1" indent="-457200">
              <a:lnSpc>
                <a:spcPct val="90000"/>
              </a:lnSpc>
            </a:pPr>
            <a:r>
              <a:rPr lang="en-US" altLang="en-US" sz="2400"/>
              <a:t>Nếu muốn thành công, và nếu không có sự thay đổi tích cực nào trong cách sử dụng kinh phí thì dự án A cần phải tốn một khoản kinh phí = Tổng kinh phí ban đầu / CPI = $40000 / 0.75 = $53,333 nhiều hơn $13000 so với kinh phí dự kiến ban đầu</a:t>
            </a:r>
          </a:p>
          <a:p>
            <a:pPr marL="914400" lvl="1" indent="-457200">
              <a:lnSpc>
                <a:spcPct val="90000"/>
              </a:lnSpc>
            </a:pPr>
            <a:endParaRPr lang="en-US" altLang="en-US" sz="16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B962D19-5297-3271-1A0B-A5C2A0DB6BBD}"/>
              </a:ext>
            </a:extLst>
          </p:cNvPr>
          <p:cNvSpPr>
            <a:spLocks noGrp="1"/>
          </p:cNvSpPr>
          <p:nvPr>
            <p:ph type="sldNum" sz="quarter" idx="12"/>
          </p:nvPr>
        </p:nvSpPr>
        <p:spPr/>
        <p:txBody>
          <a:bodyPr/>
          <a:lstStyle/>
          <a:p>
            <a:fld id="{880EDBB9-D6FE-4269-A91C-E5FAC8E2BDD2}" type="slidenum">
              <a:rPr lang="en-US" altLang="en-US"/>
              <a:pPr/>
              <a:t>50</a:t>
            </a:fld>
            <a:endParaRPr lang="en-US" altLang="en-US"/>
          </a:p>
        </p:txBody>
      </p:sp>
      <p:sp>
        <p:nvSpPr>
          <p:cNvPr id="1120258" name="Rectangle 2">
            <a:extLst>
              <a:ext uri="{FF2B5EF4-FFF2-40B4-BE49-F238E27FC236}">
                <a16:creationId xmlns:a16="http://schemas.microsoft.com/office/drawing/2014/main" id="{F53C6773-816F-46FF-A515-180E84993241}"/>
              </a:ext>
            </a:extLst>
          </p:cNvPr>
          <p:cNvSpPr>
            <a:spLocks noGrp="1" noChangeArrowheads="1"/>
          </p:cNvSpPr>
          <p:nvPr>
            <p:ph type="title"/>
          </p:nvPr>
        </p:nvSpPr>
        <p:spPr/>
        <p:txBody>
          <a:bodyPr/>
          <a:lstStyle/>
          <a:p>
            <a:r>
              <a:rPr lang="en-US" altLang="en-US" sz="2800" b="1"/>
              <a:t>TIẾN TRÌNH KIỂM SOÁT KINH PHÍ DA</a:t>
            </a:r>
          </a:p>
        </p:txBody>
      </p:sp>
      <p:sp>
        <p:nvSpPr>
          <p:cNvPr id="1120259" name="Rectangle 3">
            <a:extLst>
              <a:ext uri="{FF2B5EF4-FFF2-40B4-BE49-F238E27FC236}">
                <a16:creationId xmlns:a16="http://schemas.microsoft.com/office/drawing/2014/main" id="{4905FA1B-DDD5-E0A4-5EC3-A651F14D7828}"/>
              </a:ext>
            </a:extLst>
          </p:cNvPr>
          <p:cNvSpPr>
            <a:spLocks noGrp="1" noChangeArrowheads="1"/>
          </p:cNvSpPr>
          <p:nvPr>
            <p:ph type="body" idx="1"/>
          </p:nvPr>
        </p:nvSpPr>
        <p:spPr>
          <a:xfrm>
            <a:off x="609600" y="1295400"/>
            <a:ext cx="8305800" cy="5029200"/>
          </a:xfrm>
        </p:spPr>
        <p:txBody>
          <a:bodyPr/>
          <a:lstStyle/>
          <a:p>
            <a:pPr marL="533400" indent="-533400">
              <a:buSzTx/>
              <a:buFont typeface="Wingdings" panose="05000000000000000000" pitchFamily="2" charset="2"/>
              <a:buAutoNum type="arabicPeriod"/>
            </a:pPr>
            <a:endParaRPr lang="en-US" altLang="en-US" sz="2800">
              <a:solidFill>
                <a:srgbClr val="FF0066"/>
              </a:solidFill>
            </a:endParaRPr>
          </a:p>
          <a:p>
            <a:pPr marL="533400" indent="-533400"/>
            <a:r>
              <a:rPr lang="en-US" altLang="en-US" b="1"/>
              <a:t>Schedule Performance Index</a:t>
            </a:r>
          </a:p>
          <a:p>
            <a:pPr marL="914400" lvl="1" indent="-457200"/>
            <a:r>
              <a:rPr lang="en-US" altLang="en-US"/>
              <a:t>SPI = BCWP / BCWS thể hiện mức độ hiệu quả của các ước lượng về kinh phí cho dự án.</a:t>
            </a:r>
          </a:p>
          <a:p>
            <a:pPr marL="914400" lvl="1" indent="-457200"/>
            <a:r>
              <a:rPr lang="en-US" altLang="en-US"/>
              <a:t>SPI A|tháng 1 = $6000 / $10000 = 0.6</a:t>
            </a:r>
          </a:p>
          <a:p>
            <a:pPr marL="914400" lvl="1" indent="-457200"/>
            <a:r>
              <a:rPr lang="en-US" altLang="en-US"/>
              <a:t>Nếu như mức độ hiệu quả của các ước lượng về kinh phí cho dự án A vẫn chỉ ở mức 60% trong các tháng kế tiếp, thì ước tính thời gian hoàn tất dự án A sẽ là 4 tháng / 0.6 = 6.66 tháng, thay vì 4 tháng như đã hoạch định</a:t>
            </a:r>
            <a:endParaRPr lang="en-US" altLang="en-US" sz="2000"/>
          </a:p>
          <a:p>
            <a:pPr marL="914400" lvl="1" indent="-457200"/>
            <a:endParaRPr lang="en-US" altLang="en-US" sz="20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5BAEACA9-5B40-D381-918F-5774D277BFEF}"/>
              </a:ext>
            </a:extLst>
          </p:cNvPr>
          <p:cNvSpPr>
            <a:spLocks noGrp="1"/>
          </p:cNvSpPr>
          <p:nvPr>
            <p:ph type="sldNum" sz="quarter" idx="12"/>
          </p:nvPr>
        </p:nvSpPr>
        <p:spPr/>
        <p:txBody>
          <a:bodyPr/>
          <a:lstStyle/>
          <a:p>
            <a:fld id="{F6F9A8FF-F05F-40D6-B26F-90C4EBA70488}" type="slidenum">
              <a:rPr lang="en-US" altLang="en-US"/>
              <a:pPr/>
              <a:t>51</a:t>
            </a:fld>
            <a:endParaRPr lang="en-US" altLang="en-US"/>
          </a:p>
        </p:txBody>
      </p:sp>
      <p:sp>
        <p:nvSpPr>
          <p:cNvPr id="1122306" name="Rectangle 2">
            <a:extLst>
              <a:ext uri="{FF2B5EF4-FFF2-40B4-BE49-F238E27FC236}">
                <a16:creationId xmlns:a16="http://schemas.microsoft.com/office/drawing/2014/main" id="{E1F67D6D-369F-1263-C4F9-A6167D0A92E1}"/>
              </a:ext>
            </a:extLst>
          </p:cNvPr>
          <p:cNvSpPr>
            <a:spLocks noGrp="1" noChangeArrowheads="1"/>
          </p:cNvSpPr>
          <p:nvPr>
            <p:ph type="title"/>
          </p:nvPr>
        </p:nvSpPr>
        <p:spPr/>
        <p:txBody>
          <a:bodyPr/>
          <a:lstStyle/>
          <a:p>
            <a:r>
              <a:rPr lang="en-US" altLang="en-US" sz="2800" b="1"/>
              <a:t>TIẾN TRÌNH KIỂM SOÁT KINH PHÍ DA</a:t>
            </a:r>
          </a:p>
        </p:txBody>
      </p:sp>
      <p:sp>
        <p:nvSpPr>
          <p:cNvPr id="1122307" name="Rectangle 3">
            <a:extLst>
              <a:ext uri="{FF2B5EF4-FFF2-40B4-BE49-F238E27FC236}">
                <a16:creationId xmlns:a16="http://schemas.microsoft.com/office/drawing/2014/main" id="{D86E3D5C-5E9B-74E2-001E-34B0CD58276A}"/>
              </a:ext>
            </a:extLst>
          </p:cNvPr>
          <p:cNvSpPr>
            <a:spLocks noGrp="1" noChangeArrowheads="1"/>
          </p:cNvSpPr>
          <p:nvPr>
            <p:ph type="body" idx="1"/>
          </p:nvPr>
        </p:nvSpPr>
        <p:spPr>
          <a:xfrm>
            <a:off x="609600" y="1295400"/>
            <a:ext cx="8305800" cy="5029200"/>
          </a:xfrm>
        </p:spPr>
        <p:txBody>
          <a:bodyPr/>
          <a:lstStyle/>
          <a:p>
            <a:pPr marL="609600" indent="-609600">
              <a:buSzTx/>
              <a:buFont typeface="Wingdings" panose="05000000000000000000" pitchFamily="2" charset="2"/>
              <a:buAutoNum type="arabicPeriod"/>
            </a:pPr>
            <a:endParaRPr lang="en-US" altLang="en-US" sz="2800">
              <a:solidFill>
                <a:srgbClr val="FF0066"/>
              </a:solidFill>
            </a:endParaRPr>
          </a:p>
          <a:p>
            <a:pPr marL="609600" indent="-609600"/>
            <a:r>
              <a:rPr lang="en-US" altLang="en-US" b="1"/>
              <a:t>Percent Scheduled for Completion</a:t>
            </a:r>
          </a:p>
          <a:p>
            <a:pPr marL="990600" lvl="1" indent="-533400"/>
            <a:r>
              <a:rPr lang="en-US" altLang="en-US"/>
              <a:t>PSC = ( BCWS / BAC) | t là tỉ lệ phần trăm kinh phí (trên toàn bộ kinh phí) cấp cho các công việc dự kiến hoàn thành đến thời điểm t.</a:t>
            </a:r>
          </a:p>
          <a:p>
            <a:pPr marL="990600" lvl="1" indent="-533400"/>
            <a:r>
              <a:rPr lang="en-US" altLang="en-US"/>
              <a:t>PSC A|tháng 1 = $10000 / $40000 = 0.25 = 25%</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72839FCA-8113-989F-2491-4BBE3AD8D9F0}"/>
              </a:ext>
            </a:extLst>
          </p:cNvPr>
          <p:cNvSpPr>
            <a:spLocks noGrp="1"/>
          </p:cNvSpPr>
          <p:nvPr>
            <p:ph type="sldNum" sz="quarter" idx="12"/>
          </p:nvPr>
        </p:nvSpPr>
        <p:spPr/>
        <p:txBody>
          <a:bodyPr/>
          <a:lstStyle/>
          <a:p>
            <a:fld id="{E19C5BFB-0DBA-499E-9CFF-CB2C80725446}" type="slidenum">
              <a:rPr lang="en-US" altLang="en-US"/>
              <a:pPr/>
              <a:t>52</a:t>
            </a:fld>
            <a:endParaRPr lang="en-US" altLang="en-US"/>
          </a:p>
        </p:txBody>
      </p:sp>
      <p:sp>
        <p:nvSpPr>
          <p:cNvPr id="1124354" name="Rectangle 2">
            <a:extLst>
              <a:ext uri="{FF2B5EF4-FFF2-40B4-BE49-F238E27FC236}">
                <a16:creationId xmlns:a16="http://schemas.microsoft.com/office/drawing/2014/main" id="{83A14543-4D92-0588-F3B3-7BE612D1F469}"/>
              </a:ext>
            </a:extLst>
          </p:cNvPr>
          <p:cNvSpPr>
            <a:spLocks noGrp="1" noChangeArrowheads="1"/>
          </p:cNvSpPr>
          <p:nvPr>
            <p:ph type="title"/>
          </p:nvPr>
        </p:nvSpPr>
        <p:spPr/>
        <p:txBody>
          <a:bodyPr/>
          <a:lstStyle/>
          <a:p>
            <a:r>
              <a:rPr lang="en-US" altLang="en-US" sz="2800" b="1"/>
              <a:t>TIẾN TRÌNH KIỂM SOÁT KINH PHÍ DA</a:t>
            </a:r>
          </a:p>
        </p:txBody>
      </p:sp>
      <p:sp>
        <p:nvSpPr>
          <p:cNvPr id="1124355" name="Rectangle 3">
            <a:extLst>
              <a:ext uri="{FF2B5EF4-FFF2-40B4-BE49-F238E27FC236}">
                <a16:creationId xmlns:a16="http://schemas.microsoft.com/office/drawing/2014/main" id="{63D11CE4-FA47-805F-E26D-A25DBF32DAFF}"/>
              </a:ext>
            </a:extLst>
          </p:cNvPr>
          <p:cNvSpPr>
            <a:spLocks noGrp="1" noChangeArrowheads="1"/>
          </p:cNvSpPr>
          <p:nvPr>
            <p:ph type="body" idx="1"/>
          </p:nvPr>
        </p:nvSpPr>
        <p:spPr>
          <a:xfrm>
            <a:off x="609600" y="1295400"/>
            <a:ext cx="8305800" cy="5029200"/>
          </a:xfrm>
        </p:spPr>
        <p:txBody>
          <a:bodyPr/>
          <a:lstStyle/>
          <a:p>
            <a:pPr marL="609600" indent="-609600">
              <a:buSzTx/>
              <a:buFont typeface="Wingdings" panose="05000000000000000000" pitchFamily="2" charset="2"/>
              <a:buAutoNum type="arabicPeriod"/>
            </a:pPr>
            <a:endParaRPr lang="en-US" altLang="en-US" sz="2800">
              <a:solidFill>
                <a:srgbClr val="FF0066"/>
              </a:solidFill>
            </a:endParaRPr>
          </a:p>
          <a:p>
            <a:pPr marL="609600" indent="-609600"/>
            <a:r>
              <a:rPr lang="en-US" altLang="en-US" b="1"/>
              <a:t>Percent Complete</a:t>
            </a:r>
            <a:r>
              <a:rPr lang="en-US" altLang="en-US"/>
              <a:t> </a:t>
            </a:r>
          </a:p>
          <a:p>
            <a:pPr marL="990600" lvl="1" indent="-533400"/>
            <a:r>
              <a:rPr lang="en-US" altLang="en-US"/>
              <a:t>PC = ( BCWP / BAC ) | t thể hiện phần trăm kinh phí cấp cho các công việc </a:t>
            </a:r>
            <a:r>
              <a:rPr lang="en-US" altLang="en-US" b="1"/>
              <a:t>đã thực sự hoàn thành</a:t>
            </a:r>
            <a:r>
              <a:rPr lang="en-US" altLang="en-US"/>
              <a:t> đến thời điểm t. </a:t>
            </a:r>
          </a:p>
          <a:p>
            <a:pPr marL="990600" lvl="1" indent="-533400"/>
            <a:r>
              <a:rPr lang="en-US" altLang="en-US"/>
              <a:t>Đây là chỉ số thể hiện (gần đúng) mức độ hoàn thành của dự án. </a:t>
            </a:r>
          </a:p>
          <a:p>
            <a:pPr marL="990600" lvl="1" indent="-533400"/>
            <a:r>
              <a:rPr lang="en-US" altLang="en-US"/>
              <a:t>PC A|tháng 1 = $6000 / $40000 = 0.15 = 15%.</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AF6621E0-81CA-39FA-6B01-F3A2914C2E6A}"/>
              </a:ext>
            </a:extLst>
          </p:cNvPr>
          <p:cNvSpPr>
            <a:spLocks noGrp="1"/>
          </p:cNvSpPr>
          <p:nvPr>
            <p:ph type="sldNum" sz="quarter" idx="12"/>
          </p:nvPr>
        </p:nvSpPr>
        <p:spPr/>
        <p:txBody>
          <a:bodyPr/>
          <a:lstStyle/>
          <a:p>
            <a:fld id="{F157A1F2-F2C6-4020-A924-A58105847116}" type="slidenum">
              <a:rPr lang="en-US" altLang="en-US"/>
              <a:pPr/>
              <a:t>53</a:t>
            </a:fld>
            <a:endParaRPr lang="en-US" altLang="en-US"/>
          </a:p>
        </p:txBody>
      </p:sp>
      <p:sp>
        <p:nvSpPr>
          <p:cNvPr id="1128450" name="Rectangle 2">
            <a:extLst>
              <a:ext uri="{FF2B5EF4-FFF2-40B4-BE49-F238E27FC236}">
                <a16:creationId xmlns:a16="http://schemas.microsoft.com/office/drawing/2014/main" id="{0E91B7F0-B3DB-06AD-8C52-EAEC34B5CF31}"/>
              </a:ext>
            </a:extLst>
          </p:cNvPr>
          <p:cNvSpPr>
            <a:spLocks noGrp="1" noChangeArrowheads="1"/>
          </p:cNvSpPr>
          <p:nvPr>
            <p:ph type="title"/>
          </p:nvPr>
        </p:nvSpPr>
        <p:spPr/>
        <p:txBody>
          <a:bodyPr/>
          <a:lstStyle/>
          <a:p>
            <a:r>
              <a:rPr lang="en-US" altLang="en-US" b="1"/>
              <a:t>Q &amp; A</a:t>
            </a:r>
          </a:p>
        </p:txBody>
      </p:sp>
      <p:pic>
        <p:nvPicPr>
          <p:cNvPr id="1128451" name="Picture 3">
            <a:extLst>
              <a:ext uri="{FF2B5EF4-FFF2-40B4-BE49-F238E27FC236}">
                <a16:creationId xmlns:a16="http://schemas.microsoft.com/office/drawing/2014/main" id="{9C95B0B1-199C-E7CD-29C5-C5DFCB5ECC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600200"/>
            <a:ext cx="5830888" cy="38481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086AF1B4-7069-825D-EEA8-5F07B67EA12B}"/>
              </a:ext>
            </a:extLst>
          </p:cNvPr>
          <p:cNvSpPr>
            <a:spLocks noGrp="1"/>
          </p:cNvSpPr>
          <p:nvPr>
            <p:ph type="sldNum" sz="quarter" idx="12"/>
          </p:nvPr>
        </p:nvSpPr>
        <p:spPr/>
        <p:txBody>
          <a:bodyPr/>
          <a:lstStyle/>
          <a:p>
            <a:fld id="{8A1F2702-BBDE-42F8-A2A2-C05195A27549}" type="slidenum">
              <a:rPr lang="en-US" altLang="en-US"/>
              <a:pPr/>
              <a:t>54</a:t>
            </a:fld>
            <a:endParaRPr lang="en-US" altLang="en-US"/>
          </a:p>
        </p:txBody>
      </p:sp>
      <p:sp>
        <p:nvSpPr>
          <p:cNvPr id="1135618" name="Rectangle 2">
            <a:extLst>
              <a:ext uri="{FF2B5EF4-FFF2-40B4-BE49-F238E27FC236}">
                <a16:creationId xmlns:a16="http://schemas.microsoft.com/office/drawing/2014/main" id="{3B611511-D251-4855-FF6E-252C2050837C}"/>
              </a:ext>
            </a:extLst>
          </p:cNvPr>
          <p:cNvSpPr>
            <a:spLocks noGrp="1" noChangeArrowheads="1"/>
          </p:cNvSpPr>
          <p:nvPr>
            <p:ph type="title"/>
          </p:nvPr>
        </p:nvSpPr>
        <p:spPr/>
        <p:txBody>
          <a:bodyPr/>
          <a:lstStyle/>
          <a:p>
            <a:r>
              <a:rPr lang="en-US" altLang="en-US" b="1"/>
              <a:t>ÔN TẬP </a:t>
            </a:r>
          </a:p>
        </p:txBody>
      </p:sp>
      <p:sp>
        <p:nvSpPr>
          <p:cNvPr id="1135619" name="Rectangle 3">
            <a:extLst>
              <a:ext uri="{FF2B5EF4-FFF2-40B4-BE49-F238E27FC236}">
                <a16:creationId xmlns:a16="http://schemas.microsoft.com/office/drawing/2014/main" id="{1C5EA410-0778-EB8E-1924-D7E2EE01BA6E}"/>
              </a:ext>
            </a:extLst>
          </p:cNvPr>
          <p:cNvSpPr>
            <a:spLocks noGrp="1" noChangeArrowheads="1"/>
          </p:cNvSpPr>
          <p:nvPr>
            <p:ph type="body" idx="1"/>
          </p:nvPr>
        </p:nvSpPr>
        <p:spPr>
          <a:xfrm>
            <a:off x="381000" y="1524000"/>
            <a:ext cx="4114800" cy="4495800"/>
          </a:xfrm>
        </p:spPr>
        <p:txBody>
          <a:bodyPr/>
          <a:lstStyle/>
          <a:p>
            <a:pPr marL="609600" indent="-609600">
              <a:lnSpc>
                <a:spcPct val="90000"/>
              </a:lnSpc>
              <a:buSzTx/>
              <a:buFont typeface="Wingdings" panose="05000000000000000000" pitchFamily="2" charset="2"/>
              <a:buAutoNum type="arabicPeriod"/>
            </a:pPr>
            <a:endParaRPr lang="en-US" altLang="en-US" sz="1600"/>
          </a:p>
          <a:p>
            <a:pPr marL="990600" lvl="1" indent="-533400">
              <a:lnSpc>
                <a:spcPct val="90000"/>
              </a:lnSpc>
              <a:buFont typeface="Wingdings" panose="05000000000000000000" pitchFamily="2" charset="2"/>
              <a:buAutoNum type="alphaLcParenR"/>
            </a:pPr>
            <a:r>
              <a:rPr lang="en-US" altLang="en-US" sz="1600"/>
              <a:t>Quản lý giá trị thu được EVM (Earned Value Management)</a:t>
            </a:r>
          </a:p>
          <a:p>
            <a:pPr marL="990600" lvl="1" indent="-533400">
              <a:lnSpc>
                <a:spcPct val="90000"/>
              </a:lnSpc>
              <a:buFont typeface="Wingdings" panose="05000000000000000000" pitchFamily="2" charset="2"/>
              <a:buAutoNum type="alphaLcParenR"/>
            </a:pPr>
            <a:r>
              <a:rPr lang="en-US" altLang="en-US" sz="1600"/>
              <a:t>EAC</a:t>
            </a:r>
          </a:p>
          <a:p>
            <a:pPr marL="990600" lvl="1" indent="-533400">
              <a:lnSpc>
                <a:spcPct val="90000"/>
              </a:lnSpc>
              <a:buFont typeface="Wingdings" panose="05000000000000000000" pitchFamily="2" charset="2"/>
              <a:buAutoNum type="alphaLcParenR"/>
            </a:pPr>
            <a:r>
              <a:rPr lang="en-US" altLang="en-US" sz="1600"/>
              <a:t>BAC</a:t>
            </a:r>
          </a:p>
          <a:p>
            <a:pPr marL="990600" lvl="1" indent="-533400">
              <a:lnSpc>
                <a:spcPct val="90000"/>
              </a:lnSpc>
              <a:buFont typeface="Wingdings" panose="05000000000000000000" pitchFamily="2" charset="2"/>
              <a:buAutoNum type="alphaLcParenR"/>
            </a:pPr>
            <a:r>
              <a:rPr lang="en-US" altLang="en-US" sz="1600"/>
              <a:t>Sunk cost</a:t>
            </a:r>
          </a:p>
          <a:p>
            <a:pPr marL="990600" lvl="1" indent="-533400">
              <a:lnSpc>
                <a:spcPct val="90000"/>
              </a:lnSpc>
              <a:buFont typeface="Wingdings" panose="05000000000000000000" pitchFamily="2" charset="2"/>
              <a:buAutoNum type="alphaLcParenR"/>
            </a:pPr>
            <a:r>
              <a:rPr lang="en-US" altLang="en-US" sz="1600"/>
              <a:t>Lợi nhuận (profits)</a:t>
            </a:r>
          </a:p>
          <a:p>
            <a:pPr marL="990600" lvl="1" indent="-533400">
              <a:lnSpc>
                <a:spcPct val="90000"/>
              </a:lnSpc>
              <a:buFont typeface="Wingdings" panose="05000000000000000000" pitchFamily="2" charset="2"/>
              <a:buAutoNum type="alphaLcParenR"/>
            </a:pPr>
            <a:r>
              <a:rPr lang="en-US" altLang="en-US" sz="1600"/>
              <a:t>Các Chi phí tính được (tangible costs)</a:t>
            </a:r>
          </a:p>
          <a:p>
            <a:pPr marL="990600" lvl="1" indent="-533400">
              <a:lnSpc>
                <a:spcPct val="90000"/>
              </a:lnSpc>
              <a:buFont typeface="Wingdings" panose="05000000000000000000" pitchFamily="2" charset="2"/>
              <a:buAutoNum type="alphaLcParenR"/>
            </a:pPr>
            <a:r>
              <a:rPr lang="en-US" altLang="en-US" sz="1600"/>
              <a:t>Ước tính theo tham số (parametric estimate)</a:t>
            </a:r>
          </a:p>
          <a:p>
            <a:pPr marL="990600" lvl="1" indent="-533400">
              <a:lnSpc>
                <a:spcPct val="90000"/>
              </a:lnSpc>
              <a:buFont typeface="Wingdings" panose="05000000000000000000" pitchFamily="2" charset="2"/>
              <a:buAutoNum type="alphaLcParenR"/>
            </a:pPr>
            <a:r>
              <a:rPr lang="en-US" altLang="en-US" sz="1600"/>
              <a:t>cost budgeting</a:t>
            </a:r>
          </a:p>
          <a:p>
            <a:pPr marL="990600" lvl="1" indent="-533400">
              <a:lnSpc>
                <a:spcPct val="90000"/>
              </a:lnSpc>
              <a:buFont typeface="Wingdings" panose="05000000000000000000" pitchFamily="2" charset="2"/>
              <a:buAutoNum type="alphaLcParenR"/>
            </a:pPr>
            <a:r>
              <a:rPr lang="en-US" altLang="en-US" sz="1600"/>
              <a:t>SPI</a:t>
            </a:r>
          </a:p>
          <a:p>
            <a:pPr marL="990600" lvl="1" indent="-533400">
              <a:lnSpc>
                <a:spcPct val="90000"/>
              </a:lnSpc>
              <a:buFont typeface="Wingdings" panose="05000000000000000000" pitchFamily="2" charset="2"/>
              <a:buAutoNum type="alphaLcParenR"/>
            </a:pPr>
            <a:r>
              <a:rPr lang="en-US" altLang="en-US" sz="1600"/>
              <a:t>CPI</a:t>
            </a:r>
          </a:p>
          <a:p>
            <a:pPr marL="990600" lvl="1" indent="-533400">
              <a:lnSpc>
                <a:spcPct val="90000"/>
              </a:lnSpc>
              <a:buFont typeface="Wingdings" panose="05000000000000000000" pitchFamily="2" charset="2"/>
              <a:buAutoNum type="alphaLcParenR"/>
            </a:pPr>
            <a:r>
              <a:rPr lang="en-US" altLang="en-US" sz="1600"/>
              <a:t>Biến thiên chi phí (cost variance)</a:t>
            </a:r>
          </a:p>
          <a:p>
            <a:pPr marL="990600" lvl="1" indent="-533400">
              <a:lnSpc>
                <a:spcPct val="90000"/>
              </a:lnSpc>
              <a:buFont typeface="Wingdings" panose="05000000000000000000" pitchFamily="2" charset="2"/>
              <a:buAutoNum type="alphaLcParenR"/>
            </a:pPr>
            <a:r>
              <a:rPr lang="en-US" altLang="en-US" sz="1600"/>
              <a:t>Biến động lịch (schedule variance)</a:t>
            </a:r>
          </a:p>
        </p:txBody>
      </p:sp>
      <p:sp>
        <p:nvSpPr>
          <p:cNvPr id="1135620" name="Rectangle 4">
            <a:extLst>
              <a:ext uri="{FF2B5EF4-FFF2-40B4-BE49-F238E27FC236}">
                <a16:creationId xmlns:a16="http://schemas.microsoft.com/office/drawing/2014/main" id="{F503DC97-5C76-5975-8076-8C91B449F54B}"/>
              </a:ext>
            </a:extLst>
          </p:cNvPr>
          <p:cNvSpPr>
            <a:spLocks noChangeArrowheads="1"/>
          </p:cNvSpPr>
          <p:nvPr/>
        </p:nvSpPr>
        <p:spPr bwMode="auto">
          <a:xfrm>
            <a:off x="3810000" y="1371600"/>
            <a:ext cx="5181600"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lgn="l">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990600" indent="-533400" algn="l">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371600" indent="-457200" algn="l">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752600" indent="-381000" algn="l">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209800" indent="-381000" algn="l">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667000" indent="-38100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3124200" indent="-38100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581400" indent="-38100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4038600" indent="-38100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buSzTx/>
              <a:buFont typeface="Wingdings" panose="05000000000000000000" pitchFamily="2" charset="2"/>
              <a:buAutoNum type="arabicPeriod"/>
            </a:pPr>
            <a:endParaRPr lang="en-US" altLang="en-US" sz="1600" b="0"/>
          </a:p>
          <a:p>
            <a:pPr lvl="1" eaLnBrk="1" hangingPunct="1">
              <a:buFont typeface="Wingdings" panose="05000000000000000000" pitchFamily="2" charset="2"/>
              <a:buAutoNum type="arabicPeriod"/>
            </a:pPr>
            <a:r>
              <a:rPr lang="en-US" altLang="en-US" sz="1600" b="0"/>
              <a:t>Một các gì đó mà không nên xem xét đến khi làm quyết định về dự án tương lai.</a:t>
            </a:r>
          </a:p>
          <a:p>
            <a:pPr lvl="1" eaLnBrk="1" hangingPunct="1">
              <a:buFont typeface="Wingdings" panose="05000000000000000000" pitchFamily="2" charset="2"/>
              <a:buAutoNum type="arabicPeriod"/>
            </a:pPr>
            <a:r>
              <a:rPr lang="en-US" altLang="en-US" sz="1600" b="0"/>
              <a:t>Những chi phí mà ta có thể dễ dàng ước tính bằng tiền tệ ($US).</a:t>
            </a:r>
          </a:p>
          <a:p>
            <a:pPr lvl="1" eaLnBrk="1" hangingPunct="1">
              <a:buFont typeface="Wingdings" panose="05000000000000000000" pitchFamily="2" charset="2"/>
              <a:buAutoNum type="arabicPeriod"/>
            </a:pPr>
            <a:r>
              <a:rPr lang="en-US" altLang="en-US" sz="1600" b="0"/>
              <a:t>Doanh thu – chi phí.</a:t>
            </a:r>
          </a:p>
          <a:p>
            <a:pPr lvl="1" eaLnBrk="1" hangingPunct="1">
              <a:buFont typeface="Wingdings" panose="05000000000000000000" pitchFamily="2" charset="2"/>
              <a:buAutoNum type="arabicPeriod"/>
            </a:pPr>
            <a:r>
              <a:rPr lang="en-US" altLang="en-US" sz="1600" b="0"/>
              <a:t>Ngân sách toàn phần ban đầu (gốc) cho một dự án. </a:t>
            </a:r>
          </a:p>
          <a:p>
            <a:pPr lvl="1" eaLnBrk="1" hangingPunct="1">
              <a:buFont typeface="Wingdings" panose="05000000000000000000" pitchFamily="2" charset="2"/>
              <a:buAutoNum type="arabicPeriod"/>
            </a:pPr>
            <a:r>
              <a:rPr lang="en-US" altLang="en-US" sz="1600" b="0"/>
              <a:t>Có thể tính được bằng BAC/CPI</a:t>
            </a:r>
          </a:p>
          <a:p>
            <a:pPr lvl="1" eaLnBrk="1" hangingPunct="1">
              <a:buFont typeface="Wingdings" panose="05000000000000000000" pitchFamily="2" charset="2"/>
              <a:buAutoNum type="arabicPeriod"/>
            </a:pPr>
            <a:r>
              <a:rPr lang="en-US" altLang="en-US" sz="1600" b="0"/>
              <a:t>Một kỹ thuật đo lường tính năng/hiệu năng của một dự án mà tích hợp cả phạm vi, thời gian và chi phí.</a:t>
            </a:r>
          </a:p>
          <a:p>
            <a:pPr lvl="1" eaLnBrk="1" hangingPunct="1">
              <a:buFont typeface="Wingdings" panose="05000000000000000000" pitchFamily="2" charset="2"/>
              <a:buAutoNum type="arabicPeriod"/>
            </a:pPr>
            <a:r>
              <a:rPr lang="en-US" altLang="en-US" sz="1600" b="0"/>
              <a:t>EV/AC</a:t>
            </a:r>
          </a:p>
          <a:p>
            <a:pPr lvl="1" eaLnBrk="1" hangingPunct="1">
              <a:buFont typeface="Wingdings" panose="05000000000000000000" pitchFamily="2" charset="2"/>
              <a:buAutoNum type="arabicPeriod"/>
            </a:pPr>
            <a:r>
              <a:rPr lang="en-US" altLang="en-US" sz="1600" b="0"/>
              <a:t>EV-PV</a:t>
            </a:r>
          </a:p>
          <a:p>
            <a:pPr lvl="1" eaLnBrk="1" hangingPunct="1">
              <a:buFont typeface="Wingdings" panose="05000000000000000000" pitchFamily="2" charset="2"/>
              <a:buAutoNum type="arabicPeriod"/>
            </a:pPr>
            <a:r>
              <a:rPr lang="en-US" altLang="en-US" sz="1600" b="0"/>
              <a:t>EV-AC</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C47EAE42-0687-5822-2DC1-D558D62ECE3E}"/>
              </a:ext>
            </a:extLst>
          </p:cNvPr>
          <p:cNvSpPr>
            <a:spLocks noGrp="1"/>
          </p:cNvSpPr>
          <p:nvPr>
            <p:ph type="sldNum" sz="quarter" idx="12"/>
          </p:nvPr>
        </p:nvSpPr>
        <p:spPr/>
        <p:txBody>
          <a:bodyPr/>
          <a:lstStyle/>
          <a:p>
            <a:fld id="{84EDD4C5-8542-49D8-B4C1-4225F2068D82}" type="slidenum">
              <a:rPr lang="en-US" altLang="en-US"/>
              <a:pPr/>
              <a:t>55</a:t>
            </a:fld>
            <a:endParaRPr lang="en-US" altLang="en-US"/>
          </a:p>
        </p:txBody>
      </p:sp>
      <p:graphicFrame>
        <p:nvGraphicFramePr>
          <p:cNvPr id="1150978" name="Group 2">
            <a:extLst>
              <a:ext uri="{FF2B5EF4-FFF2-40B4-BE49-F238E27FC236}">
                <a16:creationId xmlns:a16="http://schemas.microsoft.com/office/drawing/2014/main" id="{6BEDB917-CDD5-312D-0935-7A482C9AC1C9}"/>
              </a:ext>
            </a:extLst>
          </p:cNvPr>
          <p:cNvGraphicFramePr>
            <a:graphicFrameLocks noGrp="1"/>
          </p:cNvGraphicFramePr>
          <p:nvPr>
            <p:ph sz="half" idx="1"/>
          </p:nvPr>
        </p:nvGraphicFramePr>
        <p:xfrm>
          <a:off x="762000" y="1782763"/>
          <a:ext cx="5257800" cy="4106862"/>
        </p:xfrm>
        <a:graphic>
          <a:graphicData uri="http://schemas.openxmlformats.org/drawingml/2006/table">
            <a:tbl>
              <a:tblPr/>
              <a:tblGrid>
                <a:gridCol w="879475">
                  <a:extLst>
                    <a:ext uri="{9D8B030D-6E8A-4147-A177-3AD203B41FA5}">
                      <a16:colId xmlns:a16="http://schemas.microsoft.com/office/drawing/2014/main" val="1923511496"/>
                    </a:ext>
                  </a:extLst>
                </a:gridCol>
                <a:gridCol w="1416050">
                  <a:extLst>
                    <a:ext uri="{9D8B030D-6E8A-4147-A177-3AD203B41FA5}">
                      <a16:colId xmlns:a16="http://schemas.microsoft.com/office/drawing/2014/main" val="990228020"/>
                    </a:ext>
                  </a:extLst>
                </a:gridCol>
                <a:gridCol w="915988">
                  <a:extLst>
                    <a:ext uri="{9D8B030D-6E8A-4147-A177-3AD203B41FA5}">
                      <a16:colId xmlns:a16="http://schemas.microsoft.com/office/drawing/2014/main" val="1498439805"/>
                    </a:ext>
                  </a:extLst>
                </a:gridCol>
                <a:gridCol w="1127125">
                  <a:extLst>
                    <a:ext uri="{9D8B030D-6E8A-4147-A177-3AD203B41FA5}">
                      <a16:colId xmlns:a16="http://schemas.microsoft.com/office/drawing/2014/main" val="2412289307"/>
                    </a:ext>
                  </a:extLst>
                </a:gridCol>
                <a:gridCol w="919162">
                  <a:extLst>
                    <a:ext uri="{9D8B030D-6E8A-4147-A177-3AD203B41FA5}">
                      <a16:colId xmlns:a16="http://schemas.microsoft.com/office/drawing/2014/main" val="3111623624"/>
                    </a:ext>
                  </a:extLst>
                </a:gridCol>
              </a:tblGrid>
              <a:tr h="180975">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a:t>
                      </a:r>
                      <a:r>
                        <a:rPr kumimoji="0" lang="en-US" altLang="en-US" sz="1200" b="1" i="0" u="none" strike="noStrike" cap="none" normalizeH="0" baseline="0">
                          <a:ln>
                            <a:noFill/>
                          </a:ln>
                          <a:solidFill>
                            <a:schemeClr val="tx1"/>
                          </a:solidFill>
                          <a:effectLst/>
                          <a:latin typeface="Tahoma" panose="020B0604030504040204" pitchFamily="34" charset="0"/>
                        </a:rPr>
                        <a:t>ông việc</a:t>
                      </a:r>
                      <a:r>
                        <a:rPr kumimoji="0" lang="en-US" altLang="en-US" sz="12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Ng</a:t>
                      </a:r>
                      <a:r>
                        <a:rPr kumimoji="0" lang="en-US" altLang="en-US" sz="1200" b="1" i="0" u="none" strike="noStrike" cap="none" normalizeH="0" baseline="0">
                          <a:ln>
                            <a:noFill/>
                          </a:ln>
                          <a:solidFill>
                            <a:schemeClr val="tx1"/>
                          </a:solidFill>
                          <a:effectLst/>
                          <a:latin typeface="Tahoma" panose="020B0604030504040204" pitchFamily="34" charset="0"/>
                        </a:rPr>
                        <a:t>ày hoàn thành</a:t>
                      </a:r>
                      <a:r>
                        <a:rPr kumimoji="0" lang="en-US" altLang="en-US" sz="12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PV ($M) </a:t>
                      </a:r>
                      <a:endParaRPr kumimoji="0" lang="en-US" altLang="en-US" sz="12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EV ($M) </a:t>
                      </a:r>
                      <a:endParaRPr kumimoji="0" lang="en-US" altLang="en-US" sz="12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AC ($M) </a:t>
                      </a:r>
                      <a:endParaRPr kumimoji="0" lang="en-US" altLang="en-US" sz="12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81714857"/>
                  </a:ext>
                </a:extLst>
              </a:tr>
              <a:tr h="339725">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31/01</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10</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10</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12</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86699052"/>
                  </a:ext>
                </a:extLst>
              </a:tr>
              <a:tr h="339725">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B</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28/02</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5</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5</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95715801"/>
                  </a:ext>
                </a:extLst>
              </a:tr>
              <a:tr h="341313">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31/03</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6</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8</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8</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03609981"/>
                  </a:ext>
                </a:extLst>
              </a:tr>
              <a:tr h="339725">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D</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12/05</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15</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13</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12</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22502377"/>
                  </a:ext>
                </a:extLst>
              </a:tr>
              <a:tr h="339725">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E</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30/06</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20</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20</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30</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90650927"/>
                  </a:ext>
                </a:extLst>
              </a:tr>
              <a:tr h="339725">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F</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18/07</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80690372"/>
                  </a:ext>
                </a:extLst>
              </a:tr>
              <a:tr h="339725">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G</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30/08</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35</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53746924"/>
                  </a:ext>
                </a:extLst>
              </a:tr>
              <a:tr h="341313">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H</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22/10</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22</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52062612"/>
                  </a:ext>
                </a:extLst>
              </a:tr>
              <a:tr h="339725">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29/10</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22</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61933633"/>
                  </a:ext>
                </a:extLst>
              </a:tr>
              <a:tr h="339725">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J</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30/11</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9</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lgn="l">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lgn="l">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lgn="l">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lgn="l">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a:t>
                      </a:r>
                      <a:endParaRPr kumimoji="0" lang="en-US" altLang="en-US" sz="1800" b="1" i="0" u="none" strike="noStrike" cap="none" normalizeH="0" baseline="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01815040"/>
                  </a:ext>
                </a:extLst>
              </a:tr>
            </a:tbl>
          </a:graphicData>
        </a:graphic>
      </p:graphicFrame>
      <p:sp>
        <p:nvSpPr>
          <p:cNvPr id="1151052" name="Rectangle 76">
            <a:extLst>
              <a:ext uri="{FF2B5EF4-FFF2-40B4-BE49-F238E27FC236}">
                <a16:creationId xmlns:a16="http://schemas.microsoft.com/office/drawing/2014/main" id="{751DFE73-DEC7-80D8-6AC2-05200DBAC966}"/>
              </a:ext>
            </a:extLst>
          </p:cNvPr>
          <p:cNvSpPr>
            <a:spLocks noChangeArrowheads="1"/>
          </p:cNvSpPr>
          <p:nvPr/>
        </p:nvSpPr>
        <p:spPr bwMode="auto">
          <a:xfrm>
            <a:off x="6248400" y="2466975"/>
            <a:ext cx="2667000" cy="173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42900" indent="-342900" algn="l">
              <a:defRPr>
                <a:solidFill>
                  <a:schemeClr val="tx1"/>
                </a:solidFill>
                <a:latin typeface="Arial" panose="020B0604020202020204" pitchFamily="34" charset="0"/>
              </a:defRPr>
            </a:lvl1pPr>
            <a:lvl2pPr marL="800100" indent="-342900" algn="l">
              <a:defRPr>
                <a:solidFill>
                  <a:schemeClr val="tx1"/>
                </a:solidFill>
                <a:latin typeface="Arial" panose="020B0604020202020204" pitchFamily="34" charset="0"/>
              </a:defRPr>
            </a:lvl2pPr>
            <a:lvl3pPr marL="1257300" indent="-342900" algn="l">
              <a:defRPr>
                <a:solidFill>
                  <a:schemeClr val="tx1"/>
                </a:solidFill>
                <a:latin typeface="Arial" panose="020B0604020202020204" pitchFamily="34" charset="0"/>
              </a:defRPr>
            </a:lvl3pPr>
            <a:lvl4pPr marL="1714500" indent="-342900" algn="l">
              <a:defRPr>
                <a:solidFill>
                  <a:schemeClr val="tx1"/>
                </a:solidFill>
                <a:latin typeface="Arial" panose="020B0604020202020204" pitchFamily="34" charset="0"/>
              </a:defRPr>
            </a:lvl4pPr>
            <a:lvl5pPr marL="2171700" indent="-342900" algn="l">
              <a:defRPr>
                <a:solidFill>
                  <a:schemeClr val="tx1"/>
                </a:solidFill>
                <a:latin typeface="Arial" panose="020B0604020202020204" pitchFamily="34" charset="0"/>
              </a:defRPr>
            </a:lvl5pPr>
            <a:lvl6pPr marL="2628900" indent="-342900" fontAlgn="base">
              <a:spcBef>
                <a:spcPct val="0"/>
              </a:spcBef>
              <a:spcAft>
                <a:spcPct val="0"/>
              </a:spcAft>
              <a:defRPr>
                <a:solidFill>
                  <a:schemeClr val="tx1"/>
                </a:solidFill>
                <a:latin typeface="Arial" panose="020B0604020202020204" pitchFamily="34" charset="0"/>
              </a:defRPr>
            </a:lvl6pPr>
            <a:lvl7pPr marL="3086100" indent="-342900" fontAlgn="base">
              <a:spcBef>
                <a:spcPct val="0"/>
              </a:spcBef>
              <a:spcAft>
                <a:spcPct val="0"/>
              </a:spcAft>
              <a:defRPr>
                <a:solidFill>
                  <a:schemeClr val="tx1"/>
                </a:solidFill>
                <a:latin typeface="Arial" panose="020B0604020202020204" pitchFamily="34" charset="0"/>
              </a:defRPr>
            </a:lvl7pPr>
            <a:lvl8pPr marL="3543300" indent="-342900" fontAlgn="base">
              <a:spcBef>
                <a:spcPct val="0"/>
              </a:spcBef>
              <a:spcAft>
                <a:spcPct val="0"/>
              </a:spcAft>
              <a:defRPr>
                <a:solidFill>
                  <a:schemeClr val="tx1"/>
                </a:solidFill>
                <a:latin typeface="Arial" panose="020B0604020202020204" pitchFamily="34" charset="0"/>
              </a:defRPr>
            </a:lvl8pPr>
            <a:lvl9pPr marL="4000500" indent="-342900" fontAlgn="base">
              <a:spcBef>
                <a:spcPct val="0"/>
              </a:spcBef>
              <a:spcAft>
                <a:spcPct val="0"/>
              </a:spcAft>
              <a:defRPr>
                <a:solidFill>
                  <a:schemeClr val="tx1"/>
                </a:solidFill>
                <a:latin typeface="Arial" panose="020B0604020202020204" pitchFamily="34" charset="0"/>
              </a:defRPr>
            </a:lvl9pPr>
          </a:lstStyle>
          <a:p>
            <a:pPr>
              <a:buFontTx/>
              <a:buAutoNum type="arabicParenR"/>
            </a:pPr>
            <a:r>
              <a:rPr lang="en-US" altLang="en-US" sz="1200">
                <a:latin typeface="Tahoma" panose="020B0604030504040204" pitchFamily="34" charset="0"/>
              </a:rPr>
              <a:t>Cost Variance?</a:t>
            </a:r>
          </a:p>
          <a:p>
            <a:pPr>
              <a:buFontTx/>
              <a:buAutoNum type="arabicParenR"/>
            </a:pPr>
            <a:r>
              <a:rPr lang="en-US" altLang="en-US" sz="1200">
                <a:latin typeface="Tahoma" panose="020B0604030504040204" pitchFamily="34" charset="0"/>
              </a:rPr>
              <a:t>Schedule Variance? </a:t>
            </a:r>
          </a:p>
          <a:p>
            <a:pPr>
              <a:buFontTx/>
              <a:buAutoNum type="arabicParenR"/>
            </a:pPr>
            <a:r>
              <a:rPr lang="en-US" altLang="en-US" sz="1200">
                <a:latin typeface="Tahoma" panose="020B0604030504040204" pitchFamily="34" charset="0"/>
              </a:rPr>
              <a:t>CPI? </a:t>
            </a:r>
          </a:p>
          <a:p>
            <a:pPr>
              <a:buFontTx/>
              <a:buAutoNum type="arabicParenR"/>
            </a:pPr>
            <a:r>
              <a:rPr lang="en-US" altLang="en-US" sz="1200">
                <a:latin typeface="Tahoma" panose="020B0604030504040204" pitchFamily="34" charset="0"/>
              </a:rPr>
              <a:t>SPI?</a:t>
            </a:r>
          </a:p>
          <a:p>
            <a:pPr>
              <a:buFontTx/>
              <a:buAutoNum type="arabicParenR"/>
            </a:pPr>
            <a:r>
              <a:rPr lang="en-US" altLang="en-US" sz="1200">
                <a:latin typeface="Tahoma" panose="020B0604030504040204" pitchFamily="34" charset="0"/>
              </a:rPr>
              <a:t>BAC? </a:t>
            </a:r>
          </a:p>
          <a:p>
            <a:pPr>
              <a:buFontTx/>
              <a:buAutoNum type="arabicParenR"/>
            </a:pPr>
            <a:r>
              <a:rPr lang="en-US" altLang="en-US" sz="1200">
                <a:latin typeface="Tahoma" panose="020B0604030504040204" pitchFamily="34" charset="0"/>
              </a:rPr>
              <a:t>EAC?</a:t>
            </a:r>
          </a:p>
          <a:p>
            <a:pPr>
              <a:buFontTx/>
              <a:buAutoNum type="arabicParenR"/>
            </a:pPr>
            <a:r>
              <a:rPr lang="en-US" altLang="en-US" sz="1200">
                <a:latin typeface="Tahoma" panose="020B0604030504040204" pitchFamily="34" charset="0"/>
              </a:rPr>
              <a:t>ETC? </a:t>
            </a:r>
          </a:p>
          <a:p>
            <a:pPr>
              <a:buFontTx/>
              <a:buAutoNum type="arabicParenR"/>
            </a:pPr>
            <a:r>
              <a:rPr lang="en-US" altLang="en-US" sz="1200">
                <a:latin typeface="Tahoma" panose="020B0604030504040204" pitchFamily="34" charset="0"/>
              </a:rPr>
              <a:t>Percent Complete? </a:t>
            </a:r>
          </a:p>
          <a:p>
            <a:pPr>
              <a:buFontTx/>
              <a:buAutoNum type="arabicParenR"/>
            </a:pPr>
            <a:r>
              <a:rPr lang="en-US" altLang="en-US" sz="1200">
                <a:latin typeface="Tahoma" panose="020B0604030504040204" pitchFamily="34" charset="0"/>
              </a:rPr>
              <a:t>Percent Spent? </a:t>
            </a:r>
          </a:p>
        </p:txBody>
      </p:sp>
      <p:sp>
        <p:nvSpPr>
          <p:cNvPr id="1151053" name="Rectangle 77">
            <a:extLst>
              <a:ext uri="{FF2B5EF4-FFF2-40B4-BE49-F238E27FC236}">
                <a16:creationId xmlns:a16="http://schemas.microsoft.com/office/drawing/2014/main" id="{AC5F0681-58AF-E1DE-55BB-032F25245060}"/>
              </a:ext>
            </a:extLst>
          </p:cNvPr>
          <p:cNvSpPr>
            <a:spLocks noChangeArrowheads="1"/>
          </p:cNvSpPr>
          <p:nvPr/>
        </p:nvSpPr>
        <p:spPr bwMode="auto">
          <a:xfrm>
            <a:off x="6019800" y="1858963"/>
            <a:ext cx="31940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eaLnBrk="1" hangingPunct="1"/>
            <a:r>
              <a:rPr lang="en-US" altLang="en-US" sz="2000">
                <a:solidFill>
                  <a:schemeClr val="folHlink"/>
                </a:solidFill>
              </a:rPr>
              <a:t>Giả sử hôm nay:  30/06</a:t>
            </a:r>
          </a:p>
        </p:txBody>
      </p:sp>
      <p:sp>
        <p:nvSpPr>
          <p:cNvPr id="1151054" name="Rectangle 78">
            <a:extLst>
              <a:ext uri="{FF2B5EF4-FFF2-40B4-BE49-F238E27FC236}">
                <a16:creationId xmlns:a16="http://schemas.microsoft.com/office/drawing/2014/main" id="{2DF24E56-530D-D067-1AFC-ED049A04FFE9}"/>
              </a:ext>
            </a:extLst>
          </p:cNvPr>
          <p:cNvSpPr>
            <a:spLocks noGrp="1" noChangeArrowheads="1"/>
          </p:cNvSpPr>
          <p:nvPr>
            <p:ph type="title"/>
          </p:nvPr>
        </p:nvSpPr>
        <p:spPr/>
        <p:txBody>
          <a:bodyPr/>
          <a:lstStyle/>
          <a:p>
            <a:r>
              <a:rPr lang="en-US" altLang="en-US" b="1"/>
              <a:t>BÀI TẬP 1</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1A5766AE-72FA-5850-4902-3C898194779D}"/>
              </a:ext>
            </a:extLst>
          </p:cNvPr>
          <p:cNvSpPr>
            <a:spLocks noGrp="1"/>
          </p:cNvSpPr>
          <p:nvPr>
            <p:ph type="sldNum" sz="quarter" idx="12"/>
          </p:nvPr>
        </p:nvSpPr>
        <p:spPr/>
        <p:txBody>
          <a:bodyPr/>
          <a:lstStyle/>
          <a:p>
            <a:fld id="{F05E0348-A038-4F5E-95D1-DB1DE18562DD}" type="slidenum">
              <a:rPr lang="en-US" altLang="en-US"/>
              <a:pPr/>
              <a:t>56</a:t>
            </a:fld>
            <a:endParaRPr lang="en-US" altLang="en-US"/>
          </a:p>
        </p:txBody>
      </p:sp>
      <p:sp>
        <p:nvSpPr>
          <p:cNvPr id="1145208" name="Rectangle 376">
            <a:extLst>
              <a:ext uri="{FF2B5EF4-FFF2-40B4-BE49-F238E27FC236}">
                <a16:creationId xmlns:a16="http://schemas.microsoft.com/office/drawing/2014/main" id="{140B634F-451F-F8B5-ADE3-AC1721D81D14}"/>
              </a:ext>
            </a:extLst>
          </p:cNvPr>
          <p:cNvSpPr>
            <a:spLocks noChangeArrowheads="1"/>
          </p:cNvSpPr>
          <p:nvPr/>
        </p:nvSpPr>
        <p:spPr bwMode="auto">
          <a:xfrm>
            <a:off x="457200" y="1752600"/>
            <a:ext cx="8458200" cy="3662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42900" indent="-342900" algn="l">
              <a:defRPr>
                <a:solidFill>
                  <a:schemeClr val="tx1"/>
                </a:solidFill>
                <a:latin typeface="Arial" panose="020B0604020202020204" pitchFamily="34" charset="0"/>
              </a:defRPr>
            </a:lvl1pPr>
            <a:lvl2pPr marL="800100" indent="-342900" algn="l">
              <a:defRPr>
                <a:solidFill>
                  <a:schemeClr val="tx1"/>
                </a:solidFill>
                <a:latin typeface="Arial" panose="020B0604020202020204" pitchFamily="34" charset="0"/>
              </a:defRPr>
            </a:lvl2pPr>
            <a:lvl3pPr marL="1257300" indent="-342900" algn="l">
              <a:defRPr>
                <a:solidFill>
                  <a:schemeClr val="tx1"/>
                </a:solidFill>
                <a:latin typeface="Arial" panose="020B0604020202020204" pitchFamily="34" charset="0"/>
              </a:defRPr>
            </a:lvl3pPr>
            <a:lvl4pPr marL="1714500" indent="-342900" algn="l">
              <a:defRPr>
                <a:solidFill>
                  <a:schemeClr val="tx1"/>
                </a:solidFill>
                <a:latin typeface="Arial" panose="020B0604020202020204" pitchFamily="34" charset="0"/>
              </a:defRPr>
            </a:lvl4pPr>
            <a:lvl5pPr marL="2171700" indent="-342900" algn="l">
              <a:defRPr>
                <a:solidFill>
                  <a:schemeClr val="tx1"/>
                </a:solidFill>
                <a:latin typeface="Arial" panose="020B0604020202020204" pitchFamily="34" charset="0"/>
              </a:defRPr>
            </a:lvl5pPr>
            <a:lvl6pPr marL="2628900" indent="-342900" fontAlgn="base">
              <a:spcBef>
                <a:spcPct val="0"/>
              </a:spcBef>
              <a:spcAft>
                <a:spcPct val="0"/>
              </a:spcAft>
              <a:defRPr>
                <a:solidFill>
                  <a:schemeClr val="tx1"/>
                </a:solidFill>
                <a:latin typeface="Arial" panose="020B0604020202020204" pitchFamily="34" charset="0"/>
              </a:defRPr>
            </a:lvl6pPr>
            <a:lvl7pPr marL="3086100" indent="-342900" fontAlgn="base">
              <a:spcBef>
                <a:spcPct val="0"/>
              </a:spcBef>
              <a:spcAft>
                <a:spcPct val="0"/>
              </a:spcAft>
              <a:defRPr>
                <a:solidFill>
                  <a:schemeClr val="tx1"/>
                </a:solidFill>
                <a:latin typeface="Arial" panose="020B0604020202020204" pitchFamily="34" charset="0"/>
              </a:defRPr>
            </a:lvl7pPr>
            <a:lvl8pPr marL="3543300" indent="-342900" fontAlgn="base">
              <a:spcBef>
                <a:spcPct val="0"/>
              </a:spcBef>
              <a:spcAft>
                <a:spcPct val="0"/>
              </a:spcAft>
              <a:defRPr>
                <a:solidFill>
                  <a:schemeClr val="tx1"/>
                </a:solidFill>
                <a:latin typeface="Arial" panose="020B0604020202020204" pitchFamily="34" charset="0"/>
              </a:defRPr>
            </a:lvl8pPr>
            <a:lvl9pPr marL="4000500" indent="-342900" fontAlgn="base">
              <a:spcBef>
                <a:spcPct val="0"/>
              </a:spcBef>
              <a:spcAft>
                <a:spcPct val="0"/>
              </a:spcAft>
              <a:defRPr>
                <a:solidFill>
                  <a:schemeClr val="tx1"/>
                </a:solidFill>
                <a:latin typeface="Arial" panose="020B0604020202020204" pitchFamily="34" charset="0"/>
              </a:defRPr>
            </a:lvl9pPr>
          </a:lstStyle>
          <a:p>
            <a:r>
              <a:rPr lang="en-US" altLang="en-US">
                <a:latin typeface="Tahoma" panose="020B0604030504040204" pitchFamily="34" charset="0"/>
              </a:rPr>
              <a:t>BCWS = 10 + 5 + 6 +15 + 20 = 56 </a:t>
            </a:r>
          </a:p>
          <a:p>
            <a:r>
              <a:rPr lang="en-US" altLang="en-US">
                <a:latin typeface="Tahoma" panose="020B0604030504040204" pitchFamily="34" charset="0"/>
              </a:rPr>
              <a:t>BCWP = 10 + 4 + 8 + 13 + 20 = 55 </a:t>
            </a:r>
          </a:p>
          <a:p>
            <a:r>
              <a:rPr lang="en-US" altLang="en-US">
                <a:latin typeface="Tahoma" panose="020B0604030504040204" pitchFamily="34" charset="0"/>
              </a:rPr>
              <a:t>ACWP = 12 + 5 + 8 + 12 + 30 = 67</a:t>
            </a:r>
          </a:p>
          <a:p>
            <a:endParaRPr lang="en-US" altLang="en-US">
              <a:latin typeface="Tahoma" panose="020B0604030504040204" pitchFamily="34" charset="0"/>
            </a:endParaRPr>
          </a:p>
          <a:p>
            <a:pPr>
              <a:buFontTx/>
              <a:buChar char="•"/>
            </a:pPr>
            <a:r>
              <a:rPr lang="en-US" altLang="en-US">
                <a:latin typeface="Tahoma" panose="020B0604030504040204" pitchFamily="34" charset="0"/>
              </a:rPr>
              <a:t>CV = BCWP - ACWP = 55 – 67 = -12</a:t>
            </a:r>
          </a:p>
          <a:p>
            <a:pPr>
              <a:buFontTx/>
              <a:buChar char="•"/>
            </a:pPr>
            <a:r>
              <a:rPr lang="en-US" altLang="en-US">
                <a:latin typeface="Tahoma" panose="020B0604030504040204" pitchFamily="34" charset="0"/>
              </a:rPr>
              <a:t>SV = BCWP - BCWS = 55 - 56 = -1  </a:t>
            </a:r>
          </a:p>
          <a:p>
            <a:pPr>
              <a:buFontTx/>
              <a:buChar char="•"/>
            </a:pPr>
            <a:r>
              <a:rPr lang="en-US" altLang="en-US">
                <a:latin typeface="Tahoma" panose="020B0604030504040204" pitchFamily="34" charset="0"/>
              </a:rPr>
              <a:t>CPI = BCWP / ACWP = 55 / 67 = 0.82  </a:t>
            </a:r>
          </a:p>
          <a:p>
            <a:pPr>
              <a:buFontTx/>
              <a:buChar char="•"/>
            </a:pPr>
            <a:r>
              <a:rPr lang="en-US" altLang="en-US">
                <a:latin typeface="Tahoma" panose="020B0604030504040204" pitchFamily="34" charset="0"/>
              </a:rPr>
              <a:t>SPI = BCWP / BCWS = 55 / 56 = 0.98 </a:t>
            </a:r>
          </a:p>
          <a:p>
            <a:pPr>
              <a:buFontTx/>
              <a:buChar char="•"/>
            </a:pPr>
            <a:r>
              <a:rPr lang="en-US" altLang="en-US">
                <a:latin typeface="Tahoma" panose="020B0604030504040204" pitchFamily="34" charset="0"/>
              </a:rPr>
              <a:t>BAC = A + B + C + D + E + F + G + H + I + J = 147 </a:t>
            </a:r>
          </a:p>
          <a:p>
            <a:pPr>
              <a:buFontTx/>
              <a:buChar char="•"/>
            </a:pPr>
            <a:r>
              <a:rPr lang="en-US" altLang="en-US">
                <a:latin typeface="Tahoma" panose="020B0604030504040204" pitchFamily="34" charset="0"/>
              </a:rPr>
              <a:t>EAC (</a:t>
            </a:r>
            <a:r>
              <a:rPr lang="en-US" altLang="en-US" i="1">
                <a:latin typeface="Tahoma" panose="020B0604030504040204" pitchFamily="34" charset="0"/>
              </a:rPr>
              <a:t>Estimated at Completion</a:t>
            </a:r>
            <a:r>
              <a:rPr lang="en-US" altLang="en-US">
                <a:latin typeface="Tahoma" panose="020B0604030504040204" pitchFamily="34" charset="0"/>
              </a:rPr>
              <a:t>) = BAC / CPI = 147 / 0.82 = 179.27 </a:t>
            </a:r>
          </a:p>
          <a:p>
            <a:pPr>
              <a:buFontTx/>
              <a:buChar char="•"/>
            </a:pPr>
            <a:r>
              <a:rPr lang="en-US" altLang="en-US">
                <a:latin typeface="Tahoma" panose="020B0604030504040204" pitchFamily="34" charset="0"/>
              </a:rPr>
              <a:t>ETC (Estimate to Completion) = EAC - ACWP = 179.27 – 67 = 112.27</a:t>
            </a:r>
          </a:p>
          <a:p>
            <a:pPr>
              <a:buFontTx/>
              <a:buChar char="•"/>
            </a:pPr>
            <a:r>
              <a:rPr lang="en-US" altLang="en-US">
                <a:latin typeface="Tahoma" panose="020B0604030504040204" pitchFamily="34" charset="0"/>
              </a:rPr>
              <a:t>PC (Percent Complete) = BCWP / BAC = 55 / 147 = 0.37 = 37% </a:t>
            </a:r>
          </a:p>
          <a:p>
            <a:pPr>
              <a:buFontTx/>
              <a:buChar char="•"/>
            </a:pPr>
            <a:r>
              <a:rPr lang="en-US" altLang="en-US">
                <a:latin typeface="Tahoma" panose="020B0604030504040204" pitchFamily="34" charset="0"/>
              </a:rPr>
              <a:t>PS (Percent Spent) = ACWP / BAC = 67 / 147 = 0.46 = 46%. </a:t>
            </a:r>
          </a:p>
        </p:txBody>
      </p:sp>
      <p:sp>
        <p:nvSpPr>
          <p:cNvPr id="1145255" name="Rectangle 423">
            <a:extLst>
              <a:ext uri="{FF2B5EF4-FFF2-40B4-BE49-F238E27FC236}">
                <a16:creationId xmlns:a16="http://schemas.microsoft.com/office/drawing/2014/main" id="{952757E0-0B5B-ACF8-E36C-47154EEA7A3F}"/>
              </a:ext>
            </a:extLst>
          </p:cNvPr>
          <p:cNvSpPr>
            <a:spLocks noGrp="1" noChangeArrowheads="1"/>
          </p:cNvSpPr>
          <p:nvPr>
            <p:ph type="title"/>
          </p:nvPr>
        </p:nvSpPr>
        <p:spPr/>
        <p:txBody>
          <a:bodyPr/>
          <a:lstStyle/>
          <a:p>
            <a:r>
              <a:rPr lang="en-US" altLang="en-US" b="1"/>
              <a:t>BÀI GIẢI</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65B309AD-EB78-F92B-8D9F-2339D501A508}"/>
              </a:ext>
            </a:extLst>
          </p:cNvPr>
          <p:cNvSpPr>
            <a:spLocks noGrp="1"/>
          </p:cNvSpPr>
          <p:nvPr>
            <p:ph type="sldNum" sz="quarter" idx="12"/>
          </p:nvPr>
        </p:nvSpPr>
        <p:spPr/>
        <p:txBody>
          <a:bodyPr/>
          <a:lstStyle/>
          <a:p>
            <a:fld id="{13E482A0-1F71-4D3C-A634-0B657590FF06}" type="slidenum">
              <a:rPr lang="en-US" altLang="en-US"/>
              <a:pPr/>
              <a:t>57</a:t>
            </a:fld>
            <a:endParaRPr lang="en-US" altLang="en-US"/>
          </a:p>
        </p:txBody>
      </p:sp>
      <p:sp>
        <p:nvSpPr>
          <p:cNvPr id="1155150" name="Rectangle 78">
            <a:extLst>
              <a:ext uri="{FF2B5EF4-FFF2-40B4-BE49-F238E27FC236}">
                <a16:creationId xmlns:a16="http://schemas.microsoft.com/office/drawing/2014/main" id="{7AA26586-94FC-FF6D-067D-A347A424929F}"/>
              </a:ext>
            </a:extLst>
          </p:cNvPr>
          <p:cNvSpPr>
            <a:spLocks noGrp="1" noChangeArrowheads="1"/>
          </p:cNvSpPr>
          <p:nvPr>
            <p:ph type="title"/>
          </p:nvPr>
        </p:nvSpPr>
        <p:spPr/>
        <p:txBody>
          <a:bodyPr/>
          <a:lstStyle/>
          <a:p>
            <a:r>
              <a:rPr lang="en-US" altLang="en-US" b="1"/>
              <a:t>BÀI TẬP 2</a:t>
            </a:r>
          </a:p>
        </p:txBody>
      </p:sp>
      <p:sp>
        <p:nvSpPr>
          <p:cNvPr id="1155152" name="Rectangle 80">
            <a:extLst>
              <a:ext uri="{FF2B5EF4-FFF2-40B4-BE49-F238E27FC236}">
                <a16:creationId xmlns:a16="http://schemas.microsoft.com/office/drawing/2014/main" id="{28D753E1-F2E1-7C7E-A950-D17FFF749616}"/>
              </a:ext>
            </a:extLst>
          </p:cNvPr>
          <p:cNvSpPr>
            <a:spLocks noChangeArrowheads="1"/>
          </p:cNvSpPr>
          <p:nvPr/>
        </p:nvSpPr>
        <p:spPr bwMode="auto">
          <a:xfrm>
            <a:off x="609600" y="1295400"/>
            <a:ext cx="8305800"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533400" indent="-533400" algn="l">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914400" indent="-457200" algn="l">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295400" indent="-381000" algn="l">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714500" indent="-342900" algn="l">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171700" indent="-342900" algn="l">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628900" indent="-34290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3086100" indent="-34290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543300" indent="-34290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4000500" indent="-34290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buSzTx/>
              <a:buFont typeface="Wingdings" panose="05000000000000000000" pitchFamily="2" charset="2"/>
              <a:buAutoNum type="arabicPeriod"/>
            </a:pPr>
            <a:endParaRPr lang="en-US" altLang="en-US" sz="2400" b="0">
              <a:solidFill>
                <a:srgbClr val="FF0066"/>
              </a:solidFill>
            </a:endParaRPr>
          </a:p>
          <a:p>
            <a:pPr eaLnBrk="1" hangingPunct="1"/>
            <a:r>
              <a:rPr lang="vi-VN" altLang="en-US" b="0">
                <a:latin typeface="Arial" panose="020B0604020202020204" pitchFamily="34" charset="0"/>
              </a:rPr>
              <a:t>Giả sử một gói công việc dự kiến sẽ được hoàn thành ngày hôm nay với chi phí là $ </a:t>
            </a:r>
            <a:r>
              <a:rPr lang="vi-VN" altLang="en-US">
                <a:latin typeface="Arial" panose="020B0604020202020204" pitchFamily="34" charset="0"/>
              </a:rPr>
              <a:t>1500</a:t>
            </a:r>
            <a:r>
              <a:rPr lang="vi-VN" altLang="en-US" b="0">
                <a:latin typeface="Arial" panose="020B0604020202020204" pitchFamily="34" charset="0"/>
              </a:rPr>
              <a:t>. </a:t>
            </a:r>
            <a:endParaRPr lang="en-US" altLang="en-US" b="0">
              <a:latin typeface="Arial" panose="020B0604020202020204" pitchFamily="34" charset="0"/>
            </a:endParaRPr>
          </a:p>
          <a:p>
            <a:pPr eaLnBrk="1" hangingPunct="1"/>
            <a:r>
              <a:rPr lang="en-US" altLang="en-US" b="0">
                <a:latin typeface="Arial" panose="020B0604020202020204" pitchFamily="34" charset="0"/>
              </a:rPr>
              <a:t>Hi</a:t>
            </a:r>
            <a:r>
              <a:rPr lang="vi-VN" altLang="en-US" b="0">
                <a:latin typeface="Arial" panose="020B0604020202020204" pitchFamily="34" charset="0"/>
              </a:rPr>
              <a:t>ệ</a:t>
            </a:r>
            <a:r>
              <a:rPr lang="en-US" altLang="en-US" b="0">
                <a:latin typeface="Arial" panose="020B0604020202020204" pitchFamily="34" charset="0"/>
              </a:rPr>
              <a:t>n t</a:t>
            </a:r>
            <a:r>
              <a:rPr lang="vi-VN" altLang="en-US" b="0">
                <a:latin typeface="Arial" panose="020B0604020202020204" pitchFamily="34" charset="0"/>
              </a:rPr>
              <a:t>ạ</a:t>
            </a:r>
            <a:r>
              <a:rPr lang="en-US" altLang="en-US" b="0">
                <a:latin typeface="Arial" panose="020B0604020202020204" pitchFamily="34" charset="0"/>
              </a:rPr>
              <a:t>i</a:t>
            </a:r>
            <a:r>
              <a:rPr lang="vi-VN" altLang="en-US" b="0">
                <a:latin typeface="Arial" panose="020B0604020202020204" pitchFamily="34" charset="0"/>
              </a:rPr>
              <a:t> chỉ hoàn thành</a:t>
            </a:r>
            <a:r>
              <a:rPr lang="en-US" altLang="en-US" b="0">
                <a:latin typeface="Arial" panose="020B0604020202020204" pitchFamily="34" charset="0"/>
              </a:rPr>
              <a:t> </a:t>
            </a:r>
            <a:r>
              <a:rPr lang="en-US" altLang="en-US" b="0"/>
              <a:t>được </a:t>
            </a:r>
            <a:r>
              <a:rPr lang="en-US" altLang="en-US">
                <a:latin typeface="Arial" panose="020B0604020202020204" pitchFamily="34" charset="0"/>
              </a:rPr>
              <a:t>2/3</a:t>
            </a:r>
            <a:r>
              <a:rPr lang="en-US" altLang="en-US" b="0">
                <a:latin typeface="Arial" panose="020B0604020202020204" pitchFamily="34" charset="0"/>
              </a:rPr>
              <a:t> kh</a:t>
            </a:r>
            <a:r>
              <a:rPr lang="en-US" altLang="en-US" b="0"/>
              <a:t>ối lượng công việc. </a:t>
            </a:r>
          </a:p>
          <a:p>
            <a:pPr eaLnBrk="1" hangingPunct="1"/>
            <a:r>
              <a:rPr lang="en-US" altLang="en-US" b="0">
                <a:latin typeface="Arial" panose="020B0604020202020204" pitchFamily="34" charset="0"/>
              </a:rPr>
              <a:t>Chi ph</a:t>
            </a:r>
            <a:r>
              <a:rPr lang="vi-VN" altLang="en-US" b="0">
                <a:latin typeface="Arial" panose="020B0604020202020204" pitchFamily="34" charset="0"/>
              </a:rPr>
              <a:t>í</a:t>
            </a:r>
            <a:r>
              <a:rPr lang="en-US" altLang="en-US" b="0">
                <a:latin typeface="Arial" panose="020B0604020202020204" pitchFamily="34" charset="0"/>
              </a:rPr>
              <a:t> th</a:t>
            </a:r>
            <a:r>
              <a:rPr lang="vi-VN" altLang="en-US" b="0">
                <a:latin typeface="Arial" panose="020B0604020202020204" pitchFamily="34" charset="0"/>
              </a:rPr>
              <a:t>ự</a:t>
            </a:r>
            <a:r>
              <a:rPr lang="en-US" altLang="en-US" b="0">
                <a:latin typeface="Arial" panose="020B0604020202020204" pitchFamily="34" charset="0"/>
              </a:rPr>
              <a:t>c t</a:t>
            </a:r>
            <a:r>
              <a:rPr lang="vi-VN" altLang="en-US" b="0">
                <a:latin typeface="Arial" panose="020B0604020202020204" pitchFamily="34" charset="0"/>
              </a:rPr>
              <a:t>ế đã chi </a:t>
            </a:r>
            <a:r>
              <a:rPr lang="en-US" altLang="en-US" b="0">
                <a:latin typeface="Arial" panose="020B0604020202020204" pitchFamily="34" charset="0"/>
              </a:rPr>
              <a:t> l</a:t>
            </a:r>
            <a:r>
              <a:rPr lang="vi-VN" altLang="en-US" b="0">
                <a:latin typeface="Arial" panose="020B0604020202020204" pitchFamily="34" charset="0"/>
              </a:rPr>
              <a:t>à</a:t>
            </a:r>
            <a:r>
              <a:rPr lang="en-US" altLang="en-US" b="0">
                <a:latin typeface="Arial" panose="020B0604020202020204" pitchFamily="34" charset="0"/>
              </a:rPr>
              <a:t> </a:t>
            </a:r>
            <a:r>
              <a:rPr lang="vi-VN" altLang="en-US">
                <a:latin typeface="Arial" panose="020B0604020202020204" pitchFamily="34" charset="0"/>
              </a:rPr>
              <a:t>$1350</a:t>
            </a:r>
            <a:r>
              <a:rPr lang="vi-VN" altLang="en-US" b="0">
                <a:latin typeface="Arial" panose="020B0604020202020204" pitchFamily="34" charset="0"/>
              </a:rPr>
              <a:t>.</a:t>
            </a:r>
            <a:r>
              <a:rPr lang="en-US" altLang="en-US" b="0"/>
              <a:t> </a:t>
            </a:r>
          </a:p>
          <a:p>
            <a:pPr eaLnBrk="1" hangingPunct="1">
              <a:buFont typeface="Wingdings" panose="05000000000000000000" pitchFamily="2" charset="2"/>
              <a:buNone/>
            </a:pPr>
            <a:endParaRPr lang="en-US" altLang="en-US" b="0">
              <a:sym typeface="Wingdings" panose="05000000000000000000" pitchFamily="2" charset="2"/>
            </a:endParaRPr>
          </a:p>
          <a:p>
            <a:pPr eaLnBrk="1" hangingPunct="1">
              <a:buFont typeface="Wingdings" panose="05000000000000000000" pitchFamily="2" charset="2"/>
              <a:buNone/>
            </a:pPr>
            <a:r>
              <a:rPr lang="en-US" altLang="en-US" b="0">
                <a:sym typeface="Wingdings" panose="05000000000000000000" pitchFamily="2" charset="2"/>
              </a:rPr>
              <a:t> </a:t>
            </a:r>
            <a:r>
              <a:rPr lang="en-US" altLang="en-US" b="0"/>
              <a:t>Tính </a:t>
            </a:r>
            <a:r>
              <a:rPr lang="en-US" altLang="en-US"/>
              <a:t>CPI, SPI, ETC, EAC</a:t>
            </a:r>
            <a:r>
              <a:rPr lang="en-US" altLang="en-US" b="0"/>
              <a:t>.</a:t>
            </a:r>
            <a:endParaRPr lang="en-US" altLang="en-US" sz="2000" b="0"/>
          </a:p>
          <a:p>
            <a:pPr lvl="1" eaLnBrk="1" hangingPunct="1"/>
            <a:endParaRPr lang="en-US" altLang="en-US" sz="1800" b="0"/>
          </a:p>
        </p:txBody>
      </p:sp>
    </p:spTree>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altLang="en-US" sz="1800" b="1" i="0" u="none" strike="noStrike" cap="none" normalizeH="0" baseline="0" smtClean="0">
            <a:ln>
              <a:noFill/>
            </a:ln>
            <a:solidFill>
              <a:schemeClr val="tx1"/>
            </a:solidFill>
            <a:effectLst/>
            <a:latin typeface="Tahoma" panose="020B0604030504040204"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altLang="en-US" sz="1800" b="1" i="0" u="none" strike="noStrike" cap="none" normalizeH="0" baseline="0" smtClean="0">
            <a:ln>
              <a:noFill/>
            </a:ln>
            <a:solidFill>
              <a:schemeClr val="tx1"/>
            </a:solidFill>
            <a:effectLst/>
            <a:latin typeface="Tahoma" panose="020B0604030504040204"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Watermark</Template>
  <TotalTime>6303</TotalTime>
  <Words>5324</Words>
  <Application>Microsoft Office PowerPoint</Application>
  <PresentationFormat>On-screen Show (4:3)</PresentationFormat>
  <Paragraphs>666</Paragraphs>
  <Slides>57</Slides>
  <Notes>57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57</vt:i4>
      </vt:variant>
    </vt:vector>
  </HeadingPairs>
  <TitlesOfParts>
    <vt:vector size="64" baseType="lpstr">
      <vt:lpstr>Arial</vt:lpstr>
      <vt:lpstr>Tahoma</vt:lpstr>
      <vt:lpstr>Wingdings</vt:lpstr>
      <vt:lpstr>Times New Roman</vt:lpstr>
      <vt:lpstr>Verdana</vt:lpstr>
      <vt:lpstr>Symbol</vt:lpstr>
      <vt:lpstr>Blends</vt:lpstr>
      <vt:lpstr>CHƯƠNG 4</vt:lpstr>
      <vt:lpstr>MỤC ĐÍCH</vt:lpstr>
      <vt:lpstr>GIỚI THIỆU CHUNG</vt:lpstr>
      <vt:lpstr>GIỚI THIỆU CHUNG</vt:lpstr>
      <vt:lpstr>GIỚI THIỆU CHUNG</vt:lpstr>
      <vt:lpstr>LẬP KẾ HOẠCH NGÂN SÁCH</vt:lpstr>
      <vt:lpstr>ƯỚC TÍNH CHI PHÍ</vt:lpstr>
      <vt:lpstr>ƯỚC TÍNH CHI PHÍ</vt:lpstr>
      <vt:lpstr>ƯỚC TÍNH CHI PHÍ</vt:lpstr>
      <vt:lpstr>ƯỚC TÍNH CHI PHÍ</vt:lpstr>
      <vt:lpstr>ƯỚC TÍNH CHI PHÍ</vt:lpstr>
      <vt:lpstr>LẬP NGÂN SÁCH CHI PHÍ</vt:lpstr>
      <vt:lpstr>KIỂM SOÁT -  ĐIỀU CHỈNH CHI PHÍ</vt:lpstr>
      <vt:lpstr>TIẾN TRÌNH ƯỚC TÍNH KINH PHÍ</vt:lpstr>
      <vt:lpstr>TÍNH GIÁ TRỊ DA TẠO RA CHO TỔ CHỨC</vt:lpstr>
      <vt:lpstr>TÍNH GIÁ TRỊ DA TẠO RA CHO TỔ CHỨC</vt:lpstr>
      <vt:lpstr>TÍNH GIÁ TRỊ DA TẠO RA CHO TỔ CHỨC</vt:lpstr>
      <vt:lpstr>TÍNH GIÁ TRỊ DA TẠO RA CHO TỔ CHỨC</vt:lpstr>
      <vt:lpstr>TÍNH GIÁ TRỊ DA TẠO RA CHO TỔ CHỨC</vt:lpstr>
      <vt:lpstr>TÍNH GIÁ TRỊ DA TẠO RA CHO TỔ CHỨC</vt:lpstr>
      <vt:lpstr>TÍNH GIÁ TRỊ DA TẠO RA CHO TỔ CHỨC</vt:lpstr>
      <vt:lpstr>TÍNH GIÁ TRỊ DA TẠO RA CHO TỔ CHỨC</vt:lpstr>
      <vt:lpstr>TÍNH CHI PHÍ DA</vt:lpstr>
      <vt:lpstr>TÍNH CHI PHÍ DA</vt:lpstr>
      <vt:lpstr>TÍNH CHI PHÍ DA</vt:lpstr>
      <vt:lpstr>TÍNH CHI PHÍ DA</vt:lpstr>
      <vt:lpstr>TÍNH CHI PHÍ DA</vt:lpstr>
      <vt:lpstr>TÍNH CHI PHÍ DA</vt:lpstr>
      <vt:lpstr>FINANCIAL MODEL</vt:lpstr>
      <vt:lpstr>FINANCIAL MODEL</vt:lpstr>
      <vt:lpstr>FINANCIAL MODEL</vt:lpstr>
      <vt:lpstr>FINANCIAL MODEL</vt:lpstr>
      <vt:lpstr>FINANCIAL MODEL</vt:lpstr>
      <vt:lpstr>VÍ DỤ</vt:lpstr>
      <vt:lpstr>VÍ DỤ</vt:lpstr>
      <vt:lpstr>VÍ DỤ</vt:lpstr>
      <vt:lpstr>TIẾN TRÌNH KIỂM SOÁT KINH PHÍ DA</vt:lpstr>
      <vt:lpstr>TIẾN TRÌNH KIỂM SOÁT KINH PHÍ DA</vt:lpstr>
      <vt:lpstr>TIẾN TRÌNH KIỂM SOÁT KINH PHÍ DA</vt:lpstr>
      <vt:lpstr>TIẾN TRÌNH KIỂM SOÁT KINH PHÍ DA</vt:lpstr>
      <vt:lpstr>TIẾN TRÌNH KIỂM SOÁT KINH PHÍ DA</vt:lpstr>
      <vt:lpstr>TIẾN TRÌNH KIỂM SOÁT KINH PHÍ DA</vt:lpstr>
      <vt:lpstr>TIẾN TRÌNH KIỂM SOÁT KINH PHÍ DA</vt:lpstr>
      <vt:lpstr>TIẾN TRÌNH KIỂM SOÁT KINH PHÍ DA</vt:lpstr>
      <vt:lpstr>TIẾN TRÌNH KIỂM SOÁT KINH PHÍ DA</vt:lpstr>
      <vt:lpstr>TIẾN TRÌNH KIỂM SOÁT KINH PHÍ DA</vt:lpstr>
      <vt:lpstr>TIẾN TRÌNH KIỂM SOÁT KINH PHÍ DA</vt:lpstr>
      <vt:lpstr>TIẾN TRÌNH KIỂM SOÁT KINH PHÍ DA</vt:lpstr>
      <vt:lpstr>TIẾN TRÌNH KIỂM SOÁT KINH PHÍ DA</vt:lpstr>
      <vt:lpstr>TIẾN TRÌNH KIỂM SOÁT KINH PHÍ DA</vt:lpstr>
      <vt:lpstr>TIẾN TRÌNH KIỂM SOÁT KINH PHÍ DA</vt:lpstr>
      <vt:lpstr>TIẾN TRÌNH KIỂM SOÁT KINH PHÍ DA</vt:lpstr>
      <vt:lpstr>Q &amp; A</vt:lpstr>
      <vt:lpstr>ÔN TẬP </vt:lpstr>
      <vt:lpstr>BÀI TẬP 1</vt:lpstr>
      <vt:lpstr>BÀI GIẢI</vt:lpstr>
      <vt:lpstr>BÀI TẬP 2</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Phân tích tình huống Casual Togs, Inc</dc:title>
  <dc:creator>Tung Le</dc:creator>
  <cp:lastModifiedBy>Tung Le</cp:lastModifiedBy>
  <cp:revision>914</cp:revision>
  <dcterms:created xsi:type="dcterms:W3CDTF">2008-10-03T19:20:07Z</dcterms:created>
  <dcterms:modified xsi:type="dcterms:W3CDTF">2023-04-09T01:42:16Z</dcterms:modified>
</cp:coreProperties>
</file>