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20"/>
  </p:notesMasterIdLst>
  <p:handoutMasterIdLst>
    <p:handoutMasterId r:id="rId21"/>
  </p:handoutMasterIdLst>
  <p:sldIdLst>
    <p:sldId id="256" r:id="rId2"/>
    <p:sldId id="257" r:id="rId3"/>
    <p:sldId id="352" r:id="rId4"/>
    <p:sldId id="582" r:id="rId5"/>
    <p:sldId id="583" r:id="rId6"/>
    <p:sldId id="584" r:id="rId7"/>
    <p:sldId id="585" r:id="rId8"/>
    <p:sldId id="586" r:id="rId9"/>
    <p:sldId id="587" r:id="rId10"/>
    <p:sldId id="588" r:id="rId11"/>
    <p:sldId id="589" r:id="rId12"/>
    <p:sldId id="590" r:id="rId13"/>
    <p:sldId id="313" r:id="rId14"/>
    <p:sldId id="333" r:id="rId15"/>
    <p:sldId id="334" r:id="rId16"/>
    <p:sldId id="314" r:id="rId17"/>
    <p:sldId id="335" r:id="rId18"/>
    <p:sldId id="581" r:id="rId19"/>
  </p:sldIdLst>
  <p:sldSz cx="9144000" cy="6858000" type="screen4x3"/>
  <p:notesSz cx="7315200" cy="9601200"/>
  <p:defaultTextStyle>
    <a:defPPr>
      <a:defRPr lang="en-US"/>
    </a:defPPr>
    <a:lvl1pPr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1pPr>
    <a:lvl2pPr marL="4572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2pPr>
    <a:lvl3pPr marL="9144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3pPr>
    <a:lvl4pPr marL="13716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4pPr>
    <a:lvl5pPr marL="1828800" algn="ctr" rtl="0" eaLnBrk="0" fontAlgn="base" hangingPunct="0">
      <a:spcBef>
        <a:spcPct val="0"/>
      </a:spcBef>
      <a:spcAft>
        <a:spcPct val="0"/>
      </a:spcAft>
      <a:defRPr b="1" kern="1200">
        <a:solidFill>
          <a:schemeClr val="tx1"/>
        </a:solidFill>
        <a:latin typeface="Tahoma" panose="020B0604030504040204" pitchFamily="34" charset="0"/>
        <a:ea typeface="+mn-ea"/>
        <a:cs typeface="+mn-cs"/>
      </a:defRPr>
    </a:lvl5pPr>
    <a:lvl6pPr marL="2286000" algn="l" defTabSz="914400" rtl="0" eaLnBrk="1" latinLnBrk="0" hangingPunct="1">
      <a:defRPr b="1" kern="1200">
        <a:solidFill>
          <a:schemeClr val="tx1"/>
        </a:solidFill>
        <a:latin typeface="Tahoma" panose="020B0604030504040204" pitchFamily="34" charset="0"/>
        <a:ea typeface="+mn-ea"/>
        <a:cs typeface="+mn-cs"/>
      </a:defRPr>
    </a:lvl6pPr>
    <a:lvl7pPr marL="2743200" algn="l" defTabSz="914400" rtl="0" eaLnBrk="1" latinLnBrk="0" hangingPunct="1">
      <a:defRPr b="1" kern="1200">
        <a:solidFill>
          <a:schemeClr val="tx1"/>
        </a:solidFill>
        <a:latin typeface="Tahoma" panose="020B0604030504040204" pitchFamily="34" charset="0"/>
        <a:ea typeface="+mn-ea"/>
        <a:cs typeface="+mn-cs"/>
      </a:defRPr>
    </a:lvl7pPr>
    <a:lvl8pPr marL="3200400" algn="l" defTabSz="914400" rtl="0" eaLnBrk="1" latinLnBrk="0" hangingPunct="1">
      <a:defRPr b="1" kern="1200">
        <a:solidFill>
          <a:schemeClr val="tx1"/>
        </a:solidFill>
        <a:latin typeface="Tahoma" panose="020B0604030504040204" pitchFamily="34" charset="0"/>
        <a:ea typeface="+mn-ea"/>
        <a:cs typeface="+mn-cs"/>
      </a:defRPr>
    </a:lvl8pPr>
    <a:lvl9pPr marL="3657600" algn="l" defTabSz="914400" rtl="0" eaLnBrk="1" latinLnBrk="0" hangingPunct="1">
      <a:defRPr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ong"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E8F907"/>
    <a:srgbClr val="FF9900"/>
    <a:srgbClr val="2ADF21"/>
    <a:srgbClr val="EA2A16"/>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6" autoAdjust="0"/>
    <p:restoredTop sz="80378" autoAdjust="0"/>
  </p:normalViewPr>
  <p:slideViewPr>
    <p:cSldViewPr>
      <p:cViewPr varScale="1">
        <p:scale>
          <a:sx n="65" d="100"/>
          <a:sy n="65" d="100"/>
        </p:scale>
        <p:origin x="1867"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54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54F76315-B676-D39A-04F8-56CB4C7D3942}"/>
              </a:ext>
            </a:extLst>
          </p:cNvPr>
          <p:cNvSpPr>
            <a:spLocks noGrp="1" noChangeArrowheads="1"/>
          </p:cNvSpPr>
          <p:nvPr>
            <p:ph type="hdr" sz="quarter"/>
          </p:nvPr>
        </p:nvSpPr>
        <p:spPr bwMode="auto">
          <a:xfrm>
            <a:off x="0" y="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t" anchorCtr="0" compatLnSpc="1">
            <a:prstTxWarp prst="textNoShape">
              <a:avLst/>
            </a:prstTxWarp>
          </a:bodyPr>
          <a:lstStyle>
            <a:lvl1pPr algn="l" defTabSz="944563" eaLnBrk="1" hangingPunct="1">
              <a:defRPr sz="1200" b="0">
                <a:latin typeface="Arial" panose="020B0604020202020204" pitchFamily="34" charset="0"/>
              </a:defRPr>
            </a:lvl1pPr>
          </a:lstStyle>
          <a:p>
            <a:endParaRPr lang="en-US" altLang="en-US"/>
          </a:p>
        </p:txBody>
      </p:sp>
      <p:sp>
        <p:nvSpPr>
          <p:cNvPr id="253955" name="Rectangle 3">
            <a:extLst>
              <a:ext uri="{FF2B5EF4-FFF2-40B4-BE49-F238E27FC236}">
                <a16:creationId xmlns:a16="http://schemas.microsoft.com/office/drawing/2014/main" id="{E51D369C-3D01-6627-36E4-0F0D9EF5B446}"/>
              </a:ext>
            </a:extLst>
          </p:cNvPr>
          <p:cNvSpPr>
            <a:spLocks noGrp="1" noChangeArrowheads="1"/>
          </p:cNvSpPr>
          <p:nvPr>
            <p:ph type="dt" sz="quarter" idx="1"/>
          </p:nvPr>
        </p:nvSpPr>
        <p:spPr bwMode="auto">
          <a:xfrm>
            <a:off x="4143375" y="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t" anchorCtr="0" compatLnSpc="1">
            <a:prstTxWarp prst="textNoShape">
              <a:avLst/>
            </a:prstTxWarp>
          </a:bodyPr>
          <a:lstStyle>
            <a:lvl1pPr algn="r" defTabSz="944563" eaLnBrk="1" hangingPunct="1">
              <a:defRPr sz="1200" b="0">
                <a:latin typeface="Arial" panose="020B0604020202020204" pitchFamily="34" charset="0"/>
              </a:defRPr>
            </a:lvl1pPr>
          </a:lstStyle>
          <a:p>
            <a:endParaRPr lang="en-US" altLang="en-US"/>
          </a:p>
        </p:txBody>
      </p:sp>
      <p:sp>
        <p:nvSpPr>
          <p:cNvPr id="253956" name="Rectangle 4">
            <a:extLst>
              <a:ext uri="{FF2B5EF4-FFF2-40B4-BE49-F238E27FC236}">
                <a16:creationId xmlns:a16="http://schemas.microsoft.com/office/drawing/2014/main" id="{0C2E5F2B-0464-4D8D-4C03-61C6FEF223BA}"/>
              </a:ext>
            </a:extLst>
          </p:cNvPr>
          <p:cNvSpPr>
            <a:spLocks noGrp="1" noChangeArrowheads="1"/>
          </p:cNvSpPr>
          <p:nvPr>
            <p:ph type="ftr" sz="quarter" idx="2"/>
          </p:nvPr>
        </p:nvSpPr>
        <p:spPr bwMode="auto">
          <a:xfrm>
            <a:off x="0" y="911860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b" anchorCtr="0" compatLnSpc="1">
            <a:prstTxWarp prst="textNoShape">
              <a:avLst/>
            </a:prstTxWarp>
          </a:bodyPr>
          <a:lstStyle>
            <a:lvl1pPr algn="l" defTabSz="944563" eaLnBrk="1" hangingPunct="1">
              <a:defRPr sz="1200" b="0">
                <a:latin typeface="Arial" panose="020B0604020202020204" pitchFamily="34" charset="0"/>
              </a:defRPr>
            </a:lvl1pPr>
          </a:lstStyle>
          <a:p>
            <a:endParaRPr lang="en-US" altLang="en-US"/>
          </a:p>
        </p:txBody>
      </p:sp>
      <p:sp>
        <p:nvSpPr>
          <p:cNvPr id="253957" name="Rectangle 5">
            <a:extLst>
              <a:ext uri="{FF2B5EF4-FFF2-40B4-BE49-F238E27FC236}">
                <a16:creationId xmlns:a16="http://schemas.microsoft.com/office/drawing/2014/main" id="{7635757A-42B5-5B8B-939C-AE5C8DAEED01}"/>
              </a:ext>
            </a:extLst>
          </p:cNvPr>
          <p:cNvSpPr>
            <a:spLocks noGrp="1" noChangeArrowheads="1"/>
          </p:cNvSpPr>
          <p:nvPr>
            <p:ph type="sldNum" sz="quarter" idx="3"/>
          </p:nvPr>
        </p:nvSpPr>
        <p:spPr bwMode="auto">
          <a:xfrm>
            <a:off x="4143375" y="911860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b" anchorCtr="0" compatLnSpc="1">
            <a:prstTxWarp prst="textNoShape">
              <a:avLst/>
            </a:prstTxWarp>
          </a:bodyPr>
          <a:lstStyle>
            <a:lvl1pPr algn="r" defTabSz="944563" eaLnBrk="1" hangingPunct="1">
              <a:defRPr sz="1200" b="0">
                <a:latin typeface="Arial" panose="020B0604020202020204" pitchFamily="34" charset="0"/>
              </a:defRPr>
            </a:lvl1pPr>
          </a:lstStyle>
          <a:p>
            <a:fld id="{3B733DB0-1BB9-4993-A932-73AB08A0C922}"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6706FE21-A4D1-6B83-817B-9297EA203F66}"/>
              </a:ext>
            </a:extLst>
          </p:cNvPr>
          <p:cNvSpPr>
            <a:spLocks noGrp="1" noChangeArrowheads="1"/>
          </p:cNvSpPr>
          <p:nvPr>
            <p:ph type="hdr" sz="quarter"/>
          </p:nvPr>
        </p:nvSpPr>
        <p:spPr bwMode="auto">
          <a:xfrm>
            <a:off x="0" y="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t" anchorCtr="0" compatLnSpc="1">
            <a:prstTxWarp prst="textNoShape">
              <a:avLst/>
            </a:prstTxWarp>
          </a:bodyPr>
          <a:lstStyle>
            <a:lvl1pPr algn="l" defTabSz="944563" eaLnBrk="1" hangingPunct="1">
              <a:defRPr sz="1200" b="0">
                <a:latin typeface="Arial" panose="020B0604020202020204" pitchFamily="34" charset="0"/>
              </a:defRPr>
            </a:lvl1pPr>
          </a:lstStyle>
          <a:p>
            <a:endParaRPr lang="en-US" altLang="en-US"/>
          </a:p>
        </p:txBody>
      </p:sp>
      <p:sp>
        <p:nvSpPr>
          <p:cNvPr id="197635" name="Rectangle 3">
            <a:extLst>
              <a:ext uri="{FF2B5EF4-FFF2-40B4-BE49-F238E27FC236}">
                <a16:creationId xmlns:a16="http://schemas.microsoft.com/office/drawing/2014/main" id="{69A7AC4F-AC76-8973-1455-DF88DE60B8C6}"/>
              </a:ext>
            </a:extLst>
          </p:cNvPr>
          <p:cNvSpPr>
            <a:spLocks noGrp="1" noChangeArrowheads="1"/>
          </p:cNvSpPr>
          <p:nvPr>
            <p:ph type="dt" idx="1"/>
          </p:nvPr>
        </p:nvSpPr>
        <p:spPr bwMode="auto">
          <a:xfrm>
            <a:off x="4143375" y="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t" anchorCtr="0" compatLnSpc="1">
            <a:prstTxWarp prst="textNoShape">
              <a:avLst/>
            </a:prstTxWarp>
          </a:bodyPr>
          <a:lstStyle>
            <a:lvl1pPr algn="r" defTabSz="944563" eaLnBrk="1" hangingPunct="1">
              <a:defRPr sz="1200" b="0">
                <a:latin typeface="Arial" panose="020B0604020202020204" pitchFamily="34" charset="0"/>
              </a:defRPr>
            </a:lvl1pPr>
          </a:lstStyle>
          <a:p>
            <a:endParaRPr lang="en-US" altLang="en-US"/>
          </a:p>
        </p:txBody>
      </p:sp>
      <p:sp>
        <p:nvSpPr>
          <p:cNvPr id="197636" name="Rectangle 4">
            <a:extLst>
              <a:ext uri="{FF2B5EF4-FFF2-40B4-BE49-F238E27FC236}">
                <a16:creationId xmlns:a16="http://schemas.microsoft.com/office/drawing/2014/main" id="{9E7D62A1-A248-423E-3C37-FFEEAEC4EFA9}"/>
              </a:ext>
            </a:extLst>
          </p:cNvPr>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97637" name="Rectangle 5">
            <a:extLst>
              <a:ext uri="{FF2B5EF4-FFF2-40B4-BE49-F238E27FC236}">
                <a16:creationId xmlns:a16="http://schemas.microsoft.com/office/drawing/2014/main" id="{320CEEEB-29F7-8D26-D2C2-61DEF0505B86}"/>
              </a:ext>
            </a:extLst>
          </p:cNvPr>
          <p:cNvSpPr>
            <a:spLocks noGrp="1" noChangeArrowheads="1"/>
          </p:cNvSpPr>
          <p:nvPr>
            <p:ph type="body" sz="quarter" idx="3"/>
          </p:nvPr>
        </p:nvSpPr>
        <p:spPr bwMode="auto">
          <a:xfrm>
            <a:off x="731838" y="4560888"/>
            <a:ext cx="5851525" cy="432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97638" name="Rectangle 6">
            <a:extLst>
              <a:ext uri="{FF2B5EF4-FFF2-40B4-BE49-F238E27FC236}">
                <a16:creationId xmlns:a16="http://schemas.microsoft.com/office/drawing/2014/main" id="{E0220AFE-891A-BF6A-9EAB-32AC3D0DFAC6}"/>
              </a:ext>
            </a:extLst>
          </p:cNvPr>
          <p:cNvSpPr>
            <a:spLocks noGrp="1" noChangeArrowheads="1"/>
          </p:cNvSpPr>
          <p:nvPr>
            <p:ph type="ftr" sz="quarter" idx="4"/>
          </p:nvPr>
        </p:nvSpPr>
        <p:spPr bwMode="auto">
          <a:xfrm>
            <a:off x="0" y="911860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b" anchorCtr="0" compatLnSpc="1">
            <a:prstTxWarp prst="textNoShape">
              <a:avLst/>
            </a:prstTxWarp>
          </a:bodyPr>
          <a:lstStyle>
            <a:lvl1pPr algn="l" defTabSz="944563" eaLnBrk="1" hangingPunct="1">
              <a:defRPr sz="1200" b="0">
                <a:latin typeface="Arial" panose="020B0604020202020204" pitchFamily="34" charset="0"/>
              </a:defRPr>
            </a:lvl1pPr>
          </a:lstStyle>
          <a:p>
            <a:endParaRPr lang="en-US" altLang="en-US"/>
          </a:p>
        </p:txBody>
      </p:sp>
      <p:sp>
        <p:nvSpPr>
          <p:cNvPr id="197639" name="Rectangle 7">
            <a:extLst>
              <a:ext uri="{FF2B5EF4-FFF2-40B4-BE49-F238E27FC236}">
                <a16:creationId xmlns:a16="http://schemas.microsoft.com/office/drawing/2014/main" id="{EE3BD85B-BD64-7830-FA0F-E5F6746EB16B}"/>
              </a:ext>
            </a:extLst>
          </p:cNvPr>
          <p:cNvSpPr>
            <a:spLocks noGrp="1" noChangeArrowheads="1"/>
          </p:cNvSpPr>
          <p:nvPr>
            <p:ph type="sldNum" sz="quarter" idx="5"/>
          </p:nvPr>
        </p:nvSpPr>
        <p:spPr bwMode="auto">
          <a:xfrm>
            <a:off x="4143375" y="911860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823" tIns="47411" rIns="94823" bIns="47411" numCol="1" anchor="b" anchorCtr="0" compatLnSpc="1">
            <a:prstTxWarp prst="textNoShape">
              <a:avLst/>
            </a:prstTxWarp>
          </a:bodyPr>
          <a:lstStyle>
            <a:lvl1pPr algn="r" defTabSz="944563" eaLnBrk="1" hangingPunct="1">
              <a:defRPr sz="1200" b="0">
                <a:latin typeface="Arial" panose="020B0604020202020204" pitchFamily="34" charset="0"/>
              </a:defRPr>
            </a:lvl1pPr>
          </a:lstStyle>
          <a:p>
            <a:fld id="{99BC8B34-E649-42A6-A495-393C224F0BE2}"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F6A2FD41-4220-4592-C7A4-3B0C401310AA}"/>
              </a:ext>
            </a:extLst>
          </p:cNvPr>
          <p:cNvSpPr>
            <a:spLocks noGrp="1" noChangeArrowheads="1"/>
          </p:cNvSpPr>
          <p:nvPr>
            <p:ph type="sldNum" sz="quarter" idx="5"/>
          </p:nvPr>
        </p:nvSpPr>
        <p:spPr>
          <a:ln/>
        </p:spPr>
        <p:txBody>
          <a:bodyPr/>
          <a:lstStyle/>
          <a:p>
            <a:fld id="{B1B837BD-807D-474F-8085-42AF762E970A}" type="slidenum">
              <a:rPr lang="en-US" altLang="en-US"/>
              <a:pPr/>
              <a:t>1</a:t>
            </a:fld>
            <a:endParaRPr lang="en-US" altLang="en-US"/>
          </a:p>
        </p:txBody>
      </p:sp>
      <p:sp>
        <p:nvSpPr>
          <p:cNvPr id="206850" name="Rectangle 2">
            <a:extLst>
              <a:ext uri="{FF2B5EF4-FFF2-40B4-BE49-F238E27FC236}">
                <a16:creationId xmlns:a16="http://schemas.microsoft.com/office/drawing/2014/main" id="{825676C1-69A3-93C3-58A2-0DA34C793095}"/>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B3E2B968-07CE-87B5-8A0C-683EB678234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DCD8785A-5575-B7A7-3056-6E2DBD3FB4F3}"/>
              </a:ext>
            </a:extLst>
          </p:cNvPr>
          <p:cNvSpPr>
            <a:spLocks noGrp="1" noChangeArrowheads="1"/>
          </p:cNvSpPr>
          <p:nvPr>
            <p:ph type="sldNum" sz="quarter" idx="5"/>
          </p:nvPr>
        </p:nvSpPr>
        <p:spPr>
          <a:ln/>
        </p:spPr>
        <p:txBody>
          <a:bodyPr/>
          <a:lstStyle/>
          <a:p>
            <a:fld id="{018C9E35-8C0E-4C22-9556-2961582C9B15}" type="slidenum">
              <a:rPr lang="en-US" altLang="en-US"/>
              <a:pPr/>
              <a:t>2</a:t>
            </a:fld>
            <a:endParaRPr lang="en-US" altLang="en-US"/>
          </a:p>
        </p:txBody>
      </p:sp>
      <p:sp>
        <p:nvSpPr>
          <p:cNvPr id="387074" name="Rectangle 2">
            <a:extLst>
              <a:ext uri="{FF2B5EF4-FFF2-40B4-BE49-F238E27FC236}">
                <a16:creationId xmlns:a16="http://schemas.microsoft.com/office/drawing/2014/main" id="{0AC1C5C0-B5F9-5B20-D64C-4BF442DAF124}"/>
              </a:ext>
            </a:extLst>
          </p:cNvPr>
          <p:cNvSpPr>
            <a:spLocks noGrp="1" noRot="1" noChangeAspect="1" noChangeArrowheads="1" noTextEdit="1"/>
          </p:cNvSpPr>
          <p:nvPr>
            <p:ph type="sldImg"/>
          </p:nvPr>
        </p:nvSpPr>
        <p:spPr>
          <a:ln/>
        </p:spPr>
      </p:sp>
      <p:sp>
        <p:nvSpPr>
          <p:cNvPr id="387075" name="Rectangle 3">
            <a:extLst>
              <a:ext uri="{FF2B5EF4-FFF2-40B4-BE49-F238E27FC236}">
                <a16:creationId xmlns:a16="http://schemas.microsoft.com/office/drawing/2014/main" id="{C54DBCCB-062A-E290-C279-94C0E3625B2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7FCD4536-F260-6590-D76B-03902D6FD367}"/>
              </a:ext>
            </a:extLst>
          </p:cNvPr>
          <p:cNvSpPr>
            <a:spLocks noGrp="1" noChangeArrowheads="1"/>
          </p:cNvSpPr>
          <p:nvPr>
            <p:ph type="sldNum" sz="quarter" idx="5"/>
          </p:nvPr>
        </p:nvSpPr>
        <p:spPr>
          <a:ln/>
        </p:spPr>
        <p:txBody>
          <a:bodyPr/>
          <a:lstStyle/>
          <a:p>
            <a:fld id="{3B99FF16-ECE5-4214-AF56-9E43E4B09E90}" type="slidenum">
              <a:rPr lang="en-US" altLang="en-US"/>
              <a:pPr/>
              <a:t>3</a:t>
            </a:fld>
            <a:endParaRPr lang="en-US" altLang="en-US"/>
          </a:p>
        </p:txBody>
      </p:sp>
      <p:sp>
        <p:nvSpPr>
          <p:cNvPr id="594946" name="Rectangle 2">
            <a:extLst>
              <a:ext uri="{FF2B5EF4-FFF2-40B4-BE49-F238E27FC236}">
                <a16:creationId xmlns:a16="http://schemas.microsoft.com/office/drawing/2014/main" id="{1D851485-CAB5-9C45-09B7-A54E826D15B5}"/>
              </a:ext>
            </a:extLst>
          </p:cNvPr>
          <p:cNvSpPr>
            <a:spLocks noGrp="1" noRot="1" noChangeAspect="1" noChangeArrowheads="1" noTextEdit="1"/>
          </p:cNvSpPr>
          <p:nvPr>
            <p:ph type="sldImg"/>
          </p:nvPr>
        </p:nvSpPr>
        <p:spPr>
          <a:ln/>
        </p:spPr>
      </p:sp>
      <p:sp>
        <p:nvSpPr>
          <p:cNvPr id="594947" name="Rectangle 3">
            <a:extLst>
              <a:ext uri="{FF2B5EF4-FFF2-40B4-BE49-F238E27FC236}">
                <a16:creationId xmlns:a16="http://schemas.microsoft.com/office/drawing/2014/main" id="{EAC5E630-0FA6-F6A8-D313-53A86EABA21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1752440D-2A65-DF13-3108-38C3C6625935}"/>
              </a:ext>
            </a:extLst>
          </p:cNvPr>
          <p:cNvSpPr>
            <a:spLocks noGrp="1" noChangeArrowheads="1"/>
          </p:cNvSpPr>
          <p:nvPr>
            <p:ph type="sldNum" sz="quarter" idx="5"/>
          </p:nvPr>
        </p:nvSpPr>
        <p:spPr>
          <a:ln/>
        </p:spPr>
        <p:txBody>
          <a:bodyPr/>
          <a:lstStyle/>
          <a:p>
            <a:fld id="{C03F50F1-8EAD-4391-885F-5ED63EE95135}" type="slidenum">
              <a:rPr lang="en-US" altLang="en-US"/>
              <a:pPr/>
              <a:t>4</a:t>
            </a:fld>
            <a:endParaRPr lang="en-US" altLang="en-US"/>
          </a:p>
        </p:txBody>
      </p:sp>
      <p:sp>
        <p:nvSpPr>
          <p:cNvPr id="1247234" name="Rectangle 2">
            <a:extLst>
              <a:ext uri="{FF2B5EF4-FFF2-40B4-BE49-F238E27FC236}">
                <a16:creationId xmlns:a16="http://schemas.microsoft.com/office/drawing/2014/main" id="{1B30EECB-AFBB-0B0A-424C-150AC37C63AB}"/>
              </a:ext>
            </a:extLst>
          </p:cNvPr>
          <p:cNvSpPr>
            <a:spLocks noGrp="1" noRot="1" noChangeAspect="1" noChangeArrowheads="1" noTextEdit="1"/>
          </p:cNvSpPr>
          <p:nvPr>
            <p:ph type="sldImg"/>
          </p:nvPr>
        </p:nvSpPr>
        <p:spPr>
          <a:ln/>
        </p:spPr>
      </p:sp>
      <p:sp>
        <p:nvSpPr>
          <p:cNvPr id="1247235" name="Rectangle 3">
            <a:extLst>
              <a:ext uri="{FF2B5EF4-FFF2-40B4-BE49-F238E27FC236}">
                <a16:creationId xmlns:a16="http://schemas.microsoft.com/office/drawing/2014/main" id="{319ECB3D-137D-6A56-C500-5D8667293B9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36721886-B098-1D10-ED95-238C313F40BB}"/>
              </a:ext>
            </a:extLst>
          </p:cNvPr>
          <p:cNvSpPr>
            <a:spLocks noGrp="1" noChangeArrowheads="1"/>
          </p:cNvSpPr>
          <p:nvPr>
            <p:ph type="sldNum" sz="quarter" idx="5"/>
          </p:nvPr>
        </p:nvSpPr>
        <p:spPr>
          <a:ln/>
        </p:spPr>
        <p:txBody>
          <a:bodyPr/>
          <a:lstStyle/>
          <a:p>
            <a:fld id="{56BAD6ED-DFB9-44B7-8902-F5D12F4750F9}" type="slidenum">
              <a:rPr lang="en-US" altLang="en-US"/>
              <a:pPr/>
              <a:t>5</a:t>
            </a:fld>
            <a:endParaRPr lang="en-US" altLang="en-US"/>
          </a:p>
        </p:txBody>
      </p:sp>
      <p:sp>
        <p:nvSpPr>
          <p:cNvPr id="1249282" name="Rectangle 2">
            <a:extLst>
              <a:ext uri="{FF2B5EF4-FFF2-40B4-BE49-F238E27FC236}">
                <a16:creationId xmlns:a16="http://schemas.microsoft.com/office/drawing/2014/main" id="{25D2ABAD-38C8-52B5-0CF1-97D99CCD10C3}"/>
              </a:ext>
            </a:extLst>
          </p:cNvPr>
          <p:cNvSpPr>
            <a:spLocks noGrp="1" noRot="1" noChangeAspect="1" noChangeArrowheads="1" noTextEdit="1"/>
          </p:cNvSpPr>
          <p:nvPr>
            <p:ph type="sldImg"/>
          </p:nvPr>
        </p:nvSpPr>
        <p:spPr>
          <a:ln/>
        </p:spPr>
      </p:sp>
      <p:sp>
        <p:nvSpPr>
          <p:cNvPr id="1249283" name="Rectangle 3">
            <a:extLst>
              <a:ext uri="{FF2B5EF4-FFF2-40B4-BE49-F238E27FC236}">
                <a16:creationId xmlns:a16="http://schemas.microsoft.com/office/drawing/2014/main" id="{5FCA8A16-ACB3-7738-83CF-C946549E06B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47D68CC9-A030-1533-A571-EA5859D512B9}"/>
              </a:ext>
            </a:extLst>
          </p:cNvPr>
          <p:cNvSpPr>
            <a:spLocks noGrp="1" noChangeArrowheads="1"/>
          </p:cNvSpPr>
          <p:nvPr>
            <p:ph type="sldNum" sz="quarter" idx="5"/>
          </p:nvPr>
        </p:nvSpPr>
        <p:spPr>
          <a:ln/>
        </p:spPr>
        <p:txBody>
          <a:bodyPr/>
          <a:lstStyle/>
          <a:p>
            <a:fld id="{4A6C0C08-5701-4A49-89AF-B2C3842A7757}" type="slidenum">
              <a:rPr lang="en-US" altLang="en-US"/>
              <a:pPr/>
              <a:t>6</a:t>
            </a:fld>
            <a:endParaRPr lang="en-US" altLang="en-US"/>
          </a:p>
        </p:txBody>
      </p:sp>
      <p:sp>
        <p:nvSpPr>
          <p:cNvPr id="1251330" name="Rectangle 2">
            <a:extLst>
              <a:ext uri="{FF2B5EF4-FFF2-40B4-BE49-F238E27FC236}">
                <a16:creationId xmlns:a16="http://schemas.microsoft.com/office/drawing/2014/main" id="{91A0F571-142B-BC64-5B3C-8312BE4405F8}"/>
              </a:ext>
            </a:extLst>
          </p:cNvPr>
          <p:cNvSpPr>
            <a:spLocks noGrp="1" noRot="1" noChangeAspect="1" noChangeArrowheads="1" noTextEdit="1"/>
          </p:cNvSpPr>
          <p:nvPr>
            <p:ph type="sldImg"/>
          </p:nvPr>
        </p:nvSpPr>
        <p:spPr>
          <a:ln/>
        </p:spPr>
      </p:sp>
      <p:sp>
        <p:nvSpPr>
          <p:cNvPr id="1251331" name="Rectangle 3">
            <a:extLst>
              <a:ext uri="{FF2B5EF4-FFF2-40B4-BE49-F238E27FC236}">
                <a16:creationId xmlns:a16="http://schemas.microsoft.com/office/drawing/2014/main" id="{862CD571-A007-3BC1-7070-CD6EFCE4A5B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F25146A9-6E22-BE68-5BA7-4F95A2A4C47A}"/>
              </a:ext>
            </a:extLst>
          </p:cNvPr>
          <p:cNvSpPr>
            <a:spLocks noGrp="1" noChangeArrowheads="1"/>
          </p:cNvSpPr>
          <p:nvPr>
            <p:ph type="sldNum" sz="quarter" idx="5"/>
          </p:nvPr>
        </p:nvSpPr>
        <p:spPr>
          <a:ln/>
        </p:spPr>
        <p:txBody>
          <a:bodyPr/>
          <a:lstStyle/>
          <a:p>
            <a:fld id="{F80882BE-B467-454C-A88D-21C6684872D5}" type="slidenum">
              <a:rPr lang="en-US" altLang="en-US"/>
              <a:pPr/>
              <a:t>7</a:t>
            </a:fld>
            <a:endParaRPr lang="en-US" altLang="en-US"/>
          </a:p>
        </p:txBody>
      </p:sp>
      <p:sp>
        <p:nvSpPr>
          <p:cNvPr id="1253378" name="Rectangle 2">
            <a:extLst>
              <a:ext uri="{FF2B5EF4-FFF2-40B4-BE49-F238E27FC236}">
                <a16:creationId xmlns:a16="http://schemas.microsoft.com/office/drawing/2014/main" id="{AAD921A6-FD58-D96C-6B46-35ADB1F2575E}"/>
              </a:ext>
            </a:extLst>
          </p:cNvPr>
          <p:cNvSpPr>
            <a:spLocks noGrp="1" noRot="1" noChangeAspect="1" noChangeArrowheads="1" noTextEdit="1"/>
          </p:cNvSpPr>
          <p:nvPr>
            <p:ph type="sldImg"/>
          </p:nvPr>
        </p:nvSpPr>
        <p:spPr>
          <a:ln/>
        </p:spPr>
      </p:sp>
      <p:sp>
        <p:nvSpPr>
          <p:cNvPr id="1253379" name="Rectangle 3">
            <a:extLst>
              <a:ext uri="{FF2B5EF4-FFF2-40B4-BE49-F238E27FC236}">
                <a16:creationId xmlns:a16="http://schemas.microsoft.com/office/drawing/2014/main" id="{6E77F388-4264-9E28-7676-3AA7F928691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A6F6804B-3153-87AD-2C84-D25421EB8FE8}"/>
              </a:ext>
            </a:extLst>
          </p:cNvPr>
          <p:cNvSpPr>
            <a:spLocks noGrp="1" noChangeArrowheads="1"/>
          </p:cNvSpPr>
          <p:nvPr>
            <p:ph type="sldNum" sz="quarter" idx="5"/>
          </p:nvPr>
        </p:nvSpPr>
        <p:spPr>
          <a:ln/>
        </p:spPr>
        <p:txBody>
          <a:bodyPr/>
          <a:lstStyle/>
          <a:p>
            <a:fld id="{36F32AD4-CB29-425A-8D59-405A291AA8DF}" type="slidenum">
              <a:rPr lang="en-US" altLang="en-US"/>
              <a:pPr/>
              <a:t>8</a:t>
            </a:fld>
            <a:endParaRPr lang="en-US" altLang="en-US"/>
          </a:p>
        </p:txBody>
      </p:sp>
      <p:sp>
        <p:nvSpPr>
          <p:cNvPr id="1255426" name="Rectangle 2">
            <a:extLst>
              <a:ext uri="{FF2B5EF4-FFF2-40B4-BE49-F238E27FC236}">
                <a16:creationId xmlns:a16="http://schemas.microsoft.com/office/drawing/2014/main" id="{C872B306-EF75-8124-DE47-D4C057C21696}"/>
              </a:ext>
            </a:extLst>
          </p:cNvPr>
          <p:cNvSpPr>
            <a:spLocks noGrp="1" noRot="1" noChangeAspect="1" noChangeArrowheads="1" noTextEdit="1"/>
          </p:cNvSpPr>
          <p:nvPr>
            <p:ph type="sldImg"/>
          </p:nvPr>
        </p:nvSpPr>
        <p:spPr>
          <a:ln/>
        </p:spPr>
      </p:sp>
      <p:sp>
        <p:nvSpPr>
          <p:cNvPr id="1255427" name="Rectangle 3">
            <a:extLst>
              <a:ext uri="{FF2B5EF4-FFF2-40B4-BE49-F238E27FC236}">
                <a16:creationId xmlns:a16="http://schemas.microsoft.com/office/drawing/2014/main" id="{31C492D8-B15D-94E0-50AF-BAFBF45FE3F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78405220-E574-91A1-B743-528E18EA66B7}"/>
              </a:ext>
            </a:extLst>
          </p:cNvPr>
          <p:cNvSpPr>
            <a:spLocks noGrp="1" noChangeArrowheads="1"/>
          </p:cNvSpPr>
          <p:nvPr>
            <p:ph type="sldNum" sz="quarter" idx="5"/>
          </p:nvPr>
        </p:nvSpPr>
        <p:spPr>
          <a:ln/>
        </p:spPr>
        <p:txBody>
          <a:bodyPr/>
          <a:lstStyle/>
          <a:p>
            <a:fld id="{479BF4AE-BCF9-41AF-9342-54A513D7E9A9}" type="slidenum">
              <a:rPr lang="en-US" altLang="en-US"/>
              <a:pPr/>
              <a:t>9</a:t>
            </a:fld>
            <a:endParaRPr lang="en-US" altLang="en-US"/>
          </a:p>
        </p:txBody>
      </p:sp>
      <p:sp>
        <p:nvSpPr>
          <p:cNvPr id="1257474" name="Rectangle 2">
            <a:extLst>
              <a:ext uri="{FF2B5EF4-FFF2-40B4-BE49-F238E27FC236}">
                <a16:creationId xmlns:a16="http://schemas.microsoft.com/office/drawing/2014/main" id="{C3312D04-A2F6-BA72-6526-DAFF1B33A891}"/>
              </a:ext>
            </a:extLst>
          </p:cNvPr>
          <p:cNvSpPr>
            <a:spLocks noGrp="1" noRot="1" noChangeAspect="1" noChangeArrowheads="1" noTextEdit="1"/>
          </p:cNvSpPr>
          <p:nvPr>
            <p:ph type="sldImg"/>
          </p:nvPr>
        </p:nvSpPr>
        <p:spPr>
          <a:ln/>
        </p:spPr>
      </p:sp>
      <p:sp>
        <p:nvSpPr>
          <p:cNvPr id="1257475" name="Rectangle 3">
            <a:extLst>
              <a:ext uri="{FF2B5EF4-FFF2-40B4-BE49-F238E27FC236}">
                <a16:creationId xmlns:a16="http://schemas.microsoft.com/office/drawing/2014/main" id="{E90D3907-370C-2773-1A3C-725A81739C9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A6BE1E98-AD48-5CFF-1C24-608CC7567A37}"/>
              </a:ext>
            </a:extLst>
          </p:cNvPr>
          <p:cNvSpPr>
            <a:spLocks noGrp="1" noChangeArrowheads="1"/>
          </p:cNvSpPr>
          <p:nvPr>
            <p:ph type="sldNum" sz="quarter" idx="5"/>
          </p:nvPr>
        </p:nvSpPr>
        <p:spPr>
          <a:ln/>
        </p:spPr>
        <p:txBody>
          <a:bodyPr/>
          <a:lstStyle/>
          <a:p>
            <a:fld id="{6E75AF44-13FE-4321-A061-8C505178C106}" type="slidenum">
              <a:rPr lang="en-US" altLang="en-US"/>
              <a:pPr/>
              <a:t>10</a:t>
            </a:fld>
            <a:endParaRPr lang="en-US" altLang="en-US"/>
          </a:p>
        </p:txBody>
      </p:sp>
      <p:sp>
        <p:nvSpPr>
          <p:cNvPr id="1259522" name="Rectangle 2">
            <a:extLst>
              <a:ext uri="{FF2B5EF4-FFF2-40B4-BE49-F238E27FC236}">
                <a16:creationId xmlns:a16="http://schemas.microsoft.com/office/drawing/2014/main" id="{E1FC8D04-97AE-C0B4-7315-50A8A331847C}"/>
              </a:ext>
            </a:extLst>
          </p:cNvPr>
          <p:cNvSpPr>
            <a:spLocks noGrp="1" noRot="1" noChangeAspect="1" noChangeArrowheads="1" noTextEdit="1"/>
          </p:cNvSpPr>
          <p:nvPr>
            <p:ph type="sldImg"/>
          </p:nvPr>
        </p:nvSpPr>
        <p:spPr>
          <a:ln/>
        </p:spPr>
      </p:sp>
      <p:sp>
        <p:nvSpPr>
          <p:cNvPr id="1259523" name="Rectangle 3">
            <a:extLst>
              <a:ext uri="{FF2B5EF4-FFF2-40B4-BE49-F238E27FC236}">
                <a16:creationId xmlns:a16="http://schemas.microsoft.com/office/drawing/2014/main" id="{F6DA9A44-002D-15CD-D667-7E3B86B547A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91488F9C-902B-903B-4D8A-B24C1AD14D55}"/>
              </a:ext>
            </a:extLst>
          </p:cNvPr>
          <p:cNvSpPr>
            <a:spLocks noGrp="1" noChangeArrowheads="1"/>
          </p:cNvSpPr>
          <p:nvPr>
            <p:ph type="sldNum" sz="quarter" idx="5"/>
          </p:nvPr>
        </p:nvSpPr>
        <p:spPr>
          <a:ln/>
        </p:spPr>
        <p:txBody>
          <a:bodyPr/>
          <a:lstStyle/>
          <a:p>
            <a:fld id="{C111BAB7-75B7-4DE2-8848-70888D401D24}" type="slidenum">
              <a:rPr lang="en-US" altLang="en-US"/>
              <a:pPr/>
              <a:t>11</a:t>
            </a:fld>
            <a:endParaRPr lang="en-US" altLang="en-US"/>
          </a:p>
        </p:txBody>
      </p:sp>
      <p:sp>
        <p:nvSpPr>
          <p:cNvPr id="1261570" name="Rectangle 2">
            <a:extLst>
              <a:ext uri="{FF2B5EF4-FFF2-40B4-BE49-F238E27FC236}">
                <a16:creationId xmlns:a16="http://schemas.microsoft.com/office/drawing/2014/main" id="{50B794B0-D930-F8EA-A339-7B362AB6ABDE}"/>
              </a:ext>
            </a:extLst>
          </p:cNvPr>
          <p:cNvSpPr>
            <a:spLocks noGrp="1" noRot="1" noChangeAspect="1" noChangeArrowheads="1" noTextEdit="1"/>
          </p:cNvSpPr>
          <p:nvPr>
            <p:ph type="sldImg"/>
          </p:nvPr>
        </p:nvSpPr>
        <p:spPr>
          <a:ln/>
        </p:spPr>
      </p:sp>
      <p:sp>
        <p:nvSpPr>
          <p:cNvPr id="1261571" name="Rectangle 3">
            <a:extLst>
              <a:ext uri="{FF2B5EF4-FFF2-40B4-BE49-F238E27FC236}">
                <a16:creationId xmlns:a16="http://schemas.microsoft.com/office/drawing/2014/main" id="{F7285ADA-D82F-5DE6-E59D-2BDC4EE8F4C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AD335D94-50E5-824D-8542-4F321C14CBA3}"/>
              </a:ext>
            </a:extLst>
          </p:cNvPr>
          <p:cNvSpPr>
            <a:spLocks noGrp="1" noChangeArrowheads="1"/>
          </p:cNvSpPr>
          <p:nvPr>
            <p:ph type="sldNum" sz="quarter" idx="5"/>
          </p:nvPr>
        </p:nvSpPr>
        <p:spPr>
          <a:ln/>
        </p:spPr>
        <p:txBody>
          <a:bodyPr/>
          <a:lstStyle/>
          <a:p>
            <a:fld id="{CDE82B7D-2FFF-4E23-A6FC-8F5D1D4DB346}" type="slidenum">
              <a:rPr lang="en-US" altLang="en-US"/>
              <a:pPr/>
              <a:t>12</a:t>
            </a:fld>
            <a:endParaRPr lang="en-US" altLang="en-US"/>
          </a:p>
        </p:txBody>
      </p:sp>
      <p:sp>
        <p:nvSpPr>
          <p:cNvPr id="1263618" name="Rectangle 2">
            <a:extLst>
              <a:ext uri="{FF2B5EF4-FFF2-40B4-BE49-F238E27FC236}">
                <a16:creationId xmlns:a16="http://schemas.microsoft.com/office/drawing/2014/main" id="{2BF5909E-FF3B-3AFC-0279-7F64A714350D}"/>
              </a:ext>
            </a:extLst>
          </p:cNvPr>
          <p:cNvSpPr>
            <a:spLocks noGrp="1" noRot="1" noChangeAspect="1" noChangeArrowheads="1" noTextEdit="1"/>
          </p:cNvSpPr>
          <p:nvPr>
            <p:ph type="sldImg"/>
          </p:nvPr>
        </p:nvSpPr>
        <p:spPr>
          <a:ln/>
        </p:spPr>
      </p:sp>
      <p:sp>
        <p:nvSpPr>
          <p:cNvPr id="1263619" name="Rectangle 3">
            <a:extLst>
              <a:ext uri="{FF2B5EF4-FFF2-40B4-BE49-F238E27FC236}">
                <a16:creationId xmlns:a16="http://schemas.microsoft.com/office/drawing/2014/main" id="{DA4577A2-7834-0B5E-A6D5-59AC56E34D9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 = </a:t>
            </a:r>
            <a:r>
              <a:rPr lang="en-US" dirty="0" err="1"/>
              <a:t>số</a:t>
            </a:r>
            <a:r>
              <a:rPr lang="en-US" dirty="0"/>
              <a:t> </a:t>
            </a:r>
            <a:r>
              <a:rPr lang="en-US" dirty="0" err="1"/>
              <a:t>lần</a:t>
            </a:r>
            <a:r>
              <a:rPr lang="en-US" dirty="0"/>
              <a:t> </a:t>
            </a:r>
            <a:r>
              <a:rPr lang="en-US" dirty="0" err="1"/>
              <a:t>đặt</a:t>
            </a:r>
            <a:r>
              <a:rPr lang="en-US" dirty="0"/>
              <a:t> hang</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Giao </a:t>
            </a:r>
            <a:r>
              <a:rPr lang="en-US" dirty="0" err="1"/>
              <a:t>điểm</a:t>
            </a:r>
            <a:r>
              <a:rPr lang="en-US" dirty="0"/>
              <a:t> 2 </a:t>
            </a:r>
            <a:r>
              <a:rPr lang="en-US" dirty="0" err="1"/>
              <a:t>đường</a:t>
            </a:r>
            <a:r>
              <a:rPr lang="en-US" dirty="0"/>
              <a:t> </a:t>
            </a:r>
            <a:r>
              <a:rPr lang="en-US" dirty="0" err="1"/>
              <a:t>màu</a:t>
            </a:r>
            <a:r>
              <a:rPr lang="en-US" dirty="0"/>
              <a:t> </a:t>
            </a:r>
            <a:r>
              <a:rPr lang="en-US" dirty="0" err="1"/>
              <a:t>xanh</a:t>
            </a:r>
            <a:r>
              <a:rPr lang="en-US" dirty="0"/>
              <a:t> -&gt; </a:t>
            </a:r>
            <a:r>
              <a:rPr lang="en-US" dirty="0" err="1"/>
              <a:t>điểm</a:t>
            </a:r>
            <a:r>
              <a:rPr lang="en-US" dirty="0"/>
              <a:t> </a:t>
            </a:r>
            <a:r>
              <a:rPr lang="en-US" dirty="0" err="1"/>
              <a:t>đặt</a:t>
            </a:r>
            <a:r>
              <a:rPr lang="en-US" dirty="0"/>
              <a:t> hang </a:t>
            </a:r>
            <a:r>
              <a:rPr lang="en-US" dirty="0" err="1"/>
              <a:t>tối</a:t>
            </a:r>
            <a:r>
              <a:rPr lang="en-US" dirty="0"/>
              <a:t> </a:t>
            </a:r>
            <a:r>
              <a:rPr lang="en-US" dirty="0" err="1"/>
              <a:t>ưu</a:t>
            </a:r>
            <a:r>
              <a:rPr lang="en-US" dirty="0"/>
              <a:t> -&gt; </a:t>
            </a:r>
            <a:r>
              <a:rPr lang="en-US" altLang="en-US" sz="1200" b="1" dirty="0">
                <a:latin typeface="Times New Roman" panose="02020603050405020304" pitchFamily="18" charset="0"/>
              </a:rPr>
              <a:t>(Q/2)*H = (D/Q)*S</a:t>
            </a:r>
          </a:p>
          <a:p>
            <a:r>
              <a:rPr lang="en-US" dirty="0"/>
              <a:t>-&gt; Q* = sqrt(2SD/H)</a:t>
            </a:r>
          </a:p>
        </p:txBody>
      </p:sp>
      <p:sp>
        <p:nvSpPr>
          <p:cNvPr id="4" name="Slide Number Placeholder 3"/>
          <p:cNvSpPr>
            <a:spLocks noGrp="1"/>
          </p:cNvSpPr>
          <p:nvPr>
            <p:ph type="sldNum" sz="quarter" idx="5"/>
          </p:nvPr>
        </p:nvSpPr>
        <p:spPr/>
        <p:txBody>
          <a:bodyPr/>
          <a:lstStyle/>
          <a:p>
            <a:fld id="{99BC8B34-E649-42A6-A495-393C224F0BE2}" type="slidenum">
              <a:rPr lang="en-US" altLang="en-US" smtClean="0"/>
              <a:pPr/>
              <a:t>14</a:t>
            </a:fld>
            <a:endParaRPr lang="en-US" altLang="en-US"/>
          </a:p>
        </p:txBody>
      </p:sp>
    </p:spTree>
    <p:extLst>
      <p:ext uri="{BB962C8B-B14F-4D97-AF65-F5344CB8AC3E}">
        <p14:creationId xmlns:p14="http://schemas.microsoft.com/office/powerpoint/2010/main" val="3823899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 80000,</a:t>
            </a:r>
          </a:p>
        </p:txBody>
      </p:sp>
      <p:sp>
        <p:nvSpPr>
          <p:cNvPr id="4" name="Slide Number Placeholder 3"/>
          <p:cNvSpPr>
            <a:spLocks noGrp="1"/>
          </p:cNvSpPr>
          <p:nvPr>
            <p:ph type="sldNum" sz="quarter" idx="5"/>
          </p:nvPr>
        </p:nvSpPr>
        <p:spPr/>
        <p:txBody>
          <a:bodyPr/>
          <a:lstStyle/>
          <a:p>
            <a:fld id="{99BC8B34-E649-42A6-A495-393C224F0BE2}" type="slidenum">
              <a:rPr lang="en-US" altLang="en-US" smtClean="0"/>
              <a:pPr/>
              <a:t>15</a:t>
            </a:fld>
            <a:endParaRPr lang="en-US" altLang="en-US"/>
          </a:p>
        </p:txBody>
      </p:sp>
    </p:spTree>
    <p:extLst>
      <p:ext uri="{BB962C8B-B14F-4D97-AF65-F5344CB8AC3E}">
        <p14:creationId xmlns:p14="http://schemas.microsoft.com/office/powerpoint/2010/main" val="402909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 D/ </a:t>
            </a:r>
            <a:r>
              <a:rPr lang="en-US" dirty="0" err="1"/>
              <a:t>số</a:t>
            </a:r>
            <a:r>
              <a:rPr lang="en-US" dirty="0"/>
              <a:t> </a:t>
            </a:r>
            <a:r>
              <a:rPr lang="en-US" dirty="0" err="1"/>
              <a:t>lượng</a:t>
            </a:r>
            <a:r>
              <a:rPr lang="en-US" dirty="0"/>
              <a:t> </a:t>
            </a:r>
            <a:r>
              <a:rPr lang="en-US" dirty="0" err="1"/>
              <a:t>ngày</a:t>
            </a:r>
            <a:r>
              <a:rPr lang="en-US" dirty="0"/>
              <a:t> </a:t>
            </a:r>
            <a:r>
              <a:rPr lang="en-US" dirty="0" err="1"/>
              <a:t>làm</a:t>
            </a:r>
            <a:r>
              <a:rPr lang="en-US" dirty="0"/>
              <a:t> </a:t>
            </a:r>
            <a:r>
              <a:rPr lang="en-US" dirty="0" err="1"/>
              <a:t>việc</a:t>
            </a:r>
            <a:r>
              <a:rPr lang="en-US" dirty="0"/>
              <a:t> </a:t>
            </a:r>
            <a:r>
              <a:rPr lang="en-US" dirty="0" err="1"/>
              <a:t>trong</a:t>
            </a:r>
            <a:r>
              <a:rPr lang="en-US" dirty="0"/>
              <a:t> </a:t>
            </a:r>
            <a:r>
              <a:rPr lang="en-US" dirty="0" err="1"/>
              <a:t>năm</a:t>
            </a:r>
            <a:r>
              <a:rPr lang="en-US" dirty="0"/>
              <a:t> (</a:t>
            </a:r>
            <a:r>
              <a:rPr lang="en-US" dirty="0" err="1"/>
              <a:t>không</a:t>
            </a:r>
            <a:r>
              <a:rPr lang="en-US" dirty="0"/>
              <a:t> </a:t>
            </a:r>
            <a:r>
              <a:rPr lang="en-US" dirty="0" err="1"/>
              <a:t>phải</a:t>
            </a:r>
            <a:r>
              <a:rPr lang="en-US" dirty="0"/>
              <a:t> 365).</a:t>
            </a:r>
          </a:p>
        </p:txBody>
      </p:sp>
      <p:sp>
        <p:nvSpPr>
          <p:cNvPr id="4" name="Slide Number Placeholder 3"/>
          <p:cNvSpPr>
            <a:spLocks noGrp="1"/>
          </p:cNvSpPr>
          <p:nvPr>
            <p:ph type="sldNum" sz="quarter" idx="5"/>
          </p:nvPr>
        </p:nvSpPr>
        <p:spPr/>
        <p:txBody>
          <a:bodyPr/>
          <a:lstStyle/>
          <a:p>
            <a:fld id="{99BC8B34-E649-42A6-A495-393C224F0BE2}" type="slidenum">
              <a:rPr lang="en-US" altLang="en-US" smtClean="0"/>
              <a:pPr/>
              <a:t>16</a:t>
            </a:fld>
            <a:endParaRPr lang="en-US" altLang="en-US"/>
          </a:p>
        </p:txBody>
      </p:sp>
    </p:spTree>
    <p:extLst>
      <p:ext uri="{BB962C8B-B14F-4D97-AF65-F5344CB8AC3E}">
        <p14:creationId xmlns:p14="http://schemas.microsoft.com/office/powerpoint/2010/main" val="4478715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54F19366-882D-2F2F-28C6-85832BC74281}"/>
              </a:ext>
            </a:extLst>
          </p:cNvPr>
          <p:cNvSpPr>
            <a:spLocks noGrp="1" noChangeArrowheads="1"/>
          </p:cNvSpPr>
          <p:nvPr>
            <p:ph type="sldNum" sz="quarter" idx="5"/>
          </p:nvPr>
        </p:nvSpPr>
        <p:spPr>
          <a:ln/>
        </p:spPr>
        <p:txBody>
          <a:bodyPr/>
          <a:lstStyle/>
          <a:p>
            <a:fld id="{EE790AC3-3AF2-47AC-AC7B-6F5D209973AC}" type="slidenum">
              <a:rPr lang="en-US" altLang="en-US"/>
              <a:pPr/>
              <a:t>18</a:t>
            </a:fld>
            <a:endParaRPr lang="en-US" altLang="en-US"/>
          </a:p>
        </p:txBody>
      </p:sp>
      <p:sp>
        <p:nvSpPr>
          <p:cNvPr id="1166338" name="Rectangle 2">
            <a:extLst>
              <a:ext uri="{FF2B5EF4-FFF2-40B4-BE49-F238E27FC236}">
                <a16:creationId xmlns:a16="http://schemas.microsoft.com/office/drawing/2014/main" id="{0F159BD8-9E20-C611-961D-34141160C97B}"/>
              </a:ext>
            </a:extLst>
          </p:cNvPr>
          <p:cNvSpPr>
            <a:spLocks noGrp="1" noRot="1" noChangeAspect="1" noChangeArrowheads="1" noTextEdit="1"/>
          </p:cNvSpPr>
          <p:nvPr>
            <p:ph type="sldImg"/>
          </p:nvPr>
        </p:nvSpPr>
        <p:spPr>
          <a:ln/>
        </p:spPr>
      </p:sp>
      <p:sp>
        <p:nvSpPr>
          <p:cNvPr id="1166339" name="Rectangle 3">
            <a:extLst>
              <a:ext uri="{FF2B5EF4-FFF2-40B4-BE49-F238E27FC236}">
                <a16:creationId xmlns:a16="http://schemas.microsoft.com/office/drawing/2014/main" id="{DE1520E3-66E4-697C-5B89-E5EAC8E47073}"/>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1682" name="Group 2">
            <a:extLst>
              <a:ext uri="{FF2B5EF4-FFF2-40B4-BE49-F238E27FC236}">
                <a16:creationId xmlns:a16="http://schemas.microsoft.com/office/drawing/2014/main" id="{FA8221EC-A00F-8C7A-7198-DAA42CC6F809}"/>
              </a:ext>
            </a:extLst>
          </p:cNvPr>
          <p:cNvGrpSpPr>
            <a:grpSpLocks/>
          </p:cNvGrpSpPr>
          <p:nvPr/>
        </p:nvGrpSpPr>
        <p:grpSpPr bwMode="auto">
          <a:xfrm>
            <a:off x="0" y="2438400"/>
            <a:ext cx="9009063" cy="1052513"/>
            <a:chOff x="0" y="1536"/>
            <a:chExt cx="5675" cy="663"/>
          </a:xfrm>
        </p:grpSpPr>
        <p:grpSp>
          <p:nvGrpSpPr>
            <p:cNvPr id="71683" name="Group 3">
              <a:extLst>
                <a:ext uri="{FF2B5EF4-FFF2-40B4-BE49-F238E27FC236}">
                  <a16:creationId xmlns:a16="http://schemas.microsoft.com/office/drawing/2014/main" id="{4B9A195D-83B6-2265-8F14-A3D86B239CC6}"/>
                </a:ext>
              </a:extLst>
            </p:cNvPr>
            <p:cNvGrpSpPr>
              <a:grpSpLocks/>
            </p:cNvGrpSpPr>
            <p:nvPr/>
          </p:nvGrpSpPr>
          <p:grpSpPr bwMode="auto">
            <a:xfrm>
              <a:off x="183" y="1604"/>
              <a:ext cx="448" cy="299"/>
              <a:chOff x="720" y="336"/>
              <a:chExt cx="624" cy="432"/>
            </a:xfrm>
          </p:grpSpPr>
          <p:sp>
            <p:nvSpPr>
              <p:cNvPr id="71684" name="Rectangle 4">
                <a:extLst>
                  <a:ext uri="{FF2B5EF4-FFF2-40B4-BE49-F238E27FC236}">
                    <a16:creationId xmlns:a16="http://schemas.microsoft.com/office/drawing/2014/main" id="{8195CF22-EA3F-36D7-53B7-7F12439EC617}"/>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685" name="Rectangle 5">
                <a:extLst>
                  <a:ext uri="{FF2B5EF4-FFF2-40B4-BE49-F238E27FC236}">
                    <a16:creationId xmlns:a16="http://schemas.microsoft.com/office/drawing/2014/main" id="{22CAC2DA-8F30-EBA2-09B8-5B082DC57FF3}"/>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71686" name="Group 6">
              <a:extLst>
                <a:ext uri="{FF2B5EF4-FFF2-40B4-BE49-F238E27FC236}">
                  <a16:creationId xmlns:a16="http://schemas.microsoft.com/office/drawing/2014/main" id="{24B850D2-3A46-D86B-FAA9-15B14A6530CB}"/>
                </a:ext>
              </a:extLst>
            </p:cNvPr>
            <p:cNvGrpSpPr>
              <a:grpSpLocks/>
            </p:cNvGrpSpPr>
            <p:nvPr/>
          </p:nvGrpSpPr>
          <p:grpSpPr bwMode="auto">
            <a:xfrm>
              <a:off x="261" y="1870"/>
              <a:ext cx="465" cy="299"/>
              <a:chOff x="912" y="2640"/>
              <a:chExt cx="672" cy="432"/>
            </a:xfrm>
          </p:grpSpPr>
          <p:sp>
            <p:nvSpPr>
              <p:cNvPr id="71687" name="Rectangle 7">
                <a:extLst>
                  <a:ext uri="{FF2B5EF4-FFF2-40B4-BE49-F238E27FC236}">
                    <a16:creationId xmlns:a16="http://schemas.microsoft.com/office/drawing/2014/main" id="{4785A91E-9CBC-3A12-F5D0-6298885FFA7E}"/>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688" name="Rectangle 8">
                <a:extLst>
                  <a:ext uri="{FF2B5EF4-FFF2-40B4-BE49-F238E27FC236}">
                    <a16:creationId xmlns:a16="http://schemas.microsoft.com/office/drawing/2014/main" id="{3C48A0E7-D2E7-BFBC-3DA6-A34FCBA1FB40}"/>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1689" name="Rectangle 9">
              <a:extLst>
                <a:ext uri="{FF2B5EF4-FFF2-40B4-BE49-F238E27FC236}">
                  <a16:creationId xmlns:a16="http://schemas.microsoft.com/office/drawing/2014/main" id="{C4EBF9EF-5A1B-178C-8D8D-9571E16E5706}"/>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690" name="Rectangle 10">
              <a:extLst>
                <a:ext uri="{FF2B5EF4-FFF2-40B4-BE49-F238E27FC236}">
                  <a16:creationId xmlns:a16="http://schemas.microsoft.com/office/drawing/2014/main" id="{BA14C19B-2F3F-AF2E-253D-E6B96BDE4614}"/>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691" name="Rectangle 11">
              <a:extLst>
                <a:ext uri="{FF2B5EF4-FFF2-40B4-BE49-F238E27FC236}">
                  <a16:creationId xmlns:a16="http://schemas.microsoft.com/office/drawing/2014/main" id="{83D20CB8-A86B-0614-8B25-B5688C6D9234}"/>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1692" name="Rectangle 12">
            <a:extLst>
              <a:ext uri="{FF2B5EF4-FFF2-40B4-BE49-F238E27FC236}">
                <a16:creationId xmlns:a16="http://schemas.microsoft.com/office/drawing/2014/main" id="{01D75959-40B2-EE42-0D73-A0CDF611CE19}"/>
              </a:ext>
            </a:extLst>
          </p:cNvPr>
          <p:cNvSpPr>
            <a:spLocks noGrp="1" noChangeArrowheads="1"/>
          </p:cNvSpPr>
          <p:nvPr>
            <p:ph type="ctrTitle"/>
          </p:nvPr>
        </p:nvSpPr>
        <p:spPr>
          <a:xfrm>
            <a:off x="990600" y="1676400"/>
            <a:ext cx="7772400" cy="1462088"/>
          </a:xfrm>
        </p:spPr>
        <p:txBody>
          <a:bodyPr/>
          <a:lstStyle>
            <a:lvl1pPr>
              <a:defRPr/>
            </a:lvl1pPr>
          </a:lstStyle>
          <a:p>
            <a:pPr lvl="0"/>
            <a:r>
              <a:rPr lang="en-US" altLang="en-US" noProof="0"/>
              <a:t>Click to edit Master title style</a:t>
            </a:r>
          </a:p>
        </p:txBody>
      </p:sp>
      <p:sp>
        <p:nvSpPr>
          <p:cNvPr id="71693" name="Rectangle 13">
            <a:extLst>
              <a:ext uri="{FF2B5EF4-FFF2-40B4-BE49-F238E27FC236}">
                <a16:creationId xmlns:a16="http://schemas.microsoft.com/office/drawing/2014/main" id="{49354425-9C10-B40B-F39E-5D16735E40E7}"/>
              </a:ext>
            </a:extLst>
          </p:cNvPr>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71694" name="Rectangle 14">
            <a:extLst>
              <a:ext uri="{FF2B5EF4-FFF2-40B4-BE49-F238E27FC236}">
                <a16:creationId xmlns:a16="http://schemas.microsoft.com/office/drawing/2014/main" id="{DC8938E2-85E6-9061-9151-F517923034CD}"/>
              </a:ext>
            </a:extLst>
          </p:cNvPr>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ltLang="en-US"/>
          </a:p>
        </p:txBody>
      </p:sp>
      <p:sp>
        <p:nvSpPr>
          <p:cNvPr id="71695" name="Rectangle 15">
            <a:extLst>
              <a:ext uri="{FF2B5EF4-FFF2-40B4-BE49-F238E27FC236}">
                <a16:creationId xmlns:a16="http://schemas.microsoft.com/office/drawing/2014/main" id="{AC53AAD2-17C4-332E-F017-EC6E8340F8B4}"/>
              </a:ext>
            </a:extLst>
          </p:cNvPr>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en-US"/>
          </a:p>
        </p:txBody>
      </p:sp>
      <p:sp>
        <p:nvSpPr>
          <p:cNvPr id="71696" name="Rectangle 16">
            <a:extLst>
              <a:ext uri="{FF2B5EF4-FFF2-40B4-BE49-F238E27FC236}">
                <a16:creationId xmlns:a16="http://schemas.microsoft.com/office/drawing/2014/main" id="{45A170DA-02E1-EA72-EE6D-D9165B775716}"/>
              </a:ext>
            </a:extLst>
          </p:cNvPr>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2433C8AD-80DA-4F40-BD3B-0229AF138D08}"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5A141-E9AB-9328-D699-63437A154D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7CC35F-BBA3-374E-A256-56FFE981CA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B27B09-2415-29DC-E3E6-16462E6782E8}"/>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F183CED-01A0-8CC4-AFA7-5E2BEB6FD220}"/>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6129C68-ABEE-0403-FCFE-B2B48C578533}"/>
              </a:ext>
            </a:extLst>
          </p:cNvPr>
          <p:cNvSpPr>
            <a:spLocks noGrp="1"/>
          </p:cNvSpPr>
          <p:nvPr>
            <p:ph type="sldNum" sz="quarter" idx="12"/>
          </p:nvPr>
        </p:nvSpPr>
        <p:spPr/>
        <p:txBody>
          <a:bodyPr/>
          <a:lstStyle>
            <a:lvl1pPr>
              <a:defRPr/>
            </a:lvl1pPr>
          </a:lstStyle>
          <a:p>
            <a:fld id="{B6A22751-BB13-433F-82F2-C3A83F56C67C}" type="slidenum">
              <a:rPr lang="en-US" altLang="en-US"/>
              <a:pPr/>
              <a:t>‹#›</a:t>
            </a:fld>
            <a:endParaRPr lang="en-US" altLang="en-US"/>
          </a:p>
        </p:txBody>
      </p:sp>
    </p:spTree>
    <p:extLst>
      <p:ext uri="{BB962C8B-B14F-4D97-AF65-F5344CB8AC3E}">
        <p14:creationId xmlns:p14="http://schemas.microsoft.com/office/powerpoint/2010/main" val="4123690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136FF-9D1C-B9EF-6CFB-2407F8EBA0ED}"/>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F5D4326-C638-99A5-03CA-8525B2A3E057}"/>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BCB26473-9DFD-82C9-6494-DA29142C3C42}"/>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1CC7ADFD-AC01-72C5-5059-A70F2342D8C4}"/>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BF26D9E6-0B86-E670-5A49-28078FA952FB}"/>
              </a:ext>
            </a:extLst>
          </p:cNvPr>
          <p:cNvSpPr>
            <a:spLocks noGrp="1"/>
          </p:cNvSpPr>
          <p:nvPr>
            <p:ph type="sldNum" sz="quarter" idx="12"/>
          </p:nvPr>
        </p:nvSpPr>
        <p:spPr/>
        <p:txBody>
          <a:bodyPr/>
          <a:lstStyle>
            <a:lvl1pPr>
              <a:defRPr/>
            </a:lvl1pPr>
          </a:lstStyle>
          <a:p>
            <a:fld id="{0A6D0E81-8556-43B6-BA70-E4B32D33E19D}" type="slidenum">
              <a:rPr lang="en-US" altLang="en-US"/>
              <a:pPr/>
              <a:t>‹#›</a:t>
            </a:fld>
            <a:endParaRPr lang="en-US" altLang="en-US"/>
          </a:p>
        </p:txBody>
      </p:sp>
    </p:spTree>
    <p:extLst>
      <p:ext uri="{BB962C8B-B14F-4D97-AF65-F5344CB8AC3E}">
        <p14:creationId xmlns:p14="http://schemas.microsoft.com/office/powerpoint/2010/main" val="3466929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54C24-1C33-41BE-D510-F7B7191E37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841EF1-658F-B4AD-9B5B-9E4C48EB24B4}"/>
              </a:ext>
            </a:extLst>
          </p:cNvPr>
          <p:cNvSpPr>
            <a:spLocks noGrp="1"/>
          </p:cNvSpPr>
          <p:nvPr>
            <p:ph sz="half" idx="1"/>
          </p:nvPr>
        </p:nvSpPr>
        <p:spPr>
          <a:xfrm>
            <a:off x="762000" y="1676400"/>
            <a:ext cx="4019550" cy="4456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F522DB-146F-AB8C-C01C-FBA6BF9E32A4}"/>
              </a:ext>
            </a:extLst>
          </p:cNvPr>
          <p:cNvSpPr>
            <a:spLocks noGrp="1"/>
          </p:cNvSpPr>
          <p:nvPr>
            <p:ph sz="half" idx="2"/>
          </p:nvPr>
        </p:nvSpPr>
        <p:spPr>
          <a:xfrm>
            <a:off x="4933950" y="1676400"/>
            <a:ext cx="4021138" cy="4456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EA3805-ECDD-8DE7-1EDA-C8554A9276BB}"/>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309C10DE-51CE-8AA9-37CC-F5CB41902E92}"/>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693E752-A0CE-4A55-C145-158A05DA159B}"/>
              </a:ext>
            </a:extLst>
          </p:cNvPr>
          <p:cNvSpPr>
            <a:spLocks noGrp="1"/>
          </p:cNvSpPr>
          <p:nvPr>
            <p:ph type="sldNum" sz="quarter" idx="12"/>
          </p:nvPr>
        </p:nvSpPr>
        <p:spPr/>
        <p:txBody>
          <a:bodyPr/>
          <a:lstStyle>
            <a:lvl1pPr>
              <a:defRPr/>
            </a:lvl1pPr>
          </a:lstStyle>
          <a:p>
            <a:fld id="{367B3EF6-4B37-44DD-8043-FB0257519D71}" type="slidenum">
              <a:rPr lang="en-US" altLang="en-US"/>
              <a:pPr/>
              <a:t>‹#›</a:t>
            </a:fld>
            <a:endParaRPr lang="en-US" altLang="en-US"/>
          </a:p>
        </p:txBody>
      </p:sp>
    </p:spTree>
    <p:extLst>
      <p:ext uri="{BB962C8B-B14F-4D97-AF65-F5344CB8AC3E}">
        <p14:creationId xmlns:p14="http://schemas.microsoft.com/office/powerpoint/2010/main" val="3879181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3EE85-22EE-1C21-AB97-0F8C442A0F59}"/>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74798A-A904-5320-6A88-8DE4436696E6}"/>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C223BF-DCA2-0545-C0D4-7175F6C027D3}"/>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E608FF-B361-159C-159A-9B5CBD8E9A48}"/>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73E501-942B-14FE-9448-62474461D88E}"/>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085E27-A6ED-8093-018A-B34D3FDE7A3E}"/>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C9ECF740-87AE-5B42-6AE2-4ACB6353F15E}"/>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3D48D565-17C2-5E7A-C433-AE5A434CC794}"/>
              </a:ext>
            </a:extLst>
          </p:cNvPr>
          <p:cNvSpPr>
            <a:spLocks noGrp="1"/>
          </p:cNvSpPr>
          <p:nvPr>
            <p:ph type="sldNum" sz="quarter" idx="12"/>
          </p:nvPr>
        </p:nvSpPr>
        <p:spPr/>
        <p:txBody>
          <a:bodyPr/>
          <a:lstStyle>
            <a:lvl1pPr>
              <a:defRPr/>
            </a:lvl1pPr>
          </a:lstStyle>
          <a:p>
            <a:fld id="{8B11A507-F55F-416C-9C6B-7B2E4762D9C1}" type="slidenum">
              <a:rPr lang="en-US" altLang="en-US"/>
              <a:pPr/>
              <a:t>‹#›</a:t>
            </a:fld>
            <a:endParaRPr lang="en-US" altLang="en-US"/>
          </a:p>
        </p:txBody>
      </p:sp>
    </p:spTree>
    <p:extLst>
      <p:ext uri="{BB962C8B-B14F-4D97-AF65-F5344CB8AC3E}">
        <p14:creationId xmlns:p14="http://schemas.microsoft.com/office/powerpoint/2010/main" val="62750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F22A9-49E1-E518-87CA-6EF356C0ED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5F86BC-1B0A-862B-9106-E127F1A58600}"/>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4AAC9C0E-BB57-96FB-B478-4C410CAC27F5}"/>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1F0B778D-C029-AA79-ED2F-FB7F4D5124A3}"/>
              </a:ext>
            </a:extLst>
          </p:cNvPr>
          <p:cNvSpPr>
            <a:spLocks noGrp="1"/>
          </p:cNvSpPr>
          <p:nvPr>
            <p:ph type="sldNum" sz="quarter" idx="12"/>
          </p:nvPr>
        </p:nvSpPr>
        <p:spPr/>
        <p:txBody>
          <a:bodyPr/>
          <a:lstStyle>
            <a:lvl1pPr>
              <a:defRPr/>
            </a:lvl1pPr>
          </a:lstStyle>
          <a:p>
            <a:fld id="{8B67FE12-0B3C-4443-940C-8186BC71A45B}" type="slidenum">
              <a:rPr lang="en-US" altLang="en-US"/>
              <a:pPr/>
              <a:t>‹#›</a:t>
            </a:fld>
            <a:endParaRPr lang="en-US" altLang="en-US"/>
          </a:p>
        </p:txBody>
      </p:sp>
    </p:spTree>
    <p:extLst>
      <p:ext uri="{BB962C8B-B14F-4D97-AF65-F5344CB8AC3E}">
        <p14:creationId xmlns:p14="http://schemas.microsoft.com/office/powerpoint/2010/main" val="617088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AAB59F-BB60-FFE7-4932-07BFDD7335B7}"/>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DB3F452F-D5A9-7FBA-B80A-148D0C63DD85}"/>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90AD27A1-2DEC-07BD-7B8E-61989043BE07}"/>
              </a:ext>
            </a:extLst>
          </p:cNvPr>
          <p:cNvSpPr>
            <a:spLocks noGrp="1"/>
          </p:cNvSpPr>
          <p:nvPr>
            <p:ph type="sldNum" sz="quarter" idx="12"/>
          </p:nvPr>
        </p:nvSpPr>
        <p:spPr/>
        <p:txBody>
          <a:bodyPr/>
          <a:lstStyle>
            <a:lvl1pPr>
              <a:defRPr/>
            </a:lvl1pPr>
          </a:lstStyle>
          <a:p>
            <a:fld id="{48165D0E-6D95-44DA-BC07-862084F03860}" type="slidenum">
              <a:rPr lang="en-US" altLang="en-US"/>
              <a:pPr/>
              <a:t>‹#›</a:t>
            </a:fld>
            <a:endParaRPr lang="en-US" altLang="en-US"/>
          </a:p>
        </p:txBody>
      </p:sp>
    </p:spTree>
    <p:extLst>
      <p:ext uri="{BB962C8B-B14F-4D97-AF65-F5344CB8AC3E}">
        <p14:creationId xmlns:p14="http://schemas.microsoft.com/office/powerpoint/2010/main" val="2270347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26E1A-CB9C-629D-2757-BDCF228585FB}"/>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6C0F60-2608-0B63-6B8E-EE7234CE3673}"/>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9D406D-7E09-1227-BF2C-DC0199F7B0E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7F4D57-D114-8D9D-6538-C025A65064EF}"/>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923CA309-450E-9B6F-2852-BB810874A111}"/>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C40A6440-6BB4-7837-E5E0-C73E9D9B2CD5}"/>
              </a:ext>
            </a:extLst>
          </p:cNvPr>
          <p:cNvSpPr>
            <a:spLocks noGrp="1"/>
          </p:cNvSpPr>
          <p:nvPr>
            <p:ph type="sldNum" sz="quarter" idx="12"/>
          </p:nvPr>
        </p:nvSpPr>
        <p:spPr/>
        <p:txBody>
          <a:bodyPr/>
          <a:lstStyle>
            <a:lvl1pPr>
              <a:defRPr/>
            </a:lvl1pPr>
          </a:lstStyle>
          <a:p>
            <a:fld id="{71E4EA42-F0CE-412A-BFA3-ECEF39C72643}" type="slidenum">
              <a:rPr lang="en-US" altLang="en-US"/>
              <a:pPr/>
              <a:t>‹#›</a:t>
            </a:fld>
            <a:endParaRPr lang="en-US" altLang="en-US"/>
          </a:p>
        </p:txBody>
      </p:sp>
    </p:spTree>
    <p:extLst>
      <p:ext uri="{BB962C8B-B14F-4D97-AF65-F5344CB8AC3E}">
        <p14:creationId xmlns:p14="http://schemas.microsoft.com/office/powerpoint/2010/main" val="894960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E110B-6072-7F90-EE20-E8CF33407D1E}"/>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91745F-FC03-F3A5-1454-A84D8E4D73C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0C75E8-6857-AE70-C931-B65263DBD87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642B82-1CDF-F091-0617-8ED57DC1A7E9}"/>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1EA8FF64-84B3-4821-D6D3-39AEE333160C}"/>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419F26AD-6C70-E7E4-2A5B-4639C74CB90F}"/>
              </a:ext>
            </a:extLst>
          </p:cNvPr>
          <p:cNvSpPr>
            <a:spLocks noGrp="1"/>
          </p:cNvSpPr>
          <p:nvPr>
            <p:ph type="sldNum" sz="quarter" idx="12"/>
          </p:nvPr>
        </p:nvSpPr>
        <p:spPr/>
        <p:txBody>
          <a:bodyPr/>
          <a:lstStyle>
            <a:lvl1pPr>
              <a:defRPr/>
            </a:lvl1pPr>
          </a:lstStyle>
          <a:p>
            <a:fld id="{07F8FE5A-7119-4135-B169-BCD10D0442A4}" type="slidenum">
              <a:rPr lang="en-US" altLang="en-US"/>
              <a:pPr/>
              <a:t>‹#›</a:t>
            </a:fld>
            <a:endParaRPr lang="en-US" altLang="en-US"/>
          </a:p>
        </p:txBody>
      </p:sp>
    </p:spTree>
    <p:extLst>
      <p:ext uri="{BB962C8B-B14F-4D97-AF65-F5344CB8AC3E}">
        <p14:creationId xmlns:p14="http://schemas.microsoft.com/office/powerpoint/2010/main" val="3636742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57B1F-713A-6DC1-7839-734357AB39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F7272F-4B15-D877-F36E-8F7D0B595B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1D8306-A525-9CD7-BBEF-57496D7E3619}"/>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27C19CDE-33B2-D3D1-B75C-D09CA5020C4C}"/>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D2F823E-A3C7-C05D-D2A5-388914D49F9E}"/>
              </a:ext>
            </a:extLst>
          </p:cNvPr>
          <p:cNvSpPr>
            <a:spLocks noGrp="1"/>
          </p:cNvSpPr>
          <p:nvPr>
            <p:ph type="sldNum" sz="quarter" idx="12"/>
          </p:nvPr>
        </p:nvSpPr>
        <p:spPr/>
        <p:txBody>
          <a:bodyPr/>
          <a:lstStyle>
            <a:lvl1pPr>
              <a:defRPr/>
            </a:lvl1pPr>
          </a:lstStyle>
          <a:p>
            <a:fld id="{70085C06-0AE3-4319-80A2-87C6A0C02444}" type="slidenum">
              <a:rPr lang="en-US" altLang="en-US"/>
              <a:pPr/>
              <a:t>‹#›</a:t>
            </a:fld>
            <a:endParaRPr lang="en-US" altLang="en-US"/>
          </a:p>
        </p:txBody>
      </p:sp>
    </p:spTree>
    <p:extLst>
      <p:ext uri="{BB962C8B-B14F-4D97-AF65-F5344CB8AC3E}">
        <p14:creationId xmlns:p14="http://schemas.microsoft.com/office/powerpoint/2010/main" val="1361949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BB312D-D086-7A9B-DD89-C727D7410E2B}"/>
              </a:ext>
            </a:extLst>
          </p:cNvPr>
          <p:cNvSpPr>
            <a:spLocks noGrp="1"/>
          </p:cNvSpPr>
          <p:nvPr>
            <p:ph type="title" orient="vert"/>
          </p:nvPr>
        </p:nvSpPr>
        <p:spPr>
          <a:xfrm>
            <a:off x="6907213" y="152400"/>
            <a:ext cx="2047875" cy="59801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144284-1C7E-05E6-622E-44295F6A2200}"/>
              </a:ext>
            </a:extLst>
          </p:cNvPr>
          <p:cNvSpPr>
            <a:spLocks noGrp="1"/>
          </p:cNvSpPr>
          <p:nvPr>
            <p:ph type="body" orient="vert" idx="1"/>
          </p:nvPr>
        </p:nvSpPr>
        <p:spPr>
          <a:xfrm>
            <a:off x="762000" y="152400"/>
            <a:ext cx="5992813" cy="59801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0B0087-A106-68B8-B3CF-BC81361B8790}"/>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CFC47DA-BE2E-9E56-9A3D-A91A8320E1E1}"/>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DA986B4-0770-062A-6273-852AFBD05E6B}"/>
              </a:ext>
            </a:extLst>
          </p:cNvPr>
          <p:cNvSpPr>
            <a:spLocks noGrp="1"/>
          </p:cNvSpPr>
          <p:nvPr>
            <p:ph type="sldNum" sz="quarter" idx="12"/>
          </p:nvPr>
        </p:nvSpPr>
        <p:spPr/>
        <p:txBody>
          <a:bodyPr/>
          <a:lstStyle>
            <a:lvl1pPr>
              <a:defRPr/>
            </a:lvl1pPr>
          </a:lstStyle>
          <a:p>
            <a:fld id="{6063658E-BA30-42E8-AD7F-300E0AED4786}" type="slidenum">
              <a:rPr lang="en-US" altLang="en-US"/>
              <a:pPr/>
              <a:t>‹#›</a:t>
            </a:fld>
            <a:endParaRPr lang="en-US" altLang="en-US"/>
          </a:p>
        </p:txBody>
      </p:sp>
    </p:spTree>
    <p:extLst>
      <p:ext uri="{BB962C8B-B14F-4D97-AF65-F5344CB8AC3E}">
        <p14:creationId xmlns:p14="http://schemas.microsoft.com/office/powerpoint/2010/main" val="3941967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E34E4FBB-06A5-21EF-B3F0-7400215D7D55}"/>
              </a:ext>
            </a:extLst>
          </p:cNvPr>
          <p:cNvSpPr>
            <a:spLocks noChangeArrowheads="1"/>
          </p:cNvSpPr>
          <p:nvPr/>
        </p:nvSpPr>
        <p:spPr bwMode="ltGray">
          <a:xfrm>
            <a:off x="417513" y="5651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kumimoji="1" lang="en-US" altLang="en-US" sz="2400" b="0"/>
          </a:p>
        </p:txBody>
      </p:sp>
      <p:sp>
        <p:nvSpPr>
          <p:cNvPr id="70659" name="Rectangle 3">
            <a:extLst>
              <a:ext uri="{FF2B5EF4-FFF2-40B4-BE49-F238E27FC236}">
                <a16:creationId xmlns:a16="http://schemas.microsoft.com/office/drawing/2014/main" id="{6474AC91-A46F-CBFC-E8A6-4CD3A7F8155F}"/>
              </a:ext>
            </a:extLst>
          </p:cNvPr>
          <p:cNvSpPr>
            <a:spLocks noChangeArrowheads="1"/>
          </p:cNvSpPr>
          <p:nvPr/>
        </p:nvSpPr>
        <p:spPr bwMode="ltGray">
          <a:xfrm>
            <a:off x="800100" y="5651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kumimoji="1" lang="en-US" altLang="en-US" sz="2400" b="0"/>
          </a:p>
        </p:txBody>
      </p:sp>
      <p:sp>
        <p:nvSpPr>
          <p:cNvPr id="70660" name="Rectangle 4">
            <a:extLst>
              <a:ext uri="{FF2B5EF4-FFF2-40B4-BE49-F238E27FC236}">
                <a16:creationId xmlns:a16="http://schemas.microsoft.com/office/drawing/2014/main" id="{E49455E1-3ACE-81B6-32E9-8905507A6D15}"/>
              </a:ext>
            </a:extLst>
          </p:cNvPr>
          <p:cNvSpPr>
            <a:spLocks noChangeArrowheads="1"/>
          </p:cNvSpPr>
          <p:nvPr/>
        </p:nvSpPr>
        <p:spPr bwMode="ltGray">
          <a:xfrm>
            <a:off x="541338" y="9874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kumimoji="1" lang="en-US" altLang="en-US" sz="2400" b="0"/>
          </a:p>
        </p:txBody>
      </p:sp>
      <p:sp>
        <p:nvSpPr>
          <p:cNvPr id="70661" name="Rectangle 5">
            <a:extLst>
              <a:ext uri="{FF2B5EF4-FFF2-40B4-BE49-F238E27FC236}">
                <a16:creationId xmlns:a16="http://schemas.microsoft.com/office/drawing/2014/main" id="{CB5E07AA-1552-08CD-5AED-0A50DF4A8545}"/>
              </a:ext>
            </a:extLst>
          </p:cNvPr>
          <p:cNvSpPr>
            <a:spLocks noChangeArrowheads="1"/>
          </p:cNvSpPr>
          <p:nvPr/>
        </p:nvSpPr>
        <p:spPr bwMode="ltGray">
          <a:xfrm>
            <a:off x="911225" y="9874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kumimoji="1" lang="en-US" altLang="en-US" sz="2400" b="0"/>
          </a:p>
        </p:txBody>
      </p:sp>
      <p:sp>
        <p:nvSpPr>
          <p:cNvPr id="70662" name="Rectangle 6">
            <a:extLst>
              <a:ext uri="{FF2B5EF4-FFF2-40B4-BE49-F238E27FC236}">
                <a16:creationId xmlns:a16="http://schemas.microsoft.com/office/drawing/2014/main" id="{05204BAC-3EB1-0D0C-804A-A4847B5A0AAE}"/>
              </a:ext>
            </a:extLst>
          </p:cNvPr>
          <p:cNvSpPr>
            <a:spLocks noChangeArrowheads="1"/>
          </p:cNvSpPr>
          <p:nvPr/>
        </p:nvSpPr>
        <p:spPr bwMode="ltGray">
          <a:xfrm>
            <a:off x="127000" y="9144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kumimoji="1" lang="en-US" altLang="en-US" sz="2400" b="0"/>
          </a:p>
        </p:txBody>
      </p:sp>
      <p:sp>
        <p:nvSpPr>
          <p:cNvPr id="70663" name="Rectangle 7">
            <a:extLst>
              <a:ext uri="{FF2B5EF4-FFF2-40B4-BE49-F238E27FC236}">
                <a16:creationId xmlns:a16="http://schemas.microsoft.com/office/drawing/2014/main" id="{4215BDA3-91BE-D584-C6D9-C23080CD9E65}"/>
              </a:ext>
            </a:extLst>
          </p:cNvPr>
          <p:cNvSpPr>
            <a:spLocks noChangeArrowheads="1"/>
          </p:cNvSpPr>
          <p:nvPr/>
        </p:nvSpPr>
        <p:spPr bwMode="gray">
          <a:xfrm>
            <a:off x="762000" y="4572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kumimoji="1" lang="en-US" altLang="en-US" sz="2400" b="0"/>
          </a:p>
        </p:txBody>
      </p:sp>
      <p:sp>
        <p:nvSpPr>
          <p:cNvPr id="70664" name="Rectangle 8">
            <a:extLst>
              <a:ext uri="{FF2B5EF4-FFF2-40B4-BE49-F238E27FC236}">
                <a16:creationId xmlns:a16="http://schemas.microsoft.com/office/drawing/2014/main" id="{CF312101-C386-CF61-0003-A4B91FC9509F}"/>
              </a:ext>
            </a:extLst>
          </p:cNvPr>
          <p:cNvSpPr>
            <a:spLocks noChangeArrowheads="1"/>
          </p:cNvSpPr>
          <p:nvPr/>
        </p:nvSpPr>
        <p:spPr bwMode="gray">
          <a:xfrm>
            <a:off x="442913" y="12477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kumimoji="1" lang="en-US" altLang="en-US" sz="2400" b="0"/>
          </a:p>
        </p:txBody>
      </p:sp>
      <p:sp>
        <p:nvSpPr>
          <p:cNvPr id="70665" name="Rectangle 9">
            <a:extLst>
              <a:ext uri="{FF2B5EF4-FFF2-40B4-BE49-F238E27FC236}">
                <a16:creationId xmlns:a16="http://schemas.microsoft.com/office/drawing/2014/main" id="{63BC1947-BD8A-B545-80E1-2FB4DF316F91}"/>
              </a:ext>
            </a:extLst>
          </p:cNvPr>
          <p:cNvSpPr>
            <a:spLocks noGrp="1" noChangeArrowheads="1"/>
          </p:cNvSpPr>
          <p:nvPr>
            <p:ph type="title"/>
          </p:nvPr>
        </p:nvSpPr>
        <p:spPr bwMode="auto">
          <a:xfrm>
            <a:off x="1150938" y="152400"/>
            <a:ext cx="7793037"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70666" name="Rectangle 10">
            <a:extLst>
              <a:ext uri="{FF2B5EF4-FFF2-40B4-BE49-F238E27FC236}">
                <a16:creationId xmlns:a16="http://schemas.microsoft.com/office/drawing/2014/main" id="{960C4111-8563-F414-34D3-B690F9841B23}"/>
              </a:ext>
            </a:extLst>
          </p:cNvPr>
          <p:cNvSpPr>
            <a:spLocks noGrp="1" noChangeArrowheads="1"/>
          </p:cNvSpPr>
          <p:nvPr>
            <p:ph type="body" idx="1"/>
          </p:nvPr>
        </p:nvSpPr>
        <p:spPr bwMode="auto">
          <a:xfrm>
            <a:off x="762000" y="1676400"/>
            <a:ext cx="8193088"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0667" name="Rectangle 11">
            <a:extLst>
              <a:ext uri="{FF2B5EF4-FFF2-40B4-BE49-F238E27FC236}">
                <a16:creationId xmlns:a16="http://schemas.microsoft.com/office/drawing/2014/main" id="{FB122650-AC7F-89C3-6CA2-226568188B26}"/>
              </a:ext>
            </a:extLst>
          </p:cNvPr>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400" b="0"/>
            </a:lvl1pPr>
          </a:lstStyle>
          <a:p>
            <a:endParaRPr lang="en-US" altLang="en-US"/>
          </a:p>
        </p:txBody>
      </p:sp>
      <p:sp>
        <p:nvSpPr>
          <p:cNvPr id="70668" name="Rectangle 12">
            <a:extLst>
              <a:ext uri="{FF2B5EF4-FFF2-40B4-BE49-F238E27FC236}">
                <a16:creationId xmlns:a16="http://schemas.microsoft.com/office/drawing/2014/main" id="{698C9FED-8489-FD6E-FCA0-0CA333FF92AF}"/>
              </a:ext>
            </a:extLst>
          </p:cNvPr>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a:lvl1pPr>
          </a:lstStyle>
          <a:p>
            <a:endParaRPr lang="en-US" altLang="en-US"/>
          </a:p>
        </p:txBody>
      </p:sp>
      <p:sp>
        <p:nvSpPr>
          <p:cNvPr id="70669" name="Rectangle 13">
            <a:extLst>
              <a:ext uri="{FF2B5EF4-FFF2-40B4-BE49-F238E27FC236}">
                <a16:creationId xmlns:a16="http://schemas.microsoft.com/office/drawing/2014/main" id="{2B90C01B-90BC-52E4-8394-A5CC65671E79}"/>
              </a:ext>
            </a:extLst>
          </p:cNvPr>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b="0"/>
            </a:lvl1pPr>
          </a:lstStyle>
          <a:p>
            <a:fld id="{69EC8AFC-DF1E-4084-9A4A-897ED83CCED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ftr="0" dt="0"/>
  <p:txStyles>
    <p:titleStyle>
      <a:lvl1pPr algn="l" rtl="0" fontAlgn="base">
        <a:spcBef>
          <a:spcPct val="0"/>
        </a:spcBef>
        <a:spcAft>
          <a:spcPct val="0"/>
        </a:spcAft>
        <a:defRPr sz="3200" kern="1200">
          <a:solidFill>
            <a:schemeClr val="tx2"/>
          </a:solidFill>
          <a:latin typeface="+mj-lt"/>
          <a:ea typeface="+mj-ea"/>
          <a:cs typeface="+mj-cs"/>
        </a:defRPr>
      </a:lvl1pPr>
      <a:lvl2pPr algn="l" rtl="0" fontAlgn="base">
        <a:spcBef>
          <a:spcPct val="0"/>
        </a:spcBef>
        <a:spcAft>
          <a:spcPct val="0"/>
        </a:spcAft>
        <a:defRPr sz="3200">
          <a:solidFill>
            <a:schemeClr val="tx2"/>
          </a:solidFill>
          <a:latin typeface="Tahoma" panose="020B0604030504040204" pitchFamily="34" charset="0"/>
        </a:defRPr>
      </a:lvl2pPr>
      <a:lvl3pPr algn="l" rtl="0" fontAlgn="base">
        <a:spcBef>
          <a:spcPct val="0"/>
        </a:spcBef>
        <a:spcAft>
          <a:spcPct val="0"/>
        </a:spcAft>
        <a:defRPr sz="3200">
          <a:solidFill>
            <a:schemeClr val="tx2"/>
          </a:solidFill>
          <a:latin typeface="Tahoma" panose="020B0604030504040204" pitchFamily="34" charset="0"/>
        </a:defRPr>
      </a:lvl3pPr>
      <a:lvl4pPr algn="l" rtl="0" fontAlgn="base">
        <a:spcBef>
          <a:spcPct val="0"/>
        </a:spcBef>
        <a:spcAft>
          <a:spcPct val="0"/>
        </a:spcAft>
        <a:defRPr sz="3200">
          <a:solidFill>
            <a:schemeClr val="tx2"/>
          </a:solidFill>
          <a:latin typeface="Tahoma" panose="020B0604030504040204" pitchFamily="34" charset="0"/>
        </a:defRPr>
      </a:lvl4pPr>
      <a:lvl5pPr algn="l" rtl="0" fontAlgn="base">
        <a:spcBef>
          <a:spcPct val="0"/>
        </a:spcBef>
        <a:spcAft>
          <a:spcPct val="0"/>
        </a:spcAft>
        <a:defRPr sz="3200">
          <a:solidFill>
            <a:schemeClr val="tx2"/>
          </a:solidFill>
          <a:latin typeface="Tahoma" panose="020B0604030504040204" pitchFamily="34" charset="0"/>
        </a:defRPr>
      </a:lvl5pPr>
      <a:lvl6pPr marL="457200" algn="l" rtl="0" fontAlgn="base">
        <a:spcBef>
          <a:spcPct val="0"/>
        </a:spcBef>
        <a:spcAft>
          <a:spcPct val="0"/>
        </a:spcAft>
        <a:defRPr sz="3200">
          <a:solidFill>
            <a:schemeClr val="tx2"/>
          </a:solidFill>
          <a:latin typeface="Tahoma" panose="020B0604030504040204" pitchFamily="34" charset="0"/>
        </a:defRPr>
      </a:lvl6pPr>
      <a:lvl7pPr marL="914400" algn="l" rtl="0" fontAlgn="base">
        <a:spcBef>
          <a:spcPct val="0"/>
        </a:spcBef>
        <a:spcAft>
          <a:spcPct val="0"/>
        </a:spcAft>
        <a:defRPr sz="3200">
          <a:solidFill>
            <a:schemeClr val="tx2"/>
          </a:solidFill>
          <a:latin typeface="Tahoma" panose="020B0604030504040204" pitchFamily="34" charset="0"/>
        </a:defRPr>
      </a:lvl7pPr>
      <a:lvl8pPr marL="1371600" algn="l" rtl="0" fontAlgn="base">
        <a:spcBef>
          <a:spcPct val="0"/>
        </a:spcBef>
        <a:spcAft>
          <a:spcPct val="0"/>
        </a:spcAft>
        <a:defRPr sz="3200">
          <a:solidFill>
            <a:schemeClr val="tx2"/>
          </a:solidFill>
          <a:latin typeface="Tahoma" panose="020B0604030504040204" pitchFamily="34" charset="0"/>
        </a:defRPr>
      </a:lvl8pPr>
      <a:lvl9pPr marL="1828800" algn="l" rtl="0" fontAlgn="base">
        <a:spcBef>
          <a:spcPct val="0"/>
        </a:spcBef>
        <a:spcAft>
          <a:spcPct val="0"/>
        </a:spcAft>
        <a:defRPr sz="3200">
          <a:solidFill>
            <a:schemeClr val="tx2"/>
          </a:solidFill>
          <a:latin typeface="Tahoma" panose="020B0604030504040204" pitchFamily="34" charset="0"/>
        </a:defRPr>
      </a:lvl9pPr>
    </p:titleStyle>
    <p:body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wmf"/></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oleObject" Target="../embeddings/oleObject4.bin"/><Relationship Id="rId5" Type="http://schemas.openxmlformats.org/officeDocument/2006/relationships/image" Target="../media/image8.w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6">
            <a:extLst>
              <a:ext uri="{FF2B5EF4-FFF2-40B4-BE49-F238E27FC236}">
                <a16:creationId xmlns:a16="http://schemas.microsoft.com/office/drawing/2014/main" id="{56D1AA4E-B058-ACE6-EA41-CFE7E7413715}"/>
              </a:ext>
            </a:extLst>
          </p:cNvPr>
          <p:cNvSpPr>
            <a:spLocks noGrp="1" noChangeArrowheads="1"/>
          </p:cNvSpPr>
          <p:nvPr>
            <p:ph type="sldNum" sz="quarter" idx="4"/>
          </p:nvPr>
        </p:nvSpPr>
        <p:spPr/>
        <p:txBody>
          <a:bodyPr/>
          <a:lstStyle/>
          <a:p>
            <a:fld id="{22EBD77E-6B88-4B07-BF4B-38CEC445BEDB}" type="slidenum">
              <a:rPr lang="en-US" altLang="en-US"/>
              <a:pPr/>
              <a:t>1</a:t>
            </a:fld>
            <a:endParaRPr lang="en-US" altLang="en-US"/>
          </a:p>
        </p:txBody>
      </p:sp>
      <p:sp>
        <p:nvSpPr>
          <p:cNvPr id="2054" name="Rectangle 6">
            <a:extLst>
              <a:ext uri="{FF2B5EF4-FFF2-40B4-BE49-F238E27FC236}">
                <a16:creationId xmlns:a16="http://schemas.microsoft.com/office/drawing/2014/main" id="{FC1B7FB4-91CD-069E-DCDD-CE7D164A20C4}"/>
              </a:ext>
            </a:extLst>
          </p:cNvPr>
          <p:cNvSpPr>
            <a:spLocks noChangeArrowheads="1"/>
          </p:cNvSpPr>
          <p:nvPr/>
        </p:nvSpPr>
        <p:spPr bwMode="auto">
          <a:xfrm>
            <a:off x="76200" y="1905000"/>
            <a:ext cx="9067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sz="3200">
                <a:solidFill>
                  <a:schemeClr val="tx2"/>
                </a:solidFill>
                <a:latin typeface="Tahoma" panose="020B0604030504040204" pitchFamily="34" charset="0"/>
              </a:defRPr>
            </a:lvl1pPr>
            <a:lvl2pPr algn="l">
              <a:defRPr sz="3200">
                <a:solidFill>
                  <a:schemeClr val="tx2"/>
                </a:solidFill>
                <a:latin typeface="Tahoma" panose="020B0604030504040204" pitchFamily="34" charset="0"/>
              </a:defRPr>
            </a:lvl2pPr>
            <a:lvl3pPr algn="l">
              <a:defRPr sz="3200">
                <a:solidFill>
                  <a:schemeClr val="tx2"/>
                </a:solidFill>
                <a:latin typeface="Tahoma" panose="020B0604030504040204" pitchFamily="34" charset="0"/>
              </a:defRPr>
            </a:lvl3pPr>
            <a:lvl4pPr algn="l">
              <a:defRPr sz="3200">
                <a:solidFill>
                  <a:schemeClr val="tx2"/>
                </a:solidFill>
                <a:latin typeface="Tahoma" panose="020B0604030504040204" pitchFamily="34" charset="0"/>
              </a:defRPr>
            </a:lvl4pPr>
            <a:lvl5pPr algn="l">
              <a:defRPr sz="3200">
                <a:solidFill>
                  <a:schemeClr val="tx2"/>
                </a:solidFill>
                <a:latin typeface="Tahoma" panose="020B0604030504040204" pitchFamily="34" charset="0"/>
              </a:defRPr>
            </a:lvl5pPr>
            <a:lvl6pPr marL="457200" fontAlgn="base">
              <a:spcBef>
                <a:spcPct val="0"/>
              </a:spcBef>
              <a:spcAft>
                <a:spcPct val="0"/>
              </a:spcAft>
              <a:defRPr sz="3200">
                <a:solidFill>
                  <a:schemeClr val="tx2"/>
                </a:solidFill>
                <a:latin typeface="Tahoma" panose="020B0604030504040204" pitchFamily="34" charset="0"/>
              </a:defRPr>
            </a:lvl6pPr>
            <a:lvl7pPr marL="914400" fontAlgn="base">
              <a:spcBef>
                <a:spcPct val="0"/>
              </a:spcBef>
              <a:spcAft>
                <a:spcPct val="0"/>
              </a:spcAft>
              <a:defRPr sz="3200">
                <a:solidFill>
                  <a:schemeClr val="tx2"/>
                </a:solidFill>
                <a:latin typeface="Tahoma" panose="020B0604030504040204" pitchFamily="34" charset="0"/>
              </a:defRPr>
            </a:lvl7pPr>
            <a:lvl8pPr marL="1371600" fontAlgn="base">
              <a:spcBef>
                <a:spcPct val="0"/>
              </a:spcBef>
              <a:spcAft>
                <a:spcPct val="0"/>
              </a:spcAft>
              <a:defRPr sz="3200">
                <a:solidFill>
                  <a:schemeClr val="tx2"/>
                </a:solidFill>
                <a:latin typeface="Tahoma" panose="020B0604030504040204" pitchFamily="34" charset="0"/>
              </a:defRPr>
            </a:lvl8pPr>
            <a:lvl9pPr marL="1828800" fontAlgn="base">
              <a:spcBef>
                <a:spcPct val="0"/>
              </a:spcBef>
              <a:spcAft>
                <a:spcPct val="0"/>
              </a:spcAft>
              <a:defRPr sz="3200">
                <a:solidFill>
                  <a:schemeClr val="tx2"/>
                </a:solidFill>
                <a:latin typeface="Tahoma" panose="020B0604030504040204" pitchFamily="34" charset="0"/>
              </a:defRPr>
            </a:lvl9pPr>
          </a:lstStyle>
          <a:p>
            <a:pPr algn="ctr" eaLnBrk="1" hangingPunct="1"/>
            <a:r>
              <a:rPr lang="en-US" altLang="en-US" sz="2400"/>
              <a:t>QUẢN LÝ DỰ ÁN CÔNG NGHỆ THÔNG TIN </a:t>
            </a:r>
          </a:p>
        </p:txBody>
      </p:sp>
      <p:sp>
        <p:nvSpPr>
          <p:cNvPr id="2057" name="Rectangle 9">
            <a:extLst>
              <a:ext uri="{FF2B5EF4-FFF2-40B4-BE49-F238E27FC236}">
                <a16:creationId xmlns:a16="http://schemas.microsoft.com/office/drawing/2014/main" id="{0A43BA2D-869B-BEC9-EFCD-D59082AF3301}"/>
              </a:ext>
            </a:extLst>
          </p:cNvPr>
          <p:cNvSpPr>
            <a:spLocks noGrp="1" noChangeArrowheads="1"/>
          </p:cNvSpPr>
          <p:nvPr>
            <p:ph type="ctrTitle"/>
          </p:nvPr>
        </p:nvSpPr>
        <p:spPr>
          <a:xfrm>
            <a:off x="152400" y="3810000"/>
            <a:ext cx="8763000" cy="533400"/>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algn="ctr"/>
            <a:r>
              <a:rPr lang="en-US" altLang="en-US" sz="2800" b="1">
                <a:solidFill>
                  <a:srgbClr val="003366"/>
                </a:solidFill>
              </a:rPr>
              <a:t>CH</a:t>
            </a:r>
            <a:r>
              <a:rPr lang="vi-VN" altLang="en-US" sz="2800" b="1">
                <a:solidFill>
                  <a:srgbClr val="003366"/>
                </a:solidFill>
              </a:rPr>
              <a:t>ƯƠ</a:t>
            </a:r>
            <a:r>
              <a:rPr lang="en-US" altLang="en-US" sz="2800" b="1">
                <a:solidFill>
                  <a:srgbClr val="003366"/>
                </a:solidFill>
              </a:rPr>
              <a:t>NG 9</a:t>
            </a:r>
          </a:p>
        </p:txBody>
      </p:sp>
      <p:sp>
        <p:nvSpPr>
          <p:cNvPr id="2058" name="Rectangle 10">
            <a:extLst>
              <a:ext uri="{FF2B5EF4-FFF2-40B4-BE49-F238E27FC236}">
                <a16:creationId xmlns:a16="http://schemas.microsoft.com/office/drawing/2014/main" id="{8D17C9DD-6784-CDFC-6F3A-487C3A96992B}"/>
              </a:ext>
            </a:extLst>
          </p:cNvPr>
          <p:cNvSpPr>
            <a:spLocks noChangeArrowheads="1"/>
          </p:cNvSpPr>
          <p:nvPr/>
        </p:nvSpPr>
        <p:spPr bwMode="auto">
          <a:xfrm>
            <a:off x="76200" y="4953000"/>
            <a:ext cx="90678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sz="3200">
                <a:solidFill>
                  <a:schemeClr val="tx2"/>
                </a:solidFill>
                <a:latin typeface="Tahoma" panose="020B0604030504040204" pitchFamily="34" charset="0"/>
              </a:defRPr>
            </a:lvl1pPr>
            <a:lvl2pPr algn="l">
              <a:defRPr sz="3200">
                <a:solidFill>
                  <a:schemeClr val="tx2"/>
                </a:solidFill>
                <a:latin typeface="Tahoma" panose="020B0604030504040204" pitchFamily="34" charset="0"/>
              </a:defRPr>
            </a:lvl2pPr>
            <a:lvl3pPr algn="l">
              <a:defRPr sz="3200">
                <a:solidFill>
                  <a:schemeClr val="tx2"/>
                </a:solidFill>
                <a:latin typeface="Tahoma" panose="020B0604030504040204" pitchFamily="34" charset="0"/>
              </a:defRPr>
            </a:lvl3pPr>
            <a:lvl4pPr algn="l">
              <a:defRPr sz="3200">
                <a:solidFill>
                  <a:schemeClr val="tx2"/>
                </a:solidFill>
                <a:latin typeface="Tahoma" panose="020B0604030504040204" pitchFamily="34" charset="0"/>
              </a:defRPr>
            </a:lvl4pPr>
            <a:lvl5pPr algn="l">
              <a:defRPr sz="3200">
                <a:solidFill>
                  <a:schemeClr val="tx2"/>
                </a:solidFill>
                <a:latin typeface="Tahoma" panose="020B0604030504040204" pitchFamily="34" charset="0"/>
              </a:defRPr>
            </a:lvl5pPr>
            <a:lvl6pPr marL="457200" fontAlgn="base">
              <a:spcBef>
                <a:spcPct val="0"/>
              </a:spcBef>
              <a:spcAft>
                <a:spcPct val="0"/>
              </a:spcAft>
              <a:defRPr sz="3200">
                <a:solidFill>
                  <a:schemeClr val="tx2"/>
                </a:solidFill>
                <a:latin typeface="Tahoma" panose="020B0604030504040204" pitchFamily="34" charset="0"/>
              </a:defRPr>
            </a:lvl6pPr>
            <a:lvl7pPr marL="914400" fontAlgn="base">
              <a:spcBef>
                <a:spcPct val="0"/>
              </a:spcBef>
              <a:spcAft>
                <a:spcPct val="0"/>
              </a:spcAft>
              <a:defRPr sz="3200">
                <a:solidFill>
                  <a:schemeClr val="tx2"/>
                </a:solidFill>
                <a:latin typeface="Tahoma" panose="020B0604030504040204" pitchFamily="34" charset="0"/>
              </a:defRPr>
            </a:lvl7pPr>
            <a:lvl8pPr marL="1371600" fontAlgn="base">
              <a:spcBef>
                <a:spcPct val="0"/>
              </a:spcBef>
              <a:spcAft>
                <a:spcPct val="0"/>
              </a:spcAft>
              <a:defRPr sz="3200">
                <a:solidFill>
                  <a:schemeClr val="tx2"/>
                </a:solidFill>
                <a:latin typeface="Tahoma" panose="020B0604030504040204" pitchFamily="34" charset="0"/>
              </a:defRPr>
            </a:lvl8pPr>
            <a:lvl9pPr marL="1828800" fontAlgn="base">
              <a:spcBef>
                <a:spcPct val="0"/>
              </a:spcBef>
              <a:spcAft>
                <a:spcPct val="0"/>
              </a:spcAft>
              <a:defRPr sz="3200">
                <a:solidFill>
                  <a:schemeClr val="tx2"/>
                </a:solidFill>
                <a:latin typeface="Tahoma" panose="020B0604030504040204" pitchFamily="34" charset="0"/>
              </a:defRPr>
            </a:lvl9pPr>
          </a:lstStyle>
          <a:p>
            <a:pPr algn="ctr" eaLnBrk="1" hangingPunct="1"/>
            <a:r>
              <a:rPr lang="en-US" altLang="en-US"/>
              <a:t>QUẢN LÝ MUA SẮM</a:t>
            </a:r>
            <a:br>
              <a:rPr lang="en-US" altLang="en-US">
                <a:solidFill>
                  <a:srgbClr val="003366"/>
                </a:solidFill>
              </a:rPr>
            </a:br>
            <a:r>
              <a:rPr lang="en-US" altLang="en-US">
                <a:solidFill>
                  <a:srgbClr val="003366"/>
                </a:solidFill>
              </a:rPr>
              <a:t>(PROJECT PROCURE MANAGEMENT)</a:t>
            </a:r>
          </a:p>
        </p:txBody>
      </p:sp>
      <p:pic>
        <p:nvPicPr>
          <p:cNvPr id="2060" name="Picture 12">
            <a:extLst>
              <a:ext uri="{FF2B5EF4-FFF2-40B4-BE49-F238E27FC236}">
                <a16:creationId xmlns:a16="http://schemas.microsoft.com/office/drawing/2014/main" id="{89037F80-07D2-E623-C604-43EB437475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0"/>
            <a:ext cx="3886200" cy="19018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3E3C5648-68CA-CD2E-AA46-43AACF4C3843}"/>
              </a:ext>
            </a:extLst>
          </p:cNvPr>
          <p:cNvSpPr>
            <a:spLocks noGrp="1"/>
          </p:cNvSpPr>
          <p:nvPr>
            <p:ph type="sldNum" sz="quarter" idx="12"/>
          </p:nvPr>
        </p:nvSpPr>
        <p:spPr/>
        <p:txBody>
          <a:bodyPr/>
          <a:lstStyle/>
          <a:p>
            <a:fld id="{AFEBF07E-0D5B-4DD2-BA83-FD944E455835}" type="slidenum">
              <a:rPr lang="en-US" altLang="en-US"/>
              <a:pPr/>
              <a:t>2</a:t>
            </a:fld>
            <a:endParaRPr lang="en-US" altLang="en-US"/>
          </a:p>
        </p:txBody>
      </p:sp>
      <p:sp>
        <p:nvSpPr>
          <p:cNvPr id="386050" name="Rectangle 2">
            <a:extLst>
              <a:ext uri="{FF2B5EF4-FFF2-40B4-BE49-F238E27FC236}">
                <a16:creationId xmlns:a16="http://schemas.microsoft.com/office/drawing/2014/main" id="{65C850C8-22AB-491A-09CF-2E4ABEEC6901}"/>
              </a:ext>
            </a:extLst>
          </p:cNvPr>
          <p:cNvSpPr>
            <a:spLocks noGrp="1" noChangeArrowheads="1"/>
          </p:cNvSpPr>
          <p:nvPr>
            <p:ph type="title"/>
          </p:nvPr>
        </p:nvSpPr>
        <p:spPr/>
        <p:txBody>
          <a:bodyPr/>
          <a:lstStyle/>
          <a:p>
            <a:r>
              <a:rPr lang="en-US" altLang="en-US" b="1"/>
              <a:t>MỤC ĐÍCH</a:t>
            </a:r>
          </a:p>
        </p:txBody>
      </p:sp>
      <p:sp>
        <p:nvSpPr>
          <p:cNvPr id="386053" name="Rectangle 5">
            <a:extLst>
              <a:ext uri="{FF2B5EF4-FFF2-40B4-BE49-F238E27FC236}">
                <a16:creationId xmlns:a16="http://schemas.microsoft.com/office/drawing/2014/main" id="{6AB2A325-818E-6BB2-AB36-64CC2458E1AE}"/>
              </a:ext>
            </a:extLst>
          </p:cNvPr>
          <p:cNvSpPr>
            <a:spLocks noGrp="1" noChangeArrowheads="1"/>
          </p:cNvSpPr>
          <p:nvPr>
            <p:ph type="body" idx="1"/>
          </p:nvPr>
        </p:nvSpPr>
        <p:spPr>
          <a:xfrm>
            <a:off x="762000" y="1447800"/>
            <a:ext cx="8229600" cy="5141913"/>
          </a:xfrm>
          <a:noFill/>
          <a:ln/>
        </p:spPr>
        <p:txBody>
          <a:bodyPr/>
          <a:lstStyle/>
          <a:p>
            <a:pPr marL="533400" indent="-533400"/>
            <a:r>
              <a:rPr lang="en-US" altLang="en-US" sz="2800"/>
              <a:t>Nắm được tầm quan trọng của việc quản lý trang thiết bị trong dự án và việc gia tăng sử dụng linh kiện cho những dự án công nghệ thông tin.</a:t>
            </a:r>
          </a:p>
          <a:p>
            <a:pPr marL="533400" indent="-533400"/>
            <a:r>
              <a:rPr lang="en-US" altLang="en-US" sz="2800"/>
              <a:t>Nắm được qui trình QL Mua sắm trang thiết bị trong dự án như lên kế họach mua sắm trang thiết bị, Lập Kế hoạch mời gọi, Mời gọi, Chọn Nhà cung cấp, QL Hợp đồng và Kết thúc hợp đồng.</a:t>
            </a:r>
          </a:p>
          <a:p>
            <a:pPr marL="533400" indent="-533400"/>
            <a:r>
              <a:rPr lang="en-US" altLang="en-US" sz="2800"/>
              <a:t>Giới thiệu một số kỹ thuật và công cụ hỗ trợ QL Mua sắm trang thiết bị trong dự án</a:t>
            </a:r>
            <a:r>
              <a:rPr lang="en-US" altLang="en-US" sz="2400"/>
              <a:t>.</a:t>
            </a:r>
            <a:endParaRPr lang="en-US" alt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6F86D90-5FE9-7197-793D-7F44D4D0999D}"/>
              </a:ext>
            </a:extLst>
          </p:cNvPr>
          <p:cNvSpPr>
            <a:spLocks noGrp="1"/>
          </p:cNvSpPr>
          <p:nvPr>
            <p:ph type="sldNum" sz="quarter" idx="12"/>
          </p:nvPr>
        </p:nvSpPr>
        <p:spPr/>
        <p:txBody>
          <a:bodyPr/>
          <a:lstStyle/>
          <a:p>
            <a:fld id="{12AABFE3-38F0-4C8D-B27E-C0484A0E541A}" type="slidenum">
              <a:rPr lang="en-US" altLang="en-US"/>
              <a:pPr/>
              <a:t>3</a:t>
            </a:fld>
            <a:endParaRPr lang="en-US" altLang="en-US"/>
          </a:p>
        </p:txBody>
      </p:sp>
      <p:sp>
        <p:nvSpPr>
          <p:cNvPr id="593922" name="Rectangle 2">
            <a:extLst>
              <a:ext uri="{FF2B5EF4-FFF2-40B4-BE49-F238E27FC236}">
                <a16:creationId xmlns:a16="http://schemas.microsoft.com/office/drawing/2014/main" id="{D80686DB-F405-9933-C408-209F30F4D4B4}"/>
              </a:ext>
            </a:extLst>
          </p:cNvPr>
          <p:cNvSpPr>
            <a:spLocks noGrp="1" noChangeArrowheads="1"/>
          </p:cNvSpPr>
          <p:nvPr>
            <p:ph type="title"/>
          </p:nvPr>
        </p:nvSpPr>
        <p:spPr/>
        <p:txBody>
          <a:bodyPr/>
          <a:lstStyle/>
          <a:p>
            <a:r>
              <a:rPr lang="en-US" altLang="en-US" b="1"/>
              <a:t>GIỚI THIỆU CHUNG</a:t>
            </a:r>
          </a:p>
        </p:txBody>
      </p:sp>
      <p:sp>
        <p:nvSpPr>
          <p:cNvPr id="593923" name="Rectangle 3">
            <a:extLst>
              <a:ext uri="{FF2B5EF4-FFF2-40B4-BE49-F238E27FC236}">
                <a16:creationId xmlns:a16="http://schemas.microsoft.com/office/drawing/2014/main" id="{4D4B0CED-073F-5315-80FA-B6D27DB6CF5F}"/>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2400"/>
          </a:p>
          <a:p>
            <a:pPr marL="533400" indent="-533400">
              <a:lnSpc>
                <a:spcPct val="90000"/>
              </a:lnSpc>
            </a:pPr>
            <a:r>
              <a:rPr lang="en-US" altLang="en-US" sz="2800" b="1">
                <a:solidFill>
                  <a:srgbClr val="FF0066"/>
                </a:solidFill>
              </a:rPr>
              <a:t>Tầm quan trọng của việc quản lý trang thiết bị trong dự án</a:t>
            </a:r>
            <a:endParaRPr lang="en-US" altLang="en-US" sz="2800">
              <a:solidFill>
                <a:srgbClr val="FF0066"/>
              </a:solidFill>
            </a:endParaRPr>
          </a:p>
          <a:p>
            <a:pPr marL="914400" lvl="1" indent="-457200">
              <a:lnSpc>
                <a:spcPct val="90000"/>
              </a:lnSpc>
            </a:pPr>
            <a:r>
              <a:rPr lang="en-US" altLang="en-US" sz="2400"/>
              <a:t>Mua sắm gắn liền với việc yêu cầu cung cấp hàng hoá hoặc các dịch vụ từ bên ngoài.</a:t>
            </a:r>
          </a:p>
          <a:p>
            <a:pPr marL="1295400" lvl="2" indent="-381000">
              <a:lnSpc>
                <a:spcPct val="90000"/>
              </a:lnSpc>
            </a:pPr>
            <a:r>
              <a:rPr lang="en-US" altLang="en-US" sz="2000"/>
              <a:t>Những điều khoản khác bao gồm sự mua bán và nhập linh kiện</a:t>
            </a:r>
          </a:p>
          <a:p>
            <a:pPr marL="1295400" lvl="2" indent="-381000">
              <a:lnSpc>
                <a:spcPct val="90000"/>
              </a:lnSpc>
            </a:pPr>
            <a:r>
              <a:rPr lang="en-US" altLang="en-US" sz="2000"/>
              <a:t>Các chuyên gia dự đoán rằng trước 2003 thị trường nhập khẩu linh kiện công nghệ thông tin toàn cầu có thể tăng hơn 110 tỷ đô la</a:t>
            </a:r>
          </a:p>
          <a:p>
            <a:pPr marL="1295400" lvl="2" indent="-381000">
              <a:lnSpc>
                <a:spcPct val="90000"/>
              </a:lnSpc>
            </a:pPr>
            <a:r>
              <a:rPr lang="en-US" altLang="en-US" sz="2000"/>
              <a:t>Các khoản chi tiêu của Liên Bang hoa Kỳ và lĩnh vực công nghệ thông tin dự kiến tăng tăng từ 6,6 tỷ đô la năm 2002 lên gần 15 tỷ đô la trước 2007, thời điểm mà chỉnh phủ điện tử được chú trọng, an ninh quốc gia, và những thiếu hụt chuyên viên công nghệ thông tin trong chính phủ.</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719563A-8EEA-40E0-3DEF-41CEDD75F38B}"/>
              </a:ext>
            </a:extLst>
          </p:cNvPr>
          <p:cNvSpPr>
            <a:spLocks noGrp="1"/>
          </p:cNvSpPr>
          <p:nvPr>
            <p:ph type="sldNum" sz="quarter" idx="12"/>
          </p:nvPr>
        </p:nvSpPr>
        <p:spPr/>
        <p:txBody>
          <a:bodyPr/>
          <a:lstStyle/>
          <a:p>
            <a:fld id="{A9E66899-913E-4C02-A87A-6895B2BD8DF1}" type="slidenum">
              <a:rPr lang="en-US" altLang="en-US"/>
              <a:pPr/>
              <a:t>4</a:t>
            </a:fld>
            <a:endParaRPr lang="en-US" altLang="en-US"/>
          </a:p>
        </p:txBody>
      </p:sp>
      <p:sp>
        <p:nvSpPr>
          <p:cNvPr id="1246210" name="Rectangle 2">
            <a:extLst>
              <a:ext uri="{FF2B5EF4-FFF2-40B4-BE49-F238E27FC236}">
                <a16:creationId xmlns:a16="http://schemas.microsoft.com/office/drawing/2014/main" id="{197EEC17-AD2E-4DFF-D570-71CBED02C2D4}"/>
              </a:ext>
            </a:extLst>
          </p:cNvPr>
          <p:cNvSpPr>
            <a:spLocks noGrp="1" noChangeArrowheads="1"/>
          </p:cNvSpPr>
          <p:nvPr>
            <p:ph type="title"/>
          </p:nvPr>
        </p:nvSpPr>
        <p:spPr/>
        <p:txBody>
          <a:bodyPr/>
          <a:lstStyle/>
          <a:p>
            <a:r>
              <a:rPr lang="en-US" altLang="en-US" b="1"/>
              <a:t>GIỚI THIỆU CHUNG</a:t>
            </a:r>
          </a:p>
        </p:txBody>
      </p:sp>
      <p:sp>
        <p:nvSpPr>
          <p:cNvPr id="1246211" name="Rectangle 3">
            <a:extLst>
              <a:ext uri="{FF2B5EF4-FFF2-40B4-BE49-F238E27FC236}">
                <a16:creationId xmlns:a16="http://schemas.microsoft.com/office/drawing/2014/main" id="{BBA43378-8984-3FCE-A368-2ABB664247FE}"/>
              </a:ext>
            </a:extLst>
          </p:cNvPr>
          <p:cNvSpPr>
            <a:spLocks noGrp="1" noChangeArrowheads="1"/>
          </p:cNvSpPr>
          <p:nvPr>
            <p:ph type="body" idx="1"/>
          </p:nvPr>
        </p:nvSpPr>
        <p:spPr>
          <a:xfrm>
            <a:off x="609600" y="1295400"/>
            <a:ext cx="8382000" cy="5029200"/>
          </a:xfrm>
        </p:spPr>
        <p:txBody>
          <a:bodyPr/>
          <a:lstStyle/>
          <a:p>
            <a:pPr marL="533400" indent="-533400">
              <a:buSzTx/>
              <a:buFont typeface="Wingdings" panose="05000000000000000000" pitchFamily="2" charset="2"/>
              <a:buAutoNum type="arabicPeriod"/>
            </a:pPr>
            <a:endParaRPr lang="en-US" altLang="en-US" sz="2800"/>
          </a:p>
          <a:p>
            <a:pPr marL="533400" indent="-533400"/>
            <a:r>
              <a:rPr lang="en-US" altLang="en-US" b="1">
                <a:solidFill>
                  <a:srgbClr val="FF0066"/>
                </a:solidFill>
              </a:rPr>
              <a:t>Tại sao phải nhập linh kiện bên ngoài?</a:t>
            </a:r>
            <a:endParaRPr lang="en-US" altLang="en-US">
              <a:solidFill>
                <a:srgbClr val="FF0066"/>
              </a:solidFill>
            </a:endParaRPr>
          </a:p>
          <a:p>
            <a:pPr marL="914400" lvl="1" indent="-457200"/>
            <a:r>
              <a:rPr lang="en-US" altLang="en-US"/>
              <a:t>Nhằm giảm chi phí cố định và chi phí định kỳ</a:t>
            </a:r>
          </a:p>
          <a:p>
            <a:pPr marL="914400" lvl="1" indent="-457200"/>
            <a:r>
              <a:rPr lang="en-US" altLang="en-US"/>
              <a:t>Giúp khách hàng tập trung vào lĩnh vực kinh doanh chính của họ</a:t>
            </a:r>
          </a:p>
          <a:p>
            <a:pPr marL="914400" lvl="1" indent="-457200"/>
            <a:r>
              <a:rPr lang="en-US" altLang="en-US"/>
              <a:t>Cập nhật những kỹ năng và công nghệ mới</a:t>
            </a:r>
          </a:p>
          <a:p>
            <a:pPr marL="914400" lvl="1" indent="-457200"/>
            <a:r>
              <a:rPr lang="en-US" altLang="en-US"/>
              <a:t>Cung cấp tính linh hoạt</a:t>
            </a:r>
          </a:p>
          <a:p>
            <a:pPr marL="914400" lvl="1" indent="-457200"/>
            <a:r>
              <a:rPr lang="en-US" altLang="en-US"/>
              <a:t>Tăng trách nhiệm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A040466B-E94F-9C56-884C-5D1B4DE23F15}"/>
              </a:ext>
            </a:extLst>
          </p:cNvPr>
          <p:cNvSpPr>
            <a:spLocks noGrp="1"/>
          </p:cNvSpPr>
          <p:nvPr>
            <p:ph type="sldNum" sz="quarter" idx="12"/>
          </p:nvPr>
        </p:nvSpPr>
        <p:spPr/>
        <p:txBody>
          <a:bodyPr/>
          <a:lstStyle/>
          <a:p>
            <a:fld id="{1545EFF2-54BE-48AD-852E-C3F939FDC662}" type="slidenum">
              <a:rPr lang="en-US" altLang="en-US"/>
              <a:pPr/>
              <a:t>5</a:t>
            </a:fld>
            <a:endParaRPr lang="en-US" altLang="en-US"/>
          </a:p>
        </p:txBody>
      </p:sp>
      <p:sp>
        <p:nvSpPr>
          <p:cNvPr id="1248258" name="Rectangle 2">
            <a:extLst>
              <a:ext uri="{FF2B5EF4-FFF2-40B4-BE49-F238E27FC236}">
                <a16:creationId xmlns:a16="http://schemas.microsoft.com/office/drawing/2014/main" id="{714DB1FF-17A8-91F7-0182-5FEC45072144}"/>
              </a:ext>
            </a:extLst>
          </p:cNvPr>
          <p:cNvSpPr>
            <a:spLocks noGrp="1" noChangeArrowheads="1"/>
          </p:cNvSpPr>
          <p:nvPr>
            <p:ph type="title"/>
          </p:nvPr>
        </p:nvSpPr>
        <p:spPr/>
        <p:txBody>
          <a:bodyPr/>
          <a:lstStyle/>
          <a:p>
            <a:r>
              <a:rPr lang="en-US" altLang="en-US" b="1"/>
              <a:t>GIỚI THIỆU CHUNG</a:t>
            </a:r>
          </a:p>
        </p:txBody>
      </p:sp>
      <p:sp>
        <p:nvSpPr>
          <p:cNvPr id="1248259" name="Rectangle 3">
            <a:extLst>
              <a:ext uri="{FF2B5EF4-FFF2-40B4-BE49-F238E27FC236}">
                <a16:creationId xmlns:a16="http://schemas.microsoft.com/office/drawing/2014/main" id="{A677ABD6-A7B6-81D5-0C22-54F52A2789AD}"/>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2400"/>
          </a:p>
          <a:p>
            <a:pPr marL="533400" indent="-533400" algn="just">
              <a:lnSpc>
                <a:spcPct val="90000"/>
              </a:lnSpc>
            </a:pPr>
            <a:r>
              <a:rPr lang="en-US" altLang="en-US" sz="2800" b="1">
                <a:solidFill>
                  <a:srgbClr val="FF0066"/>
                </a:solidFill>
              </a:rPr>
              <a:t>Qui trình quản lý trang thiết bị</a:t>
            </a:r>
            <a:endParaRPr lang="en-US" altLang="en-US" sz="2800">
              <a:solidFill>
                <a:srgbClr val="FF0066"/>
              </a:solidFill>
            </a:endParaRPr>
          </a:p>
          <a:p>
            <a:pPr marL="914400" lvl="1" indent="-457200">
              <a:lnSpc>
                <a:spcPct val="90000"/>
              </a:lnSpc>
            </a:pPr>
            <a:r>
              <a:rPr lang="en-US" altLang="en-US" sz="2400"/>
              <a:t>Lập kế hoạch mua sắm: xác định mua cái gì và thời gian tiến nào</a:t>
            </a:r>
          </a:p>
          <a:p>
            <a:pPr marL="914400" lvl="1" indent="-457200">
              <a:lnSpc>
                <a:spcPct val="90000"/>
              </a:lnSpc>
            </a:pPr>
            <a:r>
              <a:rPr lang="en-US" altLang="en-US" sz="2400"/>
              <a:t>Lập kế hoạch mời thầu: lập ra những yêu cầu sản phẩm và nhận biết nguồn lực tiềm năng.</a:t>
            </a:r>
          </a:p>
          <a:p>
            <a:pPr marL="914400" lvl="1" indent="-457200">
              <a:lnSpc>
                <a:spcPct val="90000"/>
              </a:lnSpc>
            </a:pPr>
            <a:r>
              <a:rPr lang="en-US" altLang="en-US" sz="2400"/>
              <a:t>Mời thầu: nhận bảng báo giá, bỏ thầu, chào hàng, hay những đề xuấ khi phù hợp.</a:t>
            </a:r>
          </a:p>
          <a:p>
            <a:pPr marL="914400" lvl="1" indent="-457200">
              <a:lnSpc>
                <a:spcPct val="90000"/>
              </a:lnSpc>
            </a:pPr>
            <a:r>
              <a:rPr lang="en-US" altLang="en-US" sz="2400"/>
              <a:t>Lựa Chọn nhà cung cấp: chọn lựa từ những nhà cung cấp tiềm năng</a:t>
            </a:r>
          </a:p>
          <a:p>
            <a:pPr marL="914400" lvl="1" indent="-457200">
              <a:lnSpc>
                <a:spcPct val="90000"/>
              </a:lnSpc>
            </a:pPr>
            <a:r>
              <a:rPr lang="en-US" altLang="en-US" sz="2400"/>
              <a:t>Quản lý hợp đồng: duy trì mối quan hệ với nhà cung cấp</a:t>
            </a:r>
          </a:p>
          <a:p>
            <a:pPr marL="914400" lvl="1" indent="-457200">
              <a:lnSpc>
                <a:spcPct val="90000"/>
              </a:lnSpc>
            </a:pPr>
            <a:r>
              <a:rPr lang="en-US" altLang="en-US" sz="2400"/>
              <a:t>Nghiệm thu hợp đồng: hoàn tất và thanh lý hợp đồng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48FFE7E7-B965-0F6D-0394-9C9FEB58D0E7}"/>
              </a:ext>
            </a:extLst>
          </p:cNvPr>
          <p:cNvSpPr>
            <a:spLocks noGrp="1"/>
          </p:cNvSpPr>
          <p:nvPr>
            <p:ph type="sldNum" sz="quarter" idx="12"/>
          </p:nvPr>
        </p:nvSpPr>
        <p:spPr/>
        <p:txBody>
          <a:bodyPr/>
          <a:lstStyle/>
          <a:p>
            <a:fld id="{1AB86928-BBFB-40BE-97A2-FF0310A16AAD}" type="slidenum">
              <a:rPr lang="en-US" altLang="en-US"/>
              <a:pPr/>
              <a:t>6</a:t>
            </a:fld>
            <a:endParaRPr lang="en-US" altLang="en-US"/>
          </a:p>
        </p:txBody>
      </p:sp>
      <p:sp>
        <p:nvSpPr>
          <p:cNvPr id="1250306" name="Rectangle 2">
            <a:extLst>
              <a:ext uri="{FF2B5EF4-FFF2-40B4-BE49-F238E27FC236}">
                <a16:creationId xmlns:a16="http://schemas.microsoft.com/office/drawing/2014/main" id="{501E0C90-3DDA-FFA6-C55C-77BCE198F767}"/>
              </a:ext>
            </a:extLst>
          </p:cNvPr>
          <p:cNvSpPr>
            <a:spLocks noGrp="1" noChangeArrowheads="1"/>
          </p:cNvSpPr>
          <p:nvPr>
            <p:ph type="title"/>
          </p:nvPr>
        </p:nvSpPr>
        <p:spPr/>
        <p:txBody>
          <a:bodyPr/>
          <a:lstStyle/>
          <a:p>
            <a:r>
              <a:rPr lang="en-US" altLang="en-US" b="1"/>
              <a:t>LẬP KẾ HOẠCH MUA SẮM</a:t>
            </a:r>
          </a:p>
        </p:txBody>
      </p:sp>
      <p:sp>
        <p:nvSpPr>
          <p:cNvPr id="1250307" name="Rectangle 3">
            <a:extLst>
              <a:ext uri="{FF2B5EF4-FFF2-40B4-BE49-F238E27FC236}">
                <a16:creationId xmlns:a16="http://schemas.microsoft.com/office/drawing/2014/main" id="{3164FD96-3668-E828-2B3C-B6C283747D18}"/>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2400"/>
          </a:p>
          <a:p>
            <a:pPr marL="533400" indent="-533400">
              <a:lnSpc>
                <a:spcPct val="90000"/>
              </a:lnSpc>
            </a:pPr>
            <a:r>
              <a:rPr lang="en-US" altLang="en-US" sz="2800"/>
              <a:t>Xác định những vấn đề liên quan tới kế hoạch mua sắm mà dự án cần nhất trong việc sử dụng sản phẩm hay những dịch vụ từ bên ngoài. Bao gồm:</a:t>
            </a:r>
            <a:endParaRPr lang="en-US" altLang="en-US" sz="2800">
              <a:solidFill>
                <a:srgbClr val="FF0066"/>
              </a:solidFill>
            </a:endParaRPr>
          </a:p>
          <a:p>
            <a:pPr marL="914400" lvl="1" indent="-457200">
              <a:lnSpc>
                <a:spcPct val="90000"/>
              </a:lnSpc>
            </a:pPr>
            <a:r>
              <a:rPr lang="en-US" altLang="en-US" sz="2400"/>
              <a:t>Có mua hay không</a:t>
            </a:r>
          </a:p>
          <a:p>
            <a:pPr marL="914400" lvl="1" indent="-457200">
              <a:lnSpc>
                <a:spcPct val="90000"/>
              </a:lnSpc>
            </a:pPr>
            <a:r>
              <a:rPr lang="en-US" altLang="en-US" sz="2400"/>
              <a:t>Mua bằng cách nào</a:t>
            </a:r>
          </a:p>
          <a:p>
            <a:pPr marL="914400" lvl="1" indent="-457200">
              <a:lnSpc>
                <a:spcPct val="90000"/>
              </a:lnSpc>
            </a:pPr>
            <a:r>
              <a:rPr lang="en-US" altLang="en-US" sz="2400"/>
              <a:t>Mua cái gì</a:t>
            </a:r>
          </a:p>
          <a:p>
            <a:pPr marL="914400" lvl="1" indent="-457200">
              <a:lnSpc>
                <a:spcPct val="90000"/>
              </a:lnSpc>
            </a:pPr>
            <a:r>
              <a:rPr lang="en-US" altLang="en-US" sz="2400"/>
              <a:t>Mua bao nhiêu</a:t>
            </a:r>
          </a:p>
          <a:p>
            <a:pPr marL="914400" lvl="1" indent="-457200">
              <a:lnSpc>
                <a:spcPct val="90000"/>
              </a:lnSpc>
            </a:pPr>
            <a:r>
              <a:rPr lang="en-US" altLang="en-US" sz="2400"/>
              <a:t>Khi nào mua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3CA6B97-7A62-7293-C0AB-9203C5E3F22B}"/>
              </a:ext>
            </a:extLst>
          </p:cNvPr>
          <p:cNvSpPr>
            <a:spLocks noGrp="1"/>
          </p:cNvSpPr>
          <p:nvPr>
            <p:ph type="sldNum" sz="quarter" idx="12"/>
          </p:nvPr>
        </p:nvSpPr>
        <p:spPr/>
        <p:txBody>
          <a:bodyPr/>
          <a:lstStyle/>
          <a:p>
            <a:fld id="{C5E6F5D3-FF22-4F24-88C0-931CED07F069}" type="slidenum">
              <a:rPr lang="en-US" altLang="en-US"/>
              <a:pPr/>
              <a:t>7</a:t>
            </a:fld>
            <a:endParaRPr lang="en-US" altLang="en-US"/>
          </a:p>
        </p:txBody>
      </p:sp>
      <p:sp>
        <p:nvSpPr>
          <p:cNvPr id="1252354" name="Rectangle 2">
            <a:extLst>
              <a:ext uri="{FF2B5EF4-FFF2-40B4-BE49-F238E27FC236}">
                <a16:creationId xmlns:a16="http://schemas.microsoft.com/office/drawing/2014/main" id="{73BDB1A6-71E8-61BB-AF17-37DB9D9E9A93}"/>
              </a:ext>
            </a:extLst>
          </p:cNvPr>
          <p:cNvSpPr>
            <a:spLocks noGrp="1" noChangeArrowheads="1"/>
          </p:cNvSpPr>
          <p:nvPr>
            <p:ph type="title"/>
          </p:nvPr>
        </p:nvSpPr>
        <p:spPr/>
        <p:txBody>
          <a:bodyPr/>
          <a:lstStyle/>
          <a:p>
            <a:r>
              <a:rPr lang="en-US" altLang="en-US" b="1"/>
              <a:t>LẬP KẾ HOẠCH MỜI THẦU</a:t>
            </a:r>
          </a:p>
        </p:txBody>
      </p:sp>
      <p:sp>
        <p:nvSpPr>
          <p:cNvPr id="1252355" name="Rectangle 3">
            <a:extLst>
              <a:ext uri="{FF2B5EF4-FFF2-40B4-BE49-F238E27FC236}">
                <a16:creationId xmlns:a16="http://schemas.microsoft.com/office/drawing/2014/main" id="{2D97BA5C-2C6F-584E-0E37-0A6394FA8C24}"/>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2000"/>
          </a:p>
          <a:p>
            <a:pPr marL="533400" indent="-533400">
              <a:lnSpc>
                <a:spcPct val="90000"/>
              </a:lnSpc>
            </a:pPr>
            <a:r>
              <a:rPr lang="en-US" altLang="en-US" sz="2800"/>
              <a:t>Kế hoạch mời thầu liên quan tới việc chuẩn bị một văn bản:</a:t>
            </a:r>
            <a:endParaRPr lang="en-US" altLang="en-US" sz="2400">
              <a:solidFill>
                <a:srgbClr val="FF0066"/>
              </a:solidFill>
            </a:endParaRPr>
          </a:p>
          <a:p>
            <a:pPr marL="914400" lvl="1" indent="-457200">
              <a:lnSpc>
                <a:spcPct val="90000"/>
              </a:lnSpc>
            </a:pPr>
            <a:r>
              <a:rPr lang="en-US" altLang="en-US" sz="2400"/>
              <a:t>Yêu cầu đề xuất: để mời gọi từ những nhà cung cấp tương lai</a:t>
            </a:r>
          </a:p>
          <a:p>
            <a:pPr marL="914400" lvl="1" indent="-457200">
              <a:lnSpc>
                <a:spcPct val="90000"/>
              </a:lnSpc>
            </a:pPr>
            <a:r>
              <a:rPr lang="en-US" altLang="en-US" sz="2400"/>
              <a:t>Yêu cầu báo giá: để xem xét tính chất của sự mua sắm đã ấn định</a:t>
            </a:r>
          </a:p>
          <a:p>
            <a:pPr marL="914400" lvl="1" indent="-457200">
              <a:lnSpc>
                <a:spcPct val="90000"/>
              </a:lnSpc>
            </a:pPr>
            <a:r>
              <a:rPr lang="en-US" altLang="en-US" sz="2400"/>
              <a:t>Mời thầu hay đàm phán và phúc đáp lại chủ thầu đầu tiên cũng là một phần của kế hoạch mời thầu.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281F9EB-C68E-BB94-CAD4-CC9794050284}"/>
              </a:ext>
            </a:extLst>
          </p:cNvPr>
          <p:cNvSpPr>
            <a:spLocks noGrp="1"/>
          </p:cNvSpPr>
          <p:nvPr>
            <p:ph type="sldNum" sz="quarter" idx="12"/>
          </p:nvPr>
        </p:nvSpPr>
        <p:spPr/>
        <p:txBody>
          <a:bodyPr/>
          <a:lstStyle/>
          <a:p>
            <a:fld id="{3FB07726-7BCF-4766-A811-FCC96D9B4655}" type="slidenum">
              <a:rPr lang="en-US" altLang="en-US"/>
              <a:pPr/>
              <a:t>8</a:t>
            </a:fld>
            <a:endParaRPr lang="en-US" altLang="en-US"/>
          </a:p>
        </p:txBody>
      </p:sp>
      <p:sp>
        <p:nvSpPr>
          <p:cNvPr id="1254402" name="Rectangle 2">
            <a:extLst>
              <a:ext uri="{FF2B5EF4-FFF2-40B4-BE49-F238E27FC236}">
                <a16:creationId xmlns:a16="http://schemas.microsoft.com/office/drawing/2014/main" id="{32156400-9E2B-8CAC-BE5D-16D3C925E590}"/>
              </a:ext>
            </a:extLst>
          </p:cNvPr>
          <p:cNvSpPr>
            <a:spLocks noGrp="1" noChangeArrowheads="1"/>
          </p:cNvSpPr>
          <p:nvPr>
            <p:ph type="title"/>
          </p:nvPr>
        </p:nvSpPr>
        <p:spPr/>
        <p:txBody>
          <a:bodyPr/>
          <a:lstStyle/>
          <a:p>
            <a:r>
              <a:rPr lang="en-US" altLang="en-US" b="1"/>
              <a:t>MỜI THẦU</a:t>
            </a:r>
          </a:p>
        </p:txBody>
      </p:sp>
      <p:sp>
        <p:nvSpPr>
          <p:cNvPr id="1254403" name="Rectangle 3">
            <a:extLst>
              <a:ext uri="{FF2B5EF4-FFF2-40B4-BE49-F238E27FC236}">
                <a16:creationId xmlns:a16="http://schemas.microsoft.com/office/drawing/2014/main" id="{5D36BE69-5DF5-561F-AA05-EDD67DB65C15}"/>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1600"/>
          </a:p>
          <a:p>
            <a:pPr marL="533400" indent="-533400">
              <a:lnSpc>
                <a:spcPct val="90000"/>
              </a:lnSpc>
            </a:pPr>
            <a:r>
              <a:rPr lang="en-US" altLang="en-US" sz="2400"/>
              <a:t>Việc mời thầu liên quan tới việc thu thập những đề nghị hay sự bỏ thầu từ những nhà cung cấp tương lai. Những công ty có thể thông báo nhu cầu mua sắm hàng hóa và dịch vụ theo một số cách:</a:t>
            </a:r>
          </a:p>
          <a:p>
            <a:pPr marL="914400" lvl="1" indent="-457200">
              <a:lnSpc>
                <a:spcPct val="90000"/>
              </a:lnSpc>
            </a:pPr>
            <a:r>
              <a:rPr lang="en-US" altLang="en-US" sz="2000"/>
              <a:t>Tiếp cận với nhà cung cấp uy tín</a:t>
            </a:r>
          </a:p>
          <a:p>
            <a:pPr marL="914400" lvl="1" indent="-457200">
              <a:lnSpc>
                <a:spcPct val="90000"/>
              </a:lnSpc>
            </a:pPr>
            <a:r>
              <a:rPr lang="en-US" altLang="en-US" sz="2000"/>
              <a:t>Tiếp cận với một số nhà cung cấp tiềm năng</a:t>
            </a:r>
          </a:p>
          <a:p>
            <a:pPr marL="914400" lvl="1" indent="-457200">
              <a:lnSpc>
                <a:spcPct val="90000"/>
              </a:lnSpc>
            </a:pPr>
            <a:r>
              <a:rPr lang="en-US" altLang="en-US" sz="2000"/>
              <a:t>Quảng bá tới những đối tượng quan tâm</a:t>
            </a:r>
          </a:p>
          <a:p>
            <a:pPr marL="533400" indent="-533400">
              <a:lnSpc>
                <a:spcPct val="90000"/>
              </a:lnSpc>
            </a:pPr>
            <a:r>
              <a:rPr lang="en-US" altLang="en-US" sz="2400"/>
              <a:t>Một hội thảo dành cho nhà thầu có thể giúp sàng lọc những điều bên mua mong đợi.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AA16F4BB-22C2-99CB-9E14-33338384EAA0}"/>
              </a:ext>
            </a:extLst>
          </p:cNvPr>
          <p:cNvSpPr>
            <a:spLocks noGrp="1"/>
          </p:cNvSpPr>
          <p:nvPr>
            <p:ph type="sldNum" sz="quarter" idx="12"/>
          </p:nvPr>
        </p:nvSpPr>
        <p:spPr/>
        <p:txBody>
          <a:bodyPr/>
          <a:lstStyle/>
          <a:p>
            <a:fld id="{F8F777CE-FB80-41B0-ADF3-E6FB0B1A244F}" type="slidenum">
              <a:rPr lang="en-US" altLang="en-US"/>
              <a:pPr/>
              <a:t>9</a:t>
            </a:fld>
            <a:endParaRPr lang="en-US" altLang="en-US"/>
          </a:p>
        </p:txBody>
      </p:sp>
      <p:sp>
        <p:nvSpPr>
          <p:cNvPr id="1256450" name="Rectangle 2">
            <a:extLst>
              <a:ext uri="{FF2B5EF4-FFF2-40B4-BE49-F238E27FC236}">
                <a16:creationId xmlns:a16="http://schemas.microsoft.com/office/drawing/2014/main" id="{006A6D8B-4319-42B9-1581-48221A67DF71}"/>
              </a:ext>
            </a:extLst>
          </p:cNvPr>
          <p:cNvSpPr>
            <a:spLocks noGrp="1" noChangeArrowheads="1"/>
          </p:cNvSpPr>
          <p:nvPr>
            <p:ph type="title"/>
          </p:nvPr>
        </p:nvSpPr>
        <p:spPr/>
        <p:txBody>
          <a:bodyPr/>
          <a:lstStyle/>
          <a:p>
            <a:r>
              <a:rPr lang="en-US" altLang="en-US" b="1"/>
              <a:t>LỰA CHỌN NHÀ CUNG CẤP</a:t>
            </a:r>
          </a:p>
        </p:txBody>
      </p:sp>
      <p:sp>
        <p:nvSpPr>
          <p:cNvPr id="1256451" name="Rectangle 3">
            <a:extLst>
              <a:ext uri="{FF2B5EF4-FFF2-40B4-BE49-F238E27FC236}">
                <a16:creationId xmlns:a16="http://schemas.microsoft.com/office/drawing/2014/main" id="{95EF37E8-45DA-1D66-0150-A5C78CD103B8}"/>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1400"/>
          </a:p>
          <a:p>
            <a:pPr marL="533400" indent="-533400">
              <a:lnSpc>
                <a:spcPct val="90000"/>
              </a:lnSpc>
            </a:pPr>
            <a:r>
              <a:rPr lang="en-US" altLang="en-US" sz="2800"/>
              <a:t>Những liên quan tới sự chọn lựa</a:t>
            </a:r>
          </a:p>
          <a:p>
            <a:pPr marL="914400" lvl="1" indent="-457200">
              <a:lnSpc>
                <a:spcPct val="90000"/>
              </a:lnSpc>
            </a:pPr>
            <a:r>
              <a:rPr lang="en-US" altLang="en-US" sz="2400"/>
              <a:t>Đánh giá đề nghị của nhà thầu</a:t>
            </a:r>
          </a:p>
          <a:p>
            <a:pPr marL="914400" lvl="1" indent="-457200">
              <a:lnSpc>
                <a:spcPct val="90000"/>
              </a:lnSpc>
            </a:pPr>
            <a:r>
              <a:rPr lang="en-US" altLang="en-US" sz="2400"/>
              <a:t>Chọn lựa nhà thầu tốt nhất</a:t>
            </a:r>
          </a:p>
          <a:p>
            <a:pPr marL="914400" lvl="1" indent="-457200">
              <a:lnSpc>
                <a:spcPct val="90000"/>
              </a:lnSpc>
            </a:pPr>
            <a:r>
              <a:rPr lang="en-US" altLang="en-US" sz="2400"/>
              <a:t>Đàm phán hợp đồng</a:t>
            </a:r>
          </a:p>
          <a:p>
            <a:pPr marL="914400" lvl="1" indent="-457200">
              <a:lnSpc>
                <a:spcPct val="90000"/>
              </a:lnSpc>
            </a:pPr>
            <a:r>
              <a:rPr lang="en-US" altLang="en-US" sz="2400"/>
              <a:t>Trao hợp đồng</a:t>
            </a:r>
          </a:p>
          <a:p>
            <a:pPr marL="533400" indent="-533400">
              <a:lnSpc>
                <a:spcPct val="90000"/>
              </a:lnSpc>
            </a:pPr>
            <a:r>
              <a:rPr lang="en-US" altLang="en-US" sz="2800"/>
              <a:t>Chuẩn bị những hình thức đánh giá là rất bổ ích trong việc lựa chọn các nhà cung cấp. Bên mua thường thiết lập một “Danh sách ngắn (short list)”.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1340F63-AFA7-3557-A94A-F1020D39AA13}"/>
              </a:ext>
            </a:extLst>
          </p:cNvPr>
          <p:cNvSpPr>
            <a:spLocks noGrp="1"/>
          </p:cNvSpPr>
          <p:nvPr>
            <p:ph type="sldNum" sz="quarter" idx="12"/>
          </p:nvPr>
        </p:nvSpPr>
        <p:spPr/>
        <p:txBody>
          <a:bodyPr/>
          <a:lstStyle/>
          <a:p>
            <a:fld id="{AFD878CE-C08E-4DB0-A316-19A9B97397C4}" type="slidenum">
              <a:rPr lang="en-US" altLang="en-US"/>
              <a:pPr/>
              <a:t>10</a:t>
            </a:fld>
            <a:endParaRPr lang="en-US" altLang="en-US"/>
          </a:p>
        </p:txBody>
      </p:sp>
      <p:sp>
        <p:nvSpPr>
          <p:cNvPr id="1258498" name="Rectangle 2">
            <a:extLst>
              <a:ext uri="{FF2B5EF4-FFF2-40B4-BE49-F238E27FC236}">
                <a16:creationId xmlns:a16="http://schemas.microsoft.com/office/drawing/2014/main" id="{905F4D63-A272-3D04-4E23-9A13D2D9D1F6}"/>
              </a:ext>
            </a:extLst>
          </p:cNvPr>
          <p:cNvSpPr>
            <a:spLocks noGrp="1" noChangeArrowheads="1"/>
          </p:cNvSpPr>
          <p:nvPr>
            <p:ph type="title"/>
          </p:nvPr>
        </p:nvSpPr>
        <p:spPr/>
        <p:txBody>
          <a:bodyPr/>
          <a:lstStyle/>
          <a:p>
            <a:r>
              <a:rPr lang="en-US" altLang="en-US" b="1"/>
              <a:t>QUẢN LÝ HỢP ĐỒNG</a:t>
            </a:r>
          </a:p>
        </p:txBody>
      </p:sp>
      <p:sp>
        <p:nvSpPr>
          <p:cNvPr id="1258499" name="Rectangle 3">
            <a:extLst>
              <a:ext uri="{FF2B5EF4-FFF2-40B4-BE49-F238E27FC236}">
                <a16:creationId xmlns:a16="http://schemas.microsoft.com/office/drawing/2014/main" id="{036D1892-28C5-ABA1-F08E-C7983FF33545}"/>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1400"/>
          </a:p>
          <a:p>
            <a:pPr marL="533400" indent="-533400">
              <a:lnSpc>
                <a:spcPct val="90000"/>
              </a:lnSpc>
            </a:pPr>
            <a:r>
              <a:rPr lang="en-US" altLang="en-US" sz="2800"/>
              <a:t>Quản lý hợp đồng nhằm đảm bảo sự thực hiện của nhà cung cấp đáp ứng được các yêu cầu giao kèo theo hợp đồng</a:t>
            </a:r>
          </a:p>
          <a:p>
            <a:pPr marL="533400" indent="-533400">
              <a:lnSpc>
                <a:spcPct val="90000"/>
              </a:lnSpc>
            </a:pPr>
            <a:r>
              <a:rPr lang="en-US" altLang="en-US" sz="2800"/>
              <a:t>Hợp đồng có mối liên quan tới pháp lý, do đó điều quan trọng là những nhà làm hợp đồng phải chịu trách nhiệm pháp lý trong việc lập và quản lý hợp đồng</a:t>
            </a:r>
          </a:p>
          <a:p>
            <a:pPr marL="533400" indent="-533400">
              <a:lnSpc>
                <a:spcPct val="90000"/>
              </a:lnSpc>
            </a:pPr>
            <a:r>
              <a:rPr lang="en-US" altLang="en-US" sz="2800"/>
              <a:t>Nhiều giám đốc dự án phớt lờ những khế ước trong hợp đồng, và điều đó dẫn tới những hậu quả nghiêm trọng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ACCD021-CC22-DB50-1926-7AC7255BB38C}"/>
              </a:ext>
            </a:extLst>
          </p:cNvPr>
          <p:cNvSpPr>
            <a:spLocks noGrp="1"/>
          </p:cNvSpPr>
          <p:nvPr>
            <p:ph type="sldNum" sz="quarter" idx="12"/>
          </p:nvPr>
        </p:nvSpPr>
        <p:spPr/>
        <p:txBody>
          <a:bodyPr/>
          <a:lstStyle/>
          <a:p>
            <a:fld id="{0E5BA238-F69A-487C-B7E1-384EC1D589D2}" type="slidenum">
              <a:rPr lang="en-US" altLang="en-US"/>
              <a:pPr/>
              <a:t>11</a:t>
            </a:fld>
            <a:endParaRPr lang="en-US" altLang="en-US"/>
          </a:p>
        </p:txBody>
      </p:sp>
      <p:sp>
        <p:nvSpPr>
          <p:cNvPr id="1260546" name="Rectangle 2">
            <a:extLst>
              <a:ext uri="{FF2B5EF4-FFF2-40B4-BE49-F238E27FC236}">
                <a16:creationId xmlns:a16="http://schemas.microsoft.com/office/drawing/2014/main" id="{F9AAF067-7C3B-EF83-59FF-8BED2EE92647}"/>
              </a:ext>
            </a:extLst>
          </p:cNvPr>
          <p:cNvSpPr>
            <a:spLocks noGrp="1" noChangeArrowheads="1"/>
          </p:cNvSpPr>
          <p:nvPr>
            <p:ph type="title"/>
          </p:nvPr>
        </p:nvSpPr>
        <p:spPr/>
        <p:txBody>
          <a:bodyPr/>
          <a:lstStyle/>
          <a:p>
            <a:r>
              <a:rPr lang="en-US" altLang="en-US" b="1"/>
              <a:t>QUẢN LÝ HỢP ĐỒNG</a:t>
            </a:r>
          </a:p>
        </p:txBody>
      </p:sp>
      <p:sp>
        <p:nvSpPr>
          <p:cNvPr id="1260547" name="Rectangle 3">
            <a:extLst>
              <a:ext uri="{FF2B5EF4-FFF2-40B4-BE49-F238E27FC236}">
                <a16:creationId xmlns:a16="http://schemas.microsoft.com/office/drawing/2014/main" id="{59CD4DE8-C602-6A00-603A-FDF29C530FB3}"/>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1200"/>
          </a:p>
          <a:p>
            <a:pPr marL="533400" indent="-533400">
              <a:lnSpc>
                <a:spcPct val="90000"/>
              </a:lnSpc>
            </a:pPr>
            <a:r>
              <a:rPr lang="en-US" altLang="en-US" sz="2400" b="1"/>
              <a:t>Kiểm soát những thay đổi trong hợp đồng:</a:t>
            </a:r>
          </a:p>
          <a:p>
            <a:pPr marL="914400" lvl="1" indent="-457200">
              <a:lnSpc>
                <a:spcPct val="90000"/>
              </a:lnSpc>
            </a:pPr>
            <a:r>
              <a:rPr lang="en-US" altLang="en-US" sz="2400"/>
              <a:t>Thay đổi ở bất cứ phần nào của dự án cũng cần xem xét lại, được phê chuẩn, và lập văn bản bởi cùng một người đã phê duyệt dự án trước đó</a:t>
            </a:r>
          </a:p>
          <a:p>
            <a:pPr marL="914400" lvl="1" indent="-457200">
              <a:lnSpc>
                <a:spcPct val="90000"/>
              </a:lnSpc>
            </a:pPr>
            <a:r>
              <a:rPr lang="en-US" altLang="en-US" sz="2400"/>
              <a:t>Đánh giá sự thay đổi phải bao gồm phân tích sự ảnh hưởng. Sự thay đổi sẽ ảnh hưởng ra sao đến phạm vi, thời gian, chi phí, và chất lượng của hàng hóa hay dịch vụ được cung cấp?</a:t>
            </a:r>
          </a:p>
          <a:p>
            <a:pPr marL="914400" lvl="1" indent="-457200">
              <a:lnSpc>
                <a:spcPct val="90000"/>
              </a:lnSpc>
            </a:pPr>
            <a:r>
              <a:rPr lang="en-US" altLang="en-US" sz="2400"/>
              <a:t>Những thay đổi phải được thiết lập bằng văn bản. Những thành viên trong dự án cũng nên ghi chép tư liệu của tất cả những cuộc họp quan trong và những cuộc điện thọai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7D7D43D-8887-40A7-F3C4-28EF5F93FF0E}"/>
              </a:ext>
            </a:extLst>
          </p:cNvPr>
          <p:cNvSpPr>
            <a:spLocks noGrp="1"/>
          </p:cNvSpPr>
          <p:nvPr>
            <p:ph type="sldNum" sz="quarter" idx="12"/>
          </p:nvPr>
        </p:nvSpPr>
        <p:spPr/>
        <p:txBody>
          <a:bodyPr/>
          <a:lstStyle/>
          <a:p>
            <a:fld id="{EF860240-6B07-4F06-8FD3-02B5237566DD}" type="slidenum">
              <a:rPr lang="en-US" altLang="en-US"/>
              <a:pPr/>
              <a:t>12</a:t>
            </a:fld>
            <a:endParaRPr lang="en-US" altLang="en-US"/>
          </a:p>
        </p:txBody>
      </p:sp>
      <p:sp>
        <p:nvSpPr>
          <p:cNvPr id="1262594" name="Rectangle 2">
            <a:extLst>
              <a:ext uri="{FF2B5EF4-FFF2-40B4-BE49-F238E27FC236}">
                <a16:creationId xmlns:a16="http://schemas.microsoft.com/office/drawing/2014/main" id="{F3C6242F-6E52-F495-DC66-C3731DD4F184}"/>
              </a:ext>
            </a:extLst>
          </p:cNvPr>
          <p:cNvSpPr>
            <a:spLocks noGrp="1" noChangeArrowheads="1"/>
          </p:cNvSpPr>
          <p:nvPr>
            <p:ph type="title"/>
          </p:nvPr>
        </p:nvSpPr>
        <p:spPr/>
        <p:txBody>
          <a:bodyPr/>
          <a:lstStyle/>
          <a:p>
            <a:r>
              <a:rPr lang="en-US" altLang="en-US" b="1"/>
              <a:t>THANH LÝ HỢP ĐỒNG</a:t>
            </a:r>
          </a:p>
        </p:txBody>
      </p:sp>
      <p:sp>
        <p:nvSpPr>
          <p:cNvPr id="1262595" name="Rectangle 3">
            <a:extLst>
              <a:ext uri="{FF2B5EF4-FFF2-40B4-BE49-F238E27FC236}">
                <a16:creationId xmlns:a16="http://schemas.microsoft.com/office/drawing/2014/main" id="{0FCD4E0D-4BB1-2628-FD29-278108A057EF}"/>
              </a:ext>
            </a:extLst>
          </p:cNvPr>
          <p:cNvSpPr>
            <a:spLocks noGrp="1" noChangeArrowheads="1"/>
          </p:cNvSpPr>
          <p:nvPr>
            <p:ph type="body" idx="1"/>
          </p:nvPr>
        </p:nvSpPr>
        <p:spPr>
          <a:xfrm>
            <a:off x="609600" y="1295400"/>
            <a:ext cx="8382000" cy="5029200"/>
          </a:xfrm>
        </p:spPr>
        <p:txBody>
          <a:bodyPr/>
          <a:lstStyle/>
          <a:p>
            <a:pPr marL="533400" indent="-533400">
              <a:lnSpc>
                <a:spcPct val="90000"/>
              </a:lnSpc>
              <a:buSzTx/>
              <a:buFont typeface="Wingdings" panose="05000000000000000000" pitchFamily="2" charset="2"/>
              <a:buAutoNum type="arabicPeriod"/>
            </a:pPr>
            <a:endParaRPr lang="en-US" altLang="en-US" sz="2800"/>
          </a:p>
          <a:p>
            <a:pPr marL="533400" indent="-533400">
              <a:lnSpc>
                <a:spcPct val="90000"/>
              </a:lnSpc>
            </a:pPr>
            <a:r>
              <a:rPr lang="en-US" altLang="en-US" sz="2800"/>
              <a:t>Xác minh sản phẩm để xác định tất cả công việc đựơc hoàn tất đúng và thỏa mãn yêu cầu hay không</a:t>
            </a:r>
          </a:p>
          <a:p>
            <a:pPr marL="533400" indent="-533400">
              <a:lnSpc>
                <a:spcPct val="90000"/>
              </a:lnSpc>
            </a:pPr>
            <a:r>
              <a:rPr lang="en-US" altLang="en-US" sz="2800"/>
              <a:t>Những hoạt động về quản lý hành chính để cập nhật những hồ sơ nhằm phản ánh những kết quả cuối cùng</a:t>
            </a:r>
          </a:p>
          <a:p>
            <a:pPr marL="533400" indent="-533400">
              <a:lnSpc>
                <a:spcPct val="90000"/>
              </a:lnSpc>
            </a:pPr>
            <a:r>
              <a:rPr lang="en-US" altLang="en-US" sz="2800"/>
              <a:t>Lưu trữ thông tin sử dụng trong tương lai</a:t>
            </a:r>
          </a:p>
          <a:p>
            <a:pPr marL="533400" indent="-533400">
              <a:lnSpc>
                <a:spcPct val="90000"/>
              </a:lnSpc>
            </a:pPr>
            <a:r>
              <a:rPr lang="en-US" altLang="en-US" sz="2800"/>
              <a:t>Kiểm toán trong mua sắm sẽ xác định các bài học kinh nghiệm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179B0D72-4DA9-749B-D0C0-6A6B95812B0D}"/>
              </a:ext>
            </a:extLst>
          </p:cNvPr>
          <p:cNvSpPr>
            <a:spLocks noGrp="1"/>
          </p:cNvSpPr>
          <p:nvPr>
            <p:ph type="title" idx="4294967295"/>
          </p:nvPr>
        </p:nvSpPr>
        <p:spPr>
          <a:xfrm>
            <a:off x="1143000" y="76200"/>
            <a:ext cx="7848600" cy="1143000"/>
          </a:xfrm>
        </p:spPr>
        <p:txBody>
          <a:bodyPr/>
          <a:lstStyle/>
          <a:p>
            <a:pPr eaLnBrk="1" hangingPunct="1"/>
            <a:r>
              <a:rPr lang="en-US" altLang="en-US" sz="2800">
                <a:solidFill>
                  <a:schemeClr val="tx1"/>
                </a:solidFill>
              </a:rPr>
              <a:t>Mô hình tối ưu cơ bản EOQ</a:t>
            </a:r>
          </a:p>
        </p:txBody>
      </p:sp>
      <p:sp>
        <p:nvSpPr>
          <p:cNvPr id="40963" name="Content Placeholder 2">
            <a:extLst>
              <a:ext uri="{FF2B5EF4-FFF2-40B4-BE49-F238E27FC236}">
                <a16:creationId xmlns:a16="http://schemas.microsoft.com/office/drawing/2014/main" id="{FC87864D-AEA7-083F-E10B-4241A65AB559}"/>
              </a:ext>
            </a:extLst>
          </p:cNvPr>
          <p:cNvSpPr>
            <a:spLocks noGrp="1"/>
          </p:cNvSpPr>
          <p:nvPr>
            <p:ph idx="4294967295"/>
          </p:nvPr>
        </p:nvSpPr>
        <p:spPr>
          <a:xfrm>
            <a:off x="76200" y="3199435"/>
            <a:ext cx="8458200" cy="3581400"/>
          </a:xfrm>
        </p:spPr>
        <p:txBody>
          <a:bodyPr/>
          <a:lstStyle/>
          <a:p>
            <a:pPr marL="282575" indent="-282575" eaLnBrk="1" hangingPunct="1">
              <a:spcBef>
                <a:spcPts val="1800"/>
              </a:spcBef>
              <a:spcAft>
                <a:spcPts val="600"/>
              </a:spcAft>
              <a:buClr>
                <a:schemeClr val="tx2"/>
              </a:buClr>
            </a:pPr>
            <a:r>
              <a:rPr lang="en-US" altLang="en-US" sz="2400" b="1" dirty="0"/>
              <a:t>Các </a:t>
            </a:r>
            <a:r>
              <a:rPr lang="en-US" altLang="en-US" sz="2400" b="1" dirty="0" err="1"/>
              <a:t>giả</a:t>
            </a:r>
            <a:r>
              <a:rPr lang="en-US" altLang="en-US" sz="2400" b="1" dirty="0"/>
              <a:t> </a:t>
            </a:r>
            <a:r>
              <a:rPr lang="en-US" altLang="en-US" sz="2400" b="1" dirty="0" err="1"/>
              <a:t>thiết</a:t>
            </a:r>
            <a:r>
              <a:rPr lang="en-US" altLang="en-US" sz="2400" b="1" dirty="0"/>
              <a:t> </a:t>
            </a:r>
            <a:r>
              <a:rPr lang="en-US" altLang="en-US" sz="2400" b="1" dirty="0" err="1"/>
              <a:t>áp</a:t>
            </a:r>
            <a:r>
              <a:rPr lang="en-US" altLang="en-US" sz="2400" b="1" dirty="0"/>
              <a:t> </a:t>
            </a:r>
            <a:r>
              <a:rPr lang="en-US" altLang="en-US" sz="2400" b="1" dirty="0" err="1"/>
              <a:t>dụng</a:t>
            </a:r>
            <a:endParaRPr lang="en-US" altLang="en-US" sz="2400" b="1" dirty="0"/>
          </a:p>
          <a:p>
            <a:pPr marL="282575" indent="-282575">
              <a:spcBef>
                <a:spcPct val="40000"/>
              </a:spcBef>
              <a:buFont typeface="Wingdings" panose="05000000000000000000" pitchFamily="2" charset="2"/>
              <a:buNone/>
            </a:pPr>
            <a:r>
              <a:rPr lang="en-US" altLang="en-US" sz="2000" dirty="0"/>
              <a:t>	a) Nhu </a:t>
            </a:r>
            <a:r>
              <a:rPr lang="en-US" altLang="en-US" sz="2000" dirty="0" err="1"/>
              <a:t>cầu</a:t>
            </a:r>
            <a:r>
              <a:rPr lang="en-US" altLang="en-US" sz="2000" dirty="0"/>
              <a:t> </a:t>
            </a:r>
            <a:r>
              <a:rPr lang="en-US" altLang="en-US" sz="2000" dirty="0" err="1"/>
              <a:t>liên</a:t>
            </a:r>
            <a:r>
              <a:rPr lang="en-US" altLang="en-US" sz="2000" dirty="0"/>
              <a:t> </a:t>
            </a:r>
            <a:r>
              <a:rPr lang="en-US" altLang="en-US" sz="2000" dirty="0" err="1"/>
              <a:t>tục</a:t>
            </a:r>
            <a:r>
              <a:rPr lang="en-US" altLang="en-US" sz="2000" dirty="0"/>
              <a:t> </a:t>
            </a:r>
            <a:r>
              <a:rPr lang="en-US" altLang="en-US" sz="2000" dirty="0" err="1"/>
              <a:t>với</a:t>
            </a:r>
            <a:r>
              <a:rPr lang="en-US" altLang="en-US" sz="2000" dirty="0"/>
              <a:t> 1 </a:t>
            </a:r>
            <a:r>
              <a:rPr lang="en-US" altLang="en-US" sz="2000" dirty="0" err="1"/>
              <a:t>mức</a:t>
            </a:r>
            <a:r>
              <a:rPr lang="en-US" altLang="en-US" sz="2000" dirty="0"/>
              <a:t> </a:t>
            </a:r>
            <a:r>
              <a:rPr lang="en-US" altLang="en-US" sz="2000" dirty="0" err="1"/>
              <a:t>tỷ</a:t>
            </a:r>
            <a:r>
              <a:rPr lang="en-US" altLang="en-US" sz="2000" dirty="0"/>
              <a:t> </a:t>
            </a:r>
            <a:r>
              <a:rPr lang="en-US" altLang="en-US" sz="2000" dirty="0" err="1"/>
              <a:t>lệ</a:t>
            </a:r>
            <a:r>
              <a:rPr lang="en-US" altLang="en-US" sz="2000" dirty="0"/>
              <a:t>.</a:t>
            </a:r>
          </a:p>
          <a:p>
            <a:pPr marL="282575" indent="-282575">
              <a:spcBef>
                <a:spcPct val="40000"/>
              </a:spcBef>
              <a:buFont typeface="Wingdings" panose="05000000000000000000" pitchFamily="2" charset="2"/>
              <a:buNone/>
            </a:pPr>
            <a:r>
              <a:rPr lang="en-US" altLang="en-US" sz="2000" dirty="0"/>
              <a:t>	b) </a:t>
            </a:r>
            <a:r>
              <a:rPr lang="en-US" altLang="en-US" sz="2000" dirty="0" err="1"/>
              <a:t>Quá</a:t>
            </a:r>
            <a:r>
              <a:rPr lang="en-US" altLang="en-US" sz="2000" dirty="0"/>
              <a:t> </a:t>
            </a:r>
            <a:r>
              <a:rPr lang="en-US" altLang="en-US" sz="2000" dirty="0" err="1"/>
              <a:t>trình</a:t>
            </a:r>
            <a:r>
              <a:rPr lang="en-US" altLang="en-US" sz="2000" dirty="0"/>
              <a:t> </a:t>
            </a:r>
            <a:r>
              <a:rPr lang="en-US" altLang="en-US" sz="2000" dirty="0" err="1"/>
              <a:t>sx</a:t>
            </a:r>
            <a:r>
              <a:rPr lang="en-US" altLang="en-US" sz="2000" dirty="0"/>
              <a:t> </a:t>
            </a:r>
            <a:r>
              <a:rPr lang="en-US" altLang="en-US" sz="2000" dirty="0" err="1"/>
              <a:t>liên</a:t>
            </a:r>
            <a:r>
              <a:rPr lang="en-US" altLang="en-US" sz="2000" dirty="0"/>
              <a:t> </a:t>
            </a:r>
            <a:r>
              <a:rPr lang="en-US" altLang="en-US" sz="2000" dirty="0" err="1"/>
              <a:t>tục</a:t>
            </a:r>
            <a:r>
              <a:rPr lang="en-US" altLang="en-US" sz="2000" dirty="0"/>
              <a:t>.</a:t>
            </a:r>
          </a:p>
          <a:p>
            <a:pPr marL="282575" indent="-282575">
              <a:spcBef>
                <a:spcPct val="40000"/>
              </a:spcBef>
              <a:buFont typeface="Wingdings" panose="05000000000000000000" pitchFamily="2" charset="2"/>
              <a:buNone/>
            </a:pPr>
            <a:r>
              <a:rPr lang="en-US" altLang="en-US" sz="2000" dirty="0"/>
              <a:t>	c) </a:t>
            </a:r>
            <a:r>
              <a:rPr lang="en-US" altLang="en-US" sz="2000" dirty="0" err="1"/>
              <a:t>Không</a:t>
            </a:r>
            <a:r>
              <a:rPr lang="en-US" altLang="en-US" sz="2000" dirty="0"/>
              <a:t> </a:t>
            </a:r>
            <a:r>
              <a:rPr lang="en-US" altLang="en-US" sz="2000" dirty="0" err="1"/>
              <a:t>có</a:t>
            </a:r>
            <a:r>
              <a:rPr lang="en-US" altLang="en-US" sz="2000" dirty="0"/>
              <a:t> RB </a:t>
            </a:r>
            <a:r>
              <a:rPr lang="en-US" altLang="en-US" sz="2000" dirty="0" err="1"/>
              <a:t>về</a:t>
            </a:r>
            <a:r>
              <a:rPr lang="en-US" altLang="en-US" sz="2000" dirty="0"/>
              <a:t> </a:t>
            </a:r>
            <a:r>
              <a:rPr lang="en-US" altLang="en-US" sz="2000" dirty="0" err="1"/>
              <a:t>số</a:t>
            </a:r>
            <a:r>
              <a:rPr lang="en-US" altLang="en-US" sz="2000" dirty="0"/>
              <a:t> </a:t>
            </a:r>
            <a:r>
              <a:rPr lang="en-US" altLang="en-US" sz="2000" dirty="0" err="1"/>
              <a:t>lượng</a:t>
            </a:r>
            <a:r>
              <a:rPr lang="en-US" altLang="en-US" sz="2000" dirty="0"/>
              <a:t> </a:t>
            </a:r>
            <a:r>
              <a:rPr lang="en-US" altLang="en-US" sz="2000" dirty="0" err="1"/>
              <a:t>đặt</a:t>
            </a:r>
            <a:r>
              <a:rPr lang="en-US" altLang="en-US" sz="2000" dirty="0"/>
              <a:t> </a:t>
            </a:r>
            <a:r>
              <a:rPr lang="en-US" altLang="en-US" sz="2000" dirty="0" err="1"/>
              <a:t>hàng</a:t>
            </a:r>
            <a:r>
              <a:rPr lang="en-US" altLang="en-US" sz="2000" dirty="0"/>
              <a:t>, </a:t>
            </a:r>
            <a:r>
              <a:rPr lang="en-US" altLang="en-US" sz="2000" dirty="0" err="1"/>
              <a:t>sức</a:t>
            </a:r>
            <a:r>
              <a:rPr lang="en-US" altLang="en-US" sz="2000" dirty="0"/>
              <a:t> </a:t>
            </a:r>
            <a:r>
              <a:rPr lang="en-US" altLang="en-US" sz="2000" dirty="0" err="1"/>
              <a:t>chức</a:t>
            </a:r>
            <a:r>
              <a:rPr lang="en-US" altLang="en-US" sz="2000" dirty="0"/>
              <a:t> </a:t>
            </a:r>
            <a:r>
              <a:rPr lang="en-US" altLang="en-US" sz="2000" dirty="0" err="1"/>
              <a:t>kho</a:t>
            </a:r>
            <a:r>
              <a:rPr lang="en-US" altLang="en-US" sz="2000" dirty="0"/>
              <a:t> </a:t>
            </a:r>
            <a:r>
              <a:rPr lang="en-US" altLang="en-US" sz="2000" dirty="0" err="1"/>
              <a:t>bãi</a:t>
            </a:r>
            <a:r>
              <a:rPr lang="en-US" altLang="en-US" sz="2000" dirty="0"/>
              <a:t>, </a:t>
            </a:r>
            <a:r>
              <a:rPr lang="en-US" altLang="en-US" sz="2000" dirty="0" err="1"/>
              <a:t>nguồn</a:t>
            </a:r>
            <a:r>
              <a:rPr lang="en-US" altLang="en-US" sz="2000" dirty="0"/>
              <a:t> </a:t>
            </a:r>
            <a:r>
              <a:rPr lang="en-US" altLang="en-US" sz="2000" dirty="0" err="1"/>
              <a:t>vốn</a:t>
            </a:r>
            <a:r>
              <a:rPr lang="en-US" altLang="en-US" sz="2000" dirty="0"/>
              <a:t>…</a:t>
            </a:r>
          </a:p>
          <a:p>
            <a:pPr marL="282575" indent="-282575">
              <a:spcBef>
                <a:spcPct val="40000"/>
              </a:spcBef>
              <a:buFont typeface="Wingdings" panose="05000000000000000000" pitchFamily="2" charset="2"/>
              <a:buNone/>
            </a:pPr>
            <a:r>
              <a:rPr lang="en-US" altLang="en-US" sz="2000" dirty="0"/>
              <a:t>	d) </a:t>
            </a:r>
            <a:r>
              <a:rPr lang="en-US" altLang="en-US" sz="2000" dirty="0" err="1"/>
              <a:t>Lượng</a:t>
            </a:r>
            <a:r>
              <a:rPr lang="en-US" altLang="en-US" sz="2000" dirty="0"/>
              <a:t> </a:t>
            </a:r>
            <a:r>
              <a:rPr lang="en-US" altLang="en-US" sz="2000" dirty="0" err="1"/>
              <a:t>đặt</a:t>
            </a:r>
            <a:r>
              <a:rPr lang="en-US" altLang="en-US" sz="2000" dirty="0"/>
              <a:t> </a:t>
            </a:r>
            <a:r>
              <a:rPr lang="en-US" altLang="en-US" sz="2000" dirty="0" err="1"/>
              <a:t>hàng</a:t>
            </a:r>
            <a:r>
              <a:rPr lang="en-US" altLang="en-US" sz="2000" dirty="0"/>
              <a:t> </a:t>
            </a:r>
            <a:r>
              <a:rPr lang="en-US" altLang="en-US" sz="2000" dirty="0" err="1"/>
              <a:t>cố</a:t>
            </a:r>
            <a:r>
              <a:rPr lang="en-US" altLang="en-US" sz="2000" dirty="0"/>
              <a:t> </a:t>
            </a:r>
            <a:r>
              <a:rPr lang="en-US" altLang="en-US" sz="2000" dirty="0" err="1"/>
              <a:t>định</a:t>
            </a:r>
            <a:r>
              <a:rPr lang="en-US" altLang="en-US" sz="2000" dirty="0"/>
              <a:t> Q </a:t>
            </a:r>
            <a:r>
              <a:rPr lang="en-US" altLang="en-US" sz="2000" dirty="0" err="1"/>
              <a:t>chỉ</a:t>
            </a:r>
            <a:r>
              <a:rPr lang="en-US" altLang="en-US" sz="2000" dirty="0"/>
              <a:t> </a:t>
            </a:r>
            <a:r>
              <a:rPr lang="en-US" altLang="en-US" sz="2000" dirty="0" err="1"/>
              <a:t>nhận</a:t>
            </a:r>
            <a:r>
              <a:rPr lang="en-US" altLang="en-US" sz="2000" dirty="0"/>
              <a:t> 1 </a:t>
            </a:r>
            <a:r>
              <a:rPr lang="en-US" altLang="en-US" sz="2000" dirty="0" err="1"/>
              <a:t>lần</a:t>
            </a:r>
            <a:r>
              <a:rPr lang="en-US" altLang="en-US" sz="2000" dirty="0"/>
              <a:t> </a:t>
            </a:r>
            <a:r>
              <a:rPr lang="en-US" altLang="en-US" sz="2000" dirty="0" err="1"/>
              <a:t>cho</a:t>
            </a:r>
            <a:r>
              <a:rPr lang="en-US" altLang="en-US" sz="2000" dirty="0"/>
              <a:t> </a:t>
            </a:r>
            <a:r>
              <a:rPr lang="en-US" altLang="en-US" sz="2000" dirty="0" err="1"/>
              <a:t>mỗi</a:t>
            </a:r>
            <a:r>
              <a:rPr lang="en-US" altLang="en-US" sz="2000" dirty="0"/>
              <a:t> </a:t>
            </a:r>
            <a:r>
              <a:rPr lang="en-US" altLang="en-US" sz="2000" dirty="0" err="1"/>
              <a:t>đơn</a:t>
            </a:r>
            <a:r>
              <a:rPr lang="en-US" altLang="en-US" sz="2000" dirty="0"/>
              <a:t> </a:t>
            </a:r>
            <a:r>
              <a:rPr lang="en-US" altLang="en-US" sz="2000" dirty="0" err="1"/>
              <a:t>hàng</a:t>
            </a:r>
            <a:r>
              <a:rPr lang="en-US" altLang="en-US" sz="2000" dirty="0"/>
              <a:t>.</a:t>
            </a:r>
          </a:p>
          <a:p>
            <a:pPr marL="282575" indent="-282575">
              <a:spcBef>
                <a:spcPct val="40000"/>
              </a:spcBef>
              <a:buFont typeface="Wingdings" panose="05000000000000000000" pitchFamily="2" charset="2"/>
              <a:buNone/>
            </a:pPr>
            <a:r>
              <a:rPr lang="en-US" altLang="en-US" sz="2000" dirty="0"/>
              <a:t>	e) </a:t>
            </a:r>
            <a:r>
              <a:rPr lang="en-US" altLang="en-US" sz="2000" dirty="0" err="1"/>
              <a:t>Tất</a:t>
            </a:r>
            <a:r>
              <a:rPr lang="en-US" altLang="en-US" sz="2000" dirty="0"/>
              <a:t> </a:t>
            </a:r>
            <a:r>
              <a:rPr lang="en-US" altLang="en-US" sz="2000" dirty="0" err="1"/>
              <a:t>cả</a:t>
            </a:r>
            <a:r>
              <a:rPr lang="en-US" altLang="en-US" sz="2000" dirty="0"/>
              <a:t> chi </a:t>
            </a:r>
            <a:r>
              <a:rPr lang="en-US" altLang="en-US" sz="2000" dirty="0" err="1"/>
              <a:t>phí</a:t>
            </a:r>
            <a:r>
              <a:rPr lang="en-US" altLang="en-US" sz="2000" dirty="0"/>
              <a:t> </a:t>
            </a:r>
            <a:r>
              <a:rPr lang="en-US" altLang="en-US" sz="2000" dirty="0" err="1"/>
              <a:t>không</a:t>
            </a:r>
            <a:r>
              <a:rPr lang="en-US" altLang="en-US" sz="2000" dirty="0"/>
              <a:t> </a:t>
            </a:r>
            <a:r>
              <a:rPr lang="en-US" altLang="en-US" sz="2000" dirty="0" err="1"/>
              <a:t>đổi</a:t>
            </a:r>
            <a:r>
              <a:rPr lang="en-US" altLang="en-US" sz="2000" dirty="0"/>
              <a:t>.</a:t>
            </a:r>
          </a:p>
          <a:p>
            <a:pPr marL="282575" indent="-282575">
              <a:spcBef>
                <a:spcPct val="40000"/>
              </a:spcBef>
              <a:buFont typeface="Wingdings" panose="05000000000000000000" pitchFamily="2" charset="2"/>
              <a:buNone/>
            </a:pPr>
            <a:r>
              <a:rPr lang="en-US" altLang="en-US" sz="2000" dirty="0"/>
              <a:t>	f) </a:t>
            </a:r>
            <a:r>
              <a:rPr lang="en-US" altLang="en-US" sz="2000" dirty="0" err="1"/>
              <a:t>Không</a:t>
            </a:r>
            <a:r>
              <a:rPr lang="en-US" altLang="en-US" sz="2000" dirty="0"/>
              <a:t> </a:t>
            </a:r>
            <a:r>
              <a:rPr lang="en-US" altLang="en-US" sz="2000" dirty="0" err="1"/>
              <a:t>cho</a:t>
            </a:r>
            <a:r>
              <a:rPr lang="en-US" altLang="en-US" sz="2000" dirty="0"/>
              <a:t> </a:t>
            </a:r>
            <a:r>
              <a:rPr lang="en-US" altLang="en-US" sz="2000" dirty="0" err="1"/>
              <a:t>phép</a:t>
            </a:r>
            <a:r>
              <a:rPr lang="en-US" altLang="en-US" sz="2000" dirty="0"/>
              <a:t> </a:t>
            </a:r>
            <a:r>
              <a:rPr lang="en-US" altLang="en-US" sz="2000" dirty="0" err="1"/>
              <a:t>hụt</a:t>
            </a:r>
            <a:r>
              <a:rPr lang="en-US" altLang="en-US" sz="2000" dirty="0"/>
              <a:t> </a:t>
            </a:r>
            <a:r>
              <a:rPr lang="en-US" altLang="en-US" sz="2000" dirty="0" err="1"/>
              <a:t>hàng</a:t>
            </a:r>
            <a:r>
              <a:rPr lang="en-US" altLang="en-US" sz="2000" dirty="0"/>
              <a:t>.</a:t>
            </a:r>
          </a:p>
          <a:p>
            <a:pPr marL="282575" indent="-282575">
              <a:spcBef>
                <a:spcPct val="40000"/>
              </a:spcBef>
              <a:buFont typeface="Wingdings" panose="05000000000000000000" pitchFamily="2" charset="2"/>
              <a:buNone/>
            </a:pPr>
            <a:r>
              <a:rPr lang="en-US" altLang="en-US" sz="2000" dirty="0"/>
              <a:t>	g) </a:t>
            </a:r>
            <a:r>
              <a:rPr lang="en-US" altLang="en-US" sz="2000" dirty="0" err="1"/>
              <a:t>Không</a:t>
            </a:r>
            <a:r>
              <a:rPr lang="en-US" altLang="en-US" sz="2000" dirty="0"/>
              <a:t> </a:t>
            </a:r>
            <a:r>
              <a:rPr lang="en-US" altLang="en-US" sz="2000" dirty="0" err="1"/>
              <a:t>được</a:t>
            </a:r>
            <a:r>
              <a:rPr lang="en-US" altLang="en-US" sz="2000" dirty="0"/>
              <a:t> </a:t>
            </a:r>
            <a:r>
              <a:rPr lang="en-US" altLang="en-US" sz="2000" dirty="0" err="1"/>
              <a:t>giảm</a:t>
            </a:r>
            <a:r>
              <a:rPr lang="en-US" altLang="en-US" sz="2000" dirty="0"/>
              <a:t> </a:t>
            </a:r>
            <a:r>
              <a:rPr lang="en-US" altLang="en-US" sz="2000" dirty="0" err="1"/>
              <a:t>giá</a:t>
            </a:r>
            <a:r>
              <a:rPr lang="en-US" altLang="en-US" sz="2000" dirty="0"/>
              <a:t> </a:t>
            </a:r>
            <a:r>
              <a:rPr lang="en-US" altLang="en-US" sz="2000" dirty="0" err="1"/>
              <a:t>trên</a:t>
            </a:r>
            <a:r>
              <a:rPr lang="en-US" altLang="en-US" sz="2000" dirty="0"/>
              <a:t> </a:t>
            </a:r>
            <a:r>
              <a:rPr lang="en-US" altLang="en-US" sz="2000" dirty="0" err="1"/>
              <a:t>lượng</a:t>
            </a:r>
            <a:r>
              <a:rPr lang="en-US" altLang="en-US" sz="2000" dirty="0"/>
              <a:t> </a:t>
            </a:r>
            <a:r>
              <a:rPr lang="en-US" altLang="en-US" sz="2000" dirty="0" err="1"/>
              <a:t>đặt</a:t>
            </a:r>
            <a:r>
              <a:rPr lang="en-US" altLang="en-US" sz="2000" dirty="0"/>
              <a:t> </a:t>
            </a:r>
            <a:r>
              <a:rPr lang="en-US" altLang="en-US" sz="2000" dirty="0" err="1"/>
              <a:t>hàng</a:t>
            </a:r>
            <a:r>
              <a:rPr lang="en-US" altLang="en-US" sz="2000" dirty="0"/>
              <a:t>.</a:t>
            </a:r>
          </a:p>
        </p:txBody>
      </p:sp>
      <p:sp>
        <p:nvSpPr>
          <p:cNvPr id="40964" name="Slide Number Placeholder 3">
            <a:extLst>
              <a:ext uri="{FF2B5EF4-FFF2-40B4-BE49-F238E27FC236}">
                <a16:creationId xmlns:a16="http://schemas.microsoft.com/office/drawing/2014/main" id="{2E4A58AF-909C-897C-707B-27323DA6071D}"/>
              </a:ext>
            </a:extLst>
          </p:cNvPr>
          <p:cNvSpPr txBox="1">
            <a:spLocks noGrp="1"/>
          </p:cNvSpPr>
          <p:nvPr/>
        </p:nvSpPr>
        <p:spPr bwMode="auto">
          <a:xfrm>
            <a:off x="6858000" y="64008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9573C9DC-D40A-4EBA-88E4-1B08F4445CE9}" type="slidenum">
              <a:rPr lang="en-US" altLang="en-US" sz="1400"/>
              <a:pPr algn="ctr" eaLnBrk="1" hangingPunct="1"/>
              <a:t>13</a:t>
            </a:fld>
            <a:endParaRPr lang="en-US" altLang="en-US" sz="1400" dirty="0"/>
          </a:p>
        </p:txBody>
      </p:sp>
      <p:pic>
        <p:nvPicPr>
          <p:cNvPr id="40965" name="Picture 8">
            <a:extLst>
              <a:ext uri="{FF2B5EF4-FFF2-40B4-BE49-F238E27FC236}">
                <a16:creationId xmlns:a16="http://schemas.microsoft.com/office/drawing/2014/main" id="{24BAD024-A3EA-E93D-FE8D-F757CA8B50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6263" y="1017588"/>
            <a:ext cx="4681537" cy="431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6" name="Text Box 9">
            <a:extLst>
              <a:ext uri="{FF2B5EF4-FFF2-40B4-BE49-F238E27FC236}">
                <a16:creationId xmlns:a16="http://schemas.microsoft.com/office/drawing/2014/main" id="{D6BF6996-DFFE-186B-C96F-2DC70AA7168F}"/>
              </a:ext>
            </a:extLst>
          </p:cNvPr>
          <p:cNvSpPr txBox="1">
            <a:spLocks noChangeArrowheads="1"/>
          </p:cNvSpPr>
          <p:nvPr/>
        </p:nvSpPr>
        <p:spPr bwMode="auto">
          <a:xfrm>
            <a:off x="762000" y="2057400"/>
            <a:ext cx="3748088"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40000"/>
              </a:spcBef>
            </a:pPr>
            <a:r>
              <a:rPr lang="en-US" altLang="en-US" sz="2000" b="1">
                <a:solidFill>
                  <a:srgbClr val="0000CC"/>
                </a:solidFill>
                <a:latin typeface="Times New Roman" panose="02020603050405020304" pitchFamily="18" charset="0"/>
              </a:rPr>
              <a:t>T</a:t>
            </a:r>
            <a:r>
              <a:rPr lang="en-US" altLang="en-US" sz="2000">
                <a:latin typeface="Times New Roman" panose="02020603050405020304" pitchFamily="18" charset="0"/>
              </a:rPr>
              <a:t>: Thời điểm hàng tồn kho vừa hết</a:t>
            </a:r>
          </a:p>
          <a:p>
            <a:pPr>
              <a:spcBef>
                <a:spcPct val="40000"/>
              </a:spcBef>
            </a:pPr>
            <a:r>
              <a:rPr lang="en-US" altLang="en-US" sz="2000" b="1">
                <a:solidFill>
                  <a:srgbClr val="0000CC"/>
                </a:solidFill>
                <a:latin typeface="Times New Roman" panose="02020603050405020304" pitchFamily="18" charset="0"/>
              </a:rPr>
              <a:t>D</a:t>
            </a:r>
            <a:r>
              <a:rPr lang="en-US" altLang="en-US" sz="2000">
                <a:latin typeface="Times New Roman" panose="02020603050405020304" pitchFamily="18" charset="0"/>
              </a:rPr>
              <a:t>: Nhu cầu hàng năm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0617D538-84D2-DEE9-BAEE-41DE00FCF345}"/>
              </a:ext>
            </a:extLst>
          </p:cNvPr>
          <p:cNvSpPr>
            <a:spLocks noGrp="1"/>
          </p:cNvSpPr>
          <p:nvPr>
            <p:ph type="title" idx="4294967295"/>
          </p:nvPr>
        </p:nvSpPr>
        <p:spPr>
          <a:xfrm>
            <a:off x="762000" y="76200"/>
            <a:ext cx="8229600" cy="1143000"/>
          </a:xfrm>
        </p:spPr>
        <p:txBody>
          <a:bodyPr/>
          <a:lstStyle/>
          <a:p>
            <a:pPr eaLnBrk="1" hangingPunct="1"/>
            <a:r>
              <a:rPr lang="en-US" altLang="en-US" sz="2800">
                <a:solidFill>
                  <a:schemeClr val="tx1"/>
                </a:solidFill>
              </a:rPr>
              <a:t>Mô hình tối ưu cơ bản EOQ</a:t>
            </a:r>
            <a:r>
              <a:rPr lang="en-US" altLang="en-US" sz="2800" i="1">
                <a:solidFill>
                  <a:schemeClr val="tx1"/>
                </a:solidFill>
              </a:rPr>
              <a:t> </a:t>
            </a:r>
            <a:r>
              <a:rPr lang="en-US" altLang="en-US" sz="2800" b="0" i="1">
                <a:solidFill>
                  <a:schemeClr val="tx1"/>
                </a:solidFill>
              </a:rPr>
              <a:t>(tt)</a:t>
            </a:r>
            <a:endParaRPr lang="en-US" altLang="en-US" sz="2800" b="0">
              <a:solidFill>
                <a:schemeClr val="tx1"/>
              </a:solidFill>
            </a:endParaRPr>
          </a:p>
        </p:txBody>
      </p:sp>
      <p:sp>
        <p:nvSpPr>
          <p:cNvPr id="41987" name="Content Placeholder 2">
            <a:extLst>
              <a:ext uri="{FF2B5EF4-FFF2-40B4-BE49-F238E27FC236}">
                <a16:creationId xmlns:a16="http://schemas.microsoft.com/office/drawing/2014/main" id="{226F82A8-ECA3-2ADC-6033-030BA81BB5B7}"/>
              </a:ext>
            </a:extLst>
          </p:cNvPr>
          <p:cNvSpPr>
            <a:spLocks noGrp="1"/>
          </p:cNvSpPr>
          <p:nvPr>
            <p:ph idx="4294967295"/>
          </p:nvPr>
        </p:nvSpPr>
        <p:spPr>
          <a:xfrm>
            <a:off x="990600" y="685800"/>
            <a:ext cx="7696200" cy="4038600"/>
          </a:xfrm>
        </p:spPr>
        <p:txBody>
          <a:bodyPr/>
          <a:lstStyle/>
          <a:p>
            <a:pPr marL="346075" lvl="1" indent="-346075" eaLnBrk="1" hangingPunct="1">
              <a:spcBef>
                <a:spcPts val="1800"/>
              </a:spcBef>
              <a:spcAft>
                <a:spcPts val="600"/>
              </a:spcAft>
              <a:buClr>
                <a:schemeClr val="tx2"/>
              </a:buClr>
              <a:buFontTx/>
              <a:buNone/>
            </a:pPr>
            <a:endParaRPr lang="en-US" altLang="en-US" sz="2400" b="1"/>
          </a:p>
          <a:p>
            <a:r>
              <a:rPr lang="en-US" altLang="en-US" sz="2400"/>
              <a:t>Các giả thiết áp dụng</a:t>
            </a:r>
          </a:p>
        </p:txBody>
      </p:sp>
      <p:sp>
        <p:nvSpPr>
          <p:cNvPr id="41988" name="Slide Number Placeholder 3">
            <a:extLst>
              <a:ext uri="{FF2B5EF4-FFF2-40B4-BE49-F238E27FC236}">
                <a16:creationId xmlns:a16="http://schemas.microsoft.com/office/drawing/2014/main" id="{98634DDA-A3DF-3B16-2E2F-60F766A0E0E0}"/>
              </a:ext>
            </a:extLst>
          </p:cNvPr>
          <p:cNvSpPr txBox="1">
            <a:spLocks noGrp="1"/>
          </p:cNvSpPr>
          <p:nvPr/>
        </p:nvSpPr>
        <p:spPr bwMode="auto">
          <a:xfrm>
            <a:off x="6858000" y="64008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B6133A25-4100-4902-B6DF-9A5115CA3A32}" type="slidenum">
              <a:rPr lang="en-US" altLang="en-US" sz="1400"/>
              <a:pPr algn="ctr" eaLnBrk="1" hangingPunct="1"/>
              <a:t>14</a:t>
            </a:fld>
            <a:endParaRPr lang="en-US" altLang="en-US" sz="1400"/>
          </a:p>
        </p:txBody>
      </p:sp>
      <p:sp>
        <p:nvSpPr>
          <p:cNvPr id="41989" name="Text Box 5">
            <a:extLst>
              <a:ext uri="{FF2B5EF4-FFF2-40B4-BE49-F238E27FC236}">
                <a16:creationId xmlns:a16="http://schemas.microsoft.com/office/drawing/2014/main" id="{CC88DA9A-FBB5-CAC4-4E60-C83FF6A6244D}"/>
              </a:ext>
            </a:extLst>
          </p:cNvPr>
          <p:cNvSpPr txBox="1">
            <a:spLocks noChangeArrowheads="1"/>
          </p:cNvSpPr>
          <p:nvPr/>
        </p:nvSpPr>
        <p:spPr bwMode="auto">
          <a:xfrm>
            <a:off x="552827" y="5502275"/>
            <a:ext cx="81097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dirty="0" err="1">
                <a:latin typeface="Times New Roman" panose="02020603050405020304" pitchFamily="18" charset="0"/>
              </a:rPr>
              <a:t>Tổng</a:t>
            </a:r>
            <a:r>
              <a:rPr lang="en-US" altLang="en-US" sz="2400" dirty="0">
                <a:latin typeface="Times New Roman" panose="02020603050405020304" pitchFamily="18" charset="0"/>
              </a:rPr>
              <a:t> CP </a:t>
            </a:r>
            <a:r>
              <a:rPr lang="en-US" altLang="en-US" sz="2400" dirty="0" err="1">
                <a:latin typeface="Times New Roman" panose="02020603050405020304" pitchFamily="18" charset="0"/>
              </a:rPr>
              <a:t>tồn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kho</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hàng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năm</a:t>
            </a:r>
            <a:r>
              <a:rPr lang="en-US" altLang="en-US" sz="2400" dirty="0">
                <a:latin typeface="Times New Roman" panose="02020603050405020304" pitchFamily="18" charset="0"/>
              </a:rPr>
              <a:t>: TC = (D/Q)*S + (Q/2)*H + P*D</a:t>
            </a:r>
          </a:p>
          <a:p>
            <a:pPr algn="l"/>
            <a:r>
              <a:rPr lang="en-US" altLang="en-US" sz="2400" dirty="0" err="1">
                <a:latin typeface="Times New Roman" panose="02020603050405020304" pitchFamily="18" charset="0"/>
              </a:rPr>
              <a:t>Lượng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đặt</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hàng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tối</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ưu</a:t>
            </a:r>
            <a:r>
              <a:rPr lang="en-US" altLang="en-US" sz="2400" dirty="0">
                <a:latin typeface="Times New Roman" panose="02020603050405020304" pitchFamily="18" charset="0"/>
              </a:rPr>
              <a:t>: </a:t>
            </a:r>
          </a:p>
        </p:txBody>
      </p:sp>
      <p:graphicFrame>
        <p:nvGraphicFramePr>
          <p:cNvPr id="41990" name="Object 61">
            <a:extLst>
              <a:ext uri="{FF2B5EF4-FFF2-40B4-BE49-F238E27FC236}">
                <a16:creationId xmlns:a16="http://schemas.microsoft.com/office/drawing/2014/main" id="{D03697FC-B860-D753-D3D7-07563EBB13A7}"/>
              </a:ext>
            </a:extLst>
          </p:cNvPr>
          <p:cNvGraphicFramePr>
            <a:graphicFrameLocks noChangeAspect="1"/>
          </p:cNvGraphicFramePr>
          <p:nvPr>
            <p:extLst>
              <p:ext uri="{D42A27DB-BD31-4B8C-83A1-F6EECF244321}">
                <p14:modId xmlns:p14="http://schemas.microsoft.com/office/powerpoint/2010/main" val="3322045785"/>
              </p:ext>
            </p:extLst>
          </p:nvPr>
        </p:nvGraphicFramePr>
        <p:xfrm>
          <a:off x="3686175" y="5814583"/>
          <a:ext cx="2514600" cy="984250"/>
        </p:xfrm>
        <a:graphic>
          <a:graphicData uri="http://schemas.openxmlformats.org/presentationml/2006/ole">
            <mc:AlternateContent xmlns:mc="http://schemas.openxmlformats.org/markup-compatibility/2006">
              <mc:Choice xmlns:v="urn:schemas-microsoft-com:vml" Requires="v">
                <p:oleObj name="Equation" r:id="rId3" imgW="939392" imgH="444307" progId="Equation.3">
                  <p:embed/>
                </p:oleObj>
              </mc:Choice>
              <mc:Fallback>
                <p:oleObj name="Equation" r:id="rId3" imgW="939392" imgH="444307" progId="Equation.3">
                  <p:embed/>
                  <p:pic>
                    <p:nvPicPr>
                      <p:cNvPr id="41990" name="Object 61">
                        <a:extLst>
                          <a:ext uri="{FF2B5EF4-FFF2-40B4-BE49-F238E27FC236}">
                            <a16:creationId xmlns:a16="http://schemas.microsoft.com/office/drawing/2014/main" id="{D03697FC-B860-D753-D3D7-07563EBB13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6175" y="5814583"/>
                        <a:ext cx="25146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1991" name="Picture 7">
            <a:extLst>
              <a:ext uri="{FF2B5EF4-FFF2-40B4-BE49-F238E27FC236}">
                <a16:creationId xmlns:a16="http://schemas.microsoft.com/office/drawing/2014/main" id="{34860FFD-05FD-44D7-04C2-7127908981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6900" y="1524000"/>
            <a:ext cx="47371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type="none" w="lg" len="lg"/>
                <a:tailEnd type="none" w="lg" len="lg"/>
              </a14:hiddenLine>
            </a:ext>
          </a:extLst>
        </p:spPr>
      </p:pic>
      <p:sp>
        <p:nvSpPr>
          <p:cNvPr id="41992" name="Text Box 9">
            <a:extLst>
              <a:ext uri="{FF2B5EF4-FFF2-40B4-BE49-F238E27FC236}">
                <a16:creationId xmlns:a16="http://schemas.microsoft.com/office/drawing/2014/main" id="{5EAD8D44-4FED-F305-5B22-2F013F339754}"/>
              </a:ext>
            </a:extLst>
          </p:cNvPr>
          <p:cNvSpPr txBox="1">
            <a:spLocks noChangeArrowheads="1"/>
          </p:cNvSpPr>
          <p:nvPr/>
        </p:nvSpPr>
        <p:spPr bwMode="auto">
          <a:xfrm>
            <a:off x="0" y="1752600"/>
            <a:ext cx="4778375" cy="380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r>
              <a:rPr lang="en-US" altLang="en-US" b="1" dirty="0">
                <a:solidFill>
                  <a:srgbClr val="0000CC"/>
                </a:solidFill>
                <a:latin typeface="Times New Roman" panose="02020603050405020304" pitchFamily="18" charset="0"/>
              </a:rPr>
              <a:t>P</a:t>
            </a:r>
            <a:r>
              <a:rPr lang="en-US" altLang="en-US" dirty="0">
                <a:latin typeface="Times New Roman" panose="02020603050405020304" pitchFamily="18" charset="0"/>
              </a:rPr>
              <a:t>: </a:t>
            </a:r>
            <a:r>
              <a:rPr lang="en-US" altLang="en-US" dirty="0" err="1">
                <a:latin typeface="Times New Roman" panose="02020603050405020304" pitchFamily="18" charset="0"/>
              </a:rPr>
              <a:t>Giá</a:t>
            </a:r>
            <a:r>
              <a:rPr lang="en-US" altLang="en-US" dirty="0">
                <a:latin typeface="Times New Roman" panose="02020603050405020304" pitchFamily="18" charset="0"/>
              </a:rPr>
              <a:t> </a:t>
            </a:r>
            <a:r>
              <a:rPr lang="en-US" altLang="en-US" dirty="0" err="1">
                <a:latin typeface="Times New Roman" panose="02020603050405020304" pitchFamily="18" charset="0"/>
              </a:rPr>
              <a:t>mua</a:t>
            </a:r>
            <a:r>
              <a:rPr lang="en-US" altLang="en-US" dirty="0">
                <a:latin typeface="Times New Roman" panose="02020603050405020304" pitchFamily="18" charset="0"/>
              </a:rPr>
              <a:t> </a:t>
            </a:r>
            <a:r>
              <a:rPr lang="en-US" altLang="en-US" dirty="0" err="1">
                <a:latin typeface="Times New Roman" panose="02020603050405020304" pitchFamily="18" charset="0"/>
              </a:rPr>
              <a:t>đơn</a:t>
            </a:r>
            <a:r>
              <a:rPr lang="en-US" altLang="en-US" dirty="0">
                <a:latin typeface="Times New Roman" panose="02020603050405020304" pitchFamily="18" charset="0"/>
              </a:rPr>
              <a:t> </a:t>
            </a:r>
            <a:r>
              <a:rPr lang="en-US" altLang="en-US" dirty="0" err="1">
                <a:latin typeface="Times New Roman" panose="02020603050405020304" pitchFamily="18" charset="0"/>
              </a:rPr>
              <a:t>vị</a:t>
            </a:r>
            <a:r>
              <a:rPr lang="en-US" altLang="en-US" dirty="0">
                <a:latin typeface="Times New Roman" panose="02020603050405020304" pitchFamily="18" charset="0"/>
              </a:rPr>
              <a:t> (</a:t>
            </a:r>
            <a:r>
              <a:rPr lang="en-US" altLang="en-US" dirty="0" err="1">
                <a:latin typeface="Times New Roman" panose="02020603050405020304" pitchFamily="18" charset="0"/>
              </a:rPr>
              <a:t>đồng</a:t>
            </a:r>
            <a:r>
              <a:rPr lang="en-US" altLang="en-US" dirty="0">
                <a:latin typeface="Times New Roman" panose="02020603050405020304" pitchFamily="18" charset="0"/>
              </a:rPr>
              <a:t>/</a:t>
            </a:r>
            <a:r>
              <a:rPr lang="en-US" altLang="en-US" dirty="0" err="1">
                <a:latin typeface="Times New Roman" panose="02020603050405020304" pitchFamily="18" charset="0"/>
              </a:rPr>
              <a:t>đơn</a:t>
            </a:r>
            <a:r>
              <a:rPr lang="en-US" altLang="en-US" dirty="0">
                <a:latin typeface="Times New Roman" panose="02020603050405020304" pitchFamily="18" charset="0"/>
              </a:rPr>
              <a:t> </a:t>
            </a:r>
            <a:r>
              <a:rPr lang="en-US" altLang="en-US" dirty="0" err="1">
                <a:latin typeface="Times New Roman" panose="02020603050405020304" pitchFamily="18" charset="0"/>
              </a:rPr>
              <a:t>vị</a:t>
            </a:r>
            <a:r>
              <a:rPr lang="en-US" altLang="en-US" dirty="0">
                <a:latin typeface="Times New Roman" panose="02020603050405020304" pitchFamily="18" charset="0"/>
              </a:rPr>
              <a:t>)</a:t>
            </a:r>
          </a:p>
          <a:p>
            <a:pPr algn="just"/>
            <a:r>
              <a:rPr lang="en-US" altLang="en-US" dirty="0">
                <a:latin typeface="Times New Roman" panose="02020603050405020304" pitchFamily="18" charset="0"/>
              </a:rPr>
              <a:t>	Price</a:t>
            </a:r>
          </a:p>
          <a:p>
            <a:pPr algn="just">
              <a:spcBef>
                <a:spcPct val="30000"/>
              </a:spcBef>
            </a:pPr>
            <a:r>
              <a:rPr lang="en-US" altLang="en-US" b="1" dirty="0">
                <a:solidFill>
                  <a:srgbClr val="0000CC"/>
                </a:solidFill>
                <a:latin typeface="Times New Roman" panose="02020603050405020304" pitchFamily="18" charset="0"/>
              </a:rPr>
              <a:t>D</a:t>
            </a:r>
            <a:r>
              <a:rPr lang="en-US" altLang="en-US" dirty="0">
                <a:latin typeface="Times New Roman" panose="02020603050405020304" pitchFamily="18" charset="0"/>
              </a:rPr>
              <a:t>: Nhu </a:t>
            </a:r>
            <a:r>
              <a:rPr lang="en-US" altLang="en-US" dirty="0" err="1">
                <a:latin typeface="Times New Roman" panose="02020603050405020304" pitchFamily="18" charset="0"/>
              </a:rPr>
              <a:t>cầu</a:t>
            </a:r>
            <a:r>
              <a:rPr lang="en-US" altLang="en-US" dirty="0">
                <a:latin typeface="Times New Roman" panose="02020603050405020304" pitchFamily="18" charset="0"/>
              </a:rPr>
              <a:t> </a:t>
            </a:r>
            <a:r>
              <a:rPr lang="en-US" altLang="en-US" dirty="0" err="1">
                <a:latin typeface="Times New Roman" panose="02020603050405020304" pitchFamily="18" charset="0"/>
              </a:rPr>
              <a:t>hàng</a:t>
            </a:r>
            <a:r>
              <a:rPr lang="en-US" altLang="en-US" dirty="0">
                <a:latin typeface="Times New Roman" panose="02020603050405020304" pitchFamily="18" charset="0"/>
              </a:rPr>
              <a:t> </a:t>
            </a:r>
            <a:r>
              <a:rPr lang="en-US" altLang="en-US" dirty="0" err="1">
                <a:latin typeface="Times New Roman" panose="02020603050405020304" pitchFamily="18" charset="0"/>
              </a:rPr>
              <a:t>năm</a:t>
            </a:r>
            <a:r>
              <a:rPr lang="en-US" altLang="en-US" dirty="0">
                <a:latin typeface="Times New Roman" panose="02020603050405020304" pitchFamily="18" charset="0"/>
              </a:rPr>
              <a:t> (</a:t>
            </a:r>
            <a:r>
              <a:rPr lang="en-US" altLang="en-US" dirty="0" err="1">
                <a:latin typeface="Times New Roman" panose="02020603050405020304" pitchFamily="18" charset="0"/>
              </a:rPr>
              <a:t>đơn</a:t>
            </a:r>
            <a:r>
              <a:rPr lang="en-US" altLang="en-US" dirty="0">
                <a:latin typeface="Times New Roman" panose="02020603050405020304" pitchFamily="18" charset="0"/>
              </a:rPr>
              <a:t> </a:t>
            </a:r>
            <a:r>
              <a:rPr lang="en-US" altLang="en-US" dirty="0" err="1">
                <a:latin typeface="Times New Roman" panose="02020603050405020304" pitchFamily="18" charset="0"/>
              </a:rPr>
              <a:t>vị</a:t>
            </a:r>
            <a:r>
              <a:rPr lang="en-US" altLang="en-US" dirty="0">
                <a:latin typeface="Times New Roman" panose="02020603050405020304" pitchFamily="18" charset="0"/>
              </a:rPr>
              <a:t>/</a:t>
            </a:r>
            <a:r>
              <a:rPr lang="en-US" altLang="en-US" dirty="0" err="1">
                <a:latin typeface="Times New Roman" panose="02020603050405020304" pitchFamily="18" charset="0"/>
              </a:rPr>
              <a:t>năm</a:t>
            </a:r>
            <a:r>
              <a:rPr lang="en-US" altLang="en-US" dirty="0">
                <a:latin typeface="Times New Roman" panose="02020603050405020304" pitchFamily="18" charset="0"/>
              </a:rPr>
              <a:t>)</a:t>
            </a:r>
          </a:p>
          <a:p>
            <a:pPr algn="just"/>
            <a:r>
              <a:rPr lang="en-US" altLang="en-US" dirty="0">
                <a:latin typeface="Times New Roman" panose="02020603050405020304" pitchFamily="18" charset="0"/>
              </a:rPr>
              <a:t>	Demand</a:t>
            </a:r>
          </a:p>
          <a:p>
            <a:pPr algn="just">
              <a:spcBef>
                <a:spcPct val="30000"/>
              </a:spcBef>
            </a:pPr>
            <a:r>
              <a:rPr lang="en-US" altLang="en-US" b="1" dirty="0">
                <a:solidFill>
                  <a:srgbClr val="0000CC"/>
                </a:solidFill>
                <a:latin typeface="Times New Roman" panose="02020603050405020304" pitchFamily="18" charset="0"/>
              </a:rPr>
              <a:t>H</a:t>
            </a:r>
            <a:r>
              <a:rPr lang="en-US" altLang="en-US" dirty="0">
                <a:latin typeface="Times New Roman" panose="02020603050405020304" pitchFamily="18" charset="0"/>
              </a:rPr>
              <a:t>: Chi </a:t>
            </a:r>
            <a:r>
              <a:rPr lang="en-US" altLang="en-US" dirty="0" err="1">
                <a:latin typeface="Times New Roman" panose="02020603050405020304" pitchFamily="18" charset="0"/>
              </a:rPr>
              <a:t>phí</a:t>
            </a:r>
            <a:r>
              <a:rPr lang="en-US" altLang="en-US" dirty="0">
                <a:latin typeface="Times New Roman" panose="02020603050405020304" pitchFamily="18" charset="0"/>
              </a:rPr>
              <a:t> </a:t>
            </a:r>
            <a:r>
              <a:rPr lang="en-US" altLang="en-US" dirty="0" err="1">
                <a:latin typeface="Times New Roman" panose="02020603050405020304" pitchFamily="18" charset="0"/>
              </a:rPr>
              <a:t>tồn</a:t>
            </a:r>
            <a:r>
              <a:rPr lang="en-US" altLang="en-US" dirty="0">
                <a:latin typeface="Times New Roman" panose="02020603050405020304" pitchFamily="18" charset="0"/>
              </a:rPr>
              <a:t> </a:t>
            </a:r>
            <a:r>
              <a:rPr lang="en-US" altLang="en-US" dirty="0" err="1">
                <a:latin typeface="Times New Roman" panose="02020603050405020304" pitchFamily="18" charset="0"/>
              </a:rPr>
              <a:t>trữ</a:t>
            </a:r>
            <a:r>
              <a:rPr lang="en-US" altLang="en-US" dirty="0">
                <a:latin typeface="Times New Roman" panose="02020603050405020304" pitchFamily="18" charset="0"/>
              </a:rPr>
              <a:t> </a:t>
            </a:r>
            <a:r>
              <a:rPr lang="en-US" altLang="en-US" dirty="0" err="1">
                <a:latin typeface="Times New Roman" panose="02020603050405020304" pitchFamily="18" charset="0"/>
              </a:rPr>
              <a:t>đơn</a:t>
            </a:r>
            <a:r>
              <a:rPr lang="en-US" altLang="en-US" dirty="0">
                <a:latin typeface="Times New Roman" panose="02020603050405020304" pitchFamily="18" charset="0"/>
              </a:rPr>
              <a:t> </a:t>
            </a:r>
            <a:r>
              <a:rPr lang="en-US" altLang="en-US" dirty="0" err="1">
                <a:latin typeface="Times New Roman" panose="02020603050405020304" pitchFamily="18" charset="0"/>
              </a:rPr>
              <a:t>vị</a:t>
            </a:r>
            <a:r>
              <a:rPr lang="en-US" altLang="en-US" dirty="0">
                <a:latin typeface="Times New Roman" panose="02020603050405020304" pitchFamily="18" charset="0"/>
              </a:rPr>
              <a:t> (</a:t>
            </a:r>
            <a:r>
              <a:rPr lang="en-US" altLang="en-US" dirty="0" err="1">
                <a:latin typeface="Times New Roman" panose="02020603050405020304" pitchFamily="18" charset="0"/>
              </a:rPr>
              <a:t>đồng</a:t>
            </a:r>
            <a:r>
              <a:rPr lang="en-US" altLang="en-US" dirty="0">
                <a:latin typeface="Times New Roman" panose="02020603050405020304" pitchFamily="18" charset="0"/>
              </a:rPr>
              <a:t>/</a:t>
            </a:r>
            <a:r>
              <a:rPr lang="en-US" altLang="en-US" dirty="0" err="1">
                <a:latin typeface="Times New Roman" panose="02020603050405020304" pitchFamily="18" charset="0"/>
              </a:rPr>
              <a:t>đơn</a:t>
            </a:r>
            <a:r>
              <a:rPr lang="en-US" altLang="en-US" dirty="0">
                <a:latin typeface="Times New Roman" panose="02020603050405020304" pitchFamily="18" charset="0"/>
              </a:rPr>
              <a:t> </a:t>
            </a:r>
            <a:r>
              <a:rPr lang="en-US" altLang="en-US" dirty="0" err="1">
                <a:latin typeface="Times New Roman" panose="02020603050405020304" pitchFamily="18" charset="0"/>
              </a:rPr>
              <a:t>vị</a:t>
            </a:r>
            <a:r>
              <a:rPr lang="en-US" altLang="en-US" dirty="0">
                <a:latin typeface="Times New Roman" panose="02020603050405020304" pitchFamily="18" charset="0"/>
              </a:rPr>
              <a:t>/</a:t>
            </a:r>
            <a:r>
              <a:rPr lang="en-US" altLang="en-US" dirty="0" err="1">
                <a:latin typeface="Times New Roman" panose="02020603050405020304" pitchFamily="18" charset="0"/>
              </a:rPr>
              <a:t>năm</a:t>
            </a:r>
            <a:r>
              <a:rPr lang="en-US" altLang="en-US" dirty="0">
                <a:latin typeface="Times New Roman" panose="02020603050405020304" pitchFamily="18" charset="0"/>
              </a:rPr>
              <a:t>)</a:t>
            </a:r>
          </a:p>
          <a:p>
            <a:pPr algn="just"/>
            <a:r>
              <a:rPr lang="en-US" altLang="en-US" dirty="0">
                <a:latin typeface="Times New Roman" panose="02020603050405020304" pitchFamily="18" charset="0"/>
              </a:rPr>
              <a:t>	Holding Cost</a:t>
            </a:r>
          </a:p>
          <a:p>
            <a:pPr algn="just">
              <a:spcBef>
                <a:spcPct val="30000"/>
              </a:spcBef>
            </a:pPr>
            <a:r>
              <a:rPr lang="en-US" altLang="en-US" b="1" dirty="0">
                <a:solidFill>
                  <a:srgbClr val="0000CC"/>
                </a:solidFill>
                <a:latin typeface="Times New Roman" panose="02020603050405020304" pitchFamily="18" charset="0"/>
              </a:rPr>
              <a:t>S</a:t>
            </a:r>
            <a:r>
              <a:rPr lang="en-US" altLang="en-US" dirty="0">
                <a:latin typeface="Times New Roman" panose="02020603050405020304" pitchFamily="18" charset="0"/>
              </a:rPr>
              <a:t>: Chi </a:t>
            </a:r>
            <a:r>
              <a:rPr lang="en-US" altLang="en-US" dirty="0" err="1">
                <a:latin typeface="Times New Roman" panose="02020603050405020304" pitchFamily="18" charset="0"/>
              </a:rPr>
              <a:t>phí</a:t>
            </a:r>
            <a:r>
              <a:rPr lang="en-US" altLang="en-US" dirty="0">
                <a:latin typeface="Times New Roman" panose="02020603050405020304" pitchFamily="18" charset="0"/>
              </a:rPr>
              <a:t> </a:t>
            </a:r>
            <a:r>
              <a:rPr lang="en-US" altLang="en-US" dirty="0" err="1">
                <a:latin typeface="Times New Roman" panose="02020603050405020304" pitchFamily="18" charset="0"/>
              </a:rPr>
              <a:t>đặt</a:t>
            </a:r>
            <a:r>
              <a:rPr lang="en-US" altLang="en-US" dirty="0">
                <a:latin typeface="Times New Roman" panose="02020603050405020304" pitchFamily="18" charset="0"/>
              </a:rPr>
              <a:t> </a:t>
            </a:r>
            <a:r>
              <a:rPr lang="en-US" altLang="en-US" dirty="0" err="1">
                <a:latin typeface="Times New Roman" panose="02020603050405020304" pitchFamily="18" charset="0"/>
              </a:rPr>
              <a:t>hàng</a:t>
            </a:r>
            <a:r>
              <a:rPr lang="en-US" altLang="en-US" dirty="0">
                <a:latin typeface="Times New Roman" panose="02020603050405020304" pitchFamily="18" charset="0"/>
              </a:rPr>
              <a:t> (</a:t>
            </a:r>
            <a:r>
              <a:rPr lang="en-US" altLang="en-US" dirty="0" err="1">
                <a:latin typeface="Times New Roman" panose="02020603050405020304" pitchFamily="18" charset="0"/>
              </a:rPr>
              <a:t>đồng</a:t>
            </a:r>
            <a:r>
              <a:rPr lang="en-US" altLang="en-US" dirty="0">
                <a:latin typeface="Times New Roman" panose="02020603050405020304" pitchFamily="18" charset="0"/>
              </a:rPr>
              <a:t>/</a:t>
            </a:r>
            <a:r>
              <a:rPr lang="en-US" altLang="en-US" dirty="0" err="1">
                <a:latin typeface="Times New Roman" panose="02020603050405020304" pitchFamily="18" charset="0"/>
              </a:rPr>
              <a:t>đơn</a:t>
            </a:r>
            <a:r>
              <a:rPr lang="en-US" altLang="en-US" dirty="0">
                <a:latin typeface="Times New Roman" panose="02020603050405020304" pitchFamily="18" charset="0"/>
              </a:rPr>
              <a:t> </a:t>
            </a:r>
            <a:r>
              <a:rPr lang="en-US" altLang="en-US" dirty="0" err="1">
                <a:latin typeface="Times New Roman" panose="02020603050405020304" pitchFamily="18" charset="0"/>
              </a:rPr>
              <a:t>hàng</a:t>
            </a:r>
            <a:r>
              <a:rPr lang="en-US" altLang="en-US" dirty="0">
                <a:latin typeface="Times New Roman" panose="02020603050405020304" pitchFamily="18" charset="0"/>
              </a:rPr>
              <a:t>)</a:t>
            </a:r>
          </a:p>
          <a:p>
            <a:pPr algn="just"/>
            <a:r>
              <a:rPr lang="en-US" altLang="en-US" dirty="0">
                <a:latin typeface="Times New Roman" panose="02020603050405020304" pitchFamily="18" charset="0"/>
              </a:rPr>
              <a:t>	Order Cost</a:t>
            </a:r>
          </a:p>
          <a:p>
            <a:pPr algn="just">
              <a:spcBef>
                <a:spcPct val="30000"/>
              </a:spcBef>
            </a:pPr>
            <a:r>
              <a:rPr lang="en-US" altLang="en-US" b="1" dirty="0">
                <a:solidFill>
                  <a:srgbClr val="0000CC"/>
                </a:solidFill>
                <a:latin typeface="Times New Roman" panose="02020603050405020304" pitchFamily="18" charset="0"/>
              </a:rPr>
              <a:t>Q</a:t>
            </a:r>
            <a:r>
              <a:rPr lang="en-US" altLang="en-US" dirty="0">
                <a:latin typeface="Times New Roman" panose="02020603050405020304" pitchFamily="18" charset="0"/>
              </a:rPr>
              <a:t>: </a:t>
            </a:r>
            <a:r>
              <a:rPr lang="en-US" altLang="en-US" dirty="0" err="1">
                <a:latin typeface="Times New Roman" panose="02020603050405020304" pitchFamily="18" charset="0"/>
              </a:rPr>
              <a:t>Số</a:t>
            </a:r>
            <a:r>
              <a:rPr lang="en-US" altLang="en-US" dirty="0">
                <a:latin typeface="Times New Roman" panose="02020603050405020304" pitchFamily="18" charset="0"/>
              </a:rPr>
              <a:t> </a:t>
            </a:r>
            <a:r>
              <a:rPr lang="en-US" altLang="en-US" dirty="0" err="1">
                <a:latin typeface="Times New Roman" panose="02020603050405020304" pitchFamily="18" charset="0"/>
              </a:rPr>
              <a:t>lượng</a:t>
            </a:r>
            <a:r>
              <a:rPr lang="en-US" altLang="en-US" dirty="0">
                <a:latin typeface="Times New Roman" panose="02020603050405020304" pitchFamily="18" charset="0"/>
              </a:rPr>
              <a:t> </a:t>
            </a:r>
            <a:r>
              <a:rPr lang="en-US" altLang="en-US" dirty="0" err="1">
                <a:latin typeface="Times New Roman" panose="02020603050405020304" pitchFamily="18" charset="0"/>
              </a:rPr>
              <a:t>đặt</a:t>
            </a:r>
            <a:r>
              <a:rPr lang="en-US" altLang="en-US" dirty="0">
                <a:latin typeface="Times New Roman" panose="02020603050405020304" pitchFamily="18" charset="0"/>
              </a:rPr>
              <a:t> </a:t>
            </a:r>
            <a:r>
              <a:rPr lang="en-US" altLang="en-US" dirty="0" err="1">
                <a:latin typeface="Times New Roman" panose="02020603050405020304" pitchFamily="18" charset="0"/>
              </a:rPr>
              <a:t>hàng</a:t>
            </a:r>
            <a:r>
              <a:rPr lang="en-US" altLang="en-US" dirty="0">
                <a:latin typeface="Times New Roman" panose="02020603050405020304" pitchFamily="18" charset="0"/>
              </a:rPr>
              <a:t> (</a:t>
            </a:r>
            <a:r>
              <a:rPr lang="en-US" altLang="en-US" dirty="0" err="1">
                <a:latin typeface="Times New Roman" panose="02020603050405020304" pitchFamily="18" charset="0"/>
              </a:rPr>
              <a:t>đơn</a:t>
            </a:r>
            <a:r>
              <a:rPr lang="en-US" altLang="en-US" dirty="0">
                <a:latin typeface="Times New Roman" panose="02020603050405020304" pitchFamily="18" charset="0"/>
              </a:rPr>
              <a:t> </a:t>
            </a:r>
            <a:r>
              <a:rPr lang="en-US" altLang="en-US" dirty="0" err="1">
                <a:latin typeface="Times New Roman" panose="02020603050405020304" pitchFamily="18" charset="0"/>
              </a:rPr>
              <a:t>vị</a:t>
            </a:r>
            <a:r>
              <a:rPr lang="en-US" altLang="en-US" dirty="0">
                <a:latin typeface="Times New Roman" panose="02020603050405020304" pitchFamily="18" charset="0"/>
              </a:rPr>
              <a:t>/</a:t>
            </a:r>
            <a:r>
              <a:rPr lang="en-US" altLang="en-US" dirty="0" err="1">
                <a:latin typeface="Times New Roman" panose="02020603050405020304" pitchFamily="18" charset="0"/>
              </a:rPr>
              <a:t>đơn</a:t>
            </a:r>
            <a:r>
              <a:rPr lang="en-US" altLang="en-US" dirty="0">
                <a:latin typeface="Times New Roman" panose="02020603050405020304" pitchFamily="18" charset="0"/>
              </a:rPr>
              <a:t> </a:t>
            </a:r>
            <a:r>
              <a:rPr lang="en-US" altLang="en-US" dirty="0" err="1">
                <a:latin typeface="Times New Roman" panose="02020603050405020304" pitchFamily="18" charset="0"/>
              </a:rPr>
              <a:t>hàng</a:t>
            </a:r>
            <a:r>
              <a:rPr lang="en-US" altLang="en-US" dirty="0">
                <a:latin typeface="Times New Roman" panose="02020603050405020304" pitchFamily="18" charset="0"/>
              </a:rPr>
              <a:t>)</a:t>
            </a:r>
          </a:p>
          <a:p>
            <a:pPr algn="just"/>
            <a:r>
              <a:rPr lang="en-US" altLang="en-US" dirty="0">
                <a:latin typeface="Times New Roman" panose="02020603050405020304" pitchFamily="18" charset="0"/>
              </a:rPr>
              <a:t>	Quantity</a:t>
            </a:r>
          </a:p>
          <a:p>
            <a:pPr algn="just">
              <a:spcBef>
                <a:spcPct val="30000"/>
              </a:spcBef>
            </a:pPr>
            <a:r>
              <a:rPr lang="en-US" altLang="en-US" b="1" dirty="0">
                <a:solidFill>
                  <a:srgbClr val="0000CC"/>
                </a:solidFill>
                <a:latin typeface="Times New Roman" panose="02020603050405020304" pitchFamily="18" charset="0"/>
              </a:rPr>
              <a:t>TC</a:t>
            </a:r>
            <a:r>
              <a:rPr lang="en-US" altLang="en-US" dirty="0">
                <a:latin typeface="Times New Roman" panose="02020603050405020304" pitchFamily="18" charset="0"/>
              </a:rPr>
              <a:t>: </a:t>
            </a:r>
            <a:r>
              <a:rPr lang="en-US" altLang="en-US" dirty="0" err="1">
                <a:latin typeface="Times New Roman" panose="02020603050405020304" pitchFamily="18" charset="0"/>
              </a:rPr>
              <a:t>Tổng</a:t>
            </a:r>
            <a:r>
              <a:rPr lang="en-US" altLang="en-US" dirty="0">
                <a:latin typeface="Times New Roman" panose="02020603050405020304" pitchFamily="18" charset="0"/>
              </a:rPr>
              <a:t> chi </a:t>
            </a:r>
            <a:r>
              <a:rPr lang="en-US" altLang="en-US" dirty="0" err="1">
                <a:latin typeface="Times New Roman" panose="02020603050405020304" pitchFamily="18" charset="0"/>
              </a:rPr>
              <a:t>phí</a:t>
            </a:r>
            <a:r>
              <a:rPr lang="en-US" altLang="en-US" dirty="0">
                <a:latin typeface="Times New Roman" panose="02020603050405020304" pitchFamily="18" charset="0"/>
              </a:rPr>
              <a:t> (</a:t>
            </a:r>
            <a:r>
              <a:rPr lang="en-US" altLang="en-US" dirty="0" err="1">
                <a:latin typeface="Times New Roman" panose="02020603050405020304" pitchFamily="18" charset="0"/>
              </a:rPr>
              <a:t>đồng</a:t>
            </a:r>
            <a:r>
              <a:rPr lang="en-US" altLang="en-US" dirty="0">
                <a:latin typeface="Times New Roman" panose="02020603050405020304" pitchFamily="18" charset="0"/>
              </a:rPr>
              <a:t>/</a:t>
            </a:r>
            <a:r>
              <a:rPr lang="en-US" altLang="en-US" dirty="0" err="1">
                <a:latin typeface="Times New Roman" panose="02020603050405020304" pitchFamily="18" charset="0"/>
              </a:rPr>
              <a:t>năm</a:t>
            </a:r>
            <a:r>
              <a:rPr lang="en-US" altLang="en-US" dirty="0">
                <a:latin typeface="Times New Roman" panose="02020603050405020304" pitchFamily="18" charset="0"/>
              </a:rPr>
              <a:t>)</a:t>
            </a:r>
          </a:p>
          <a:p>
            <a:pPr algn="just"/>
            <a:r>
              <a:rPr lang="en-US" altLang="en-US" dirty="0">
                <a:latin typeface="Times New Roman" panose="02020603050405020304" pitchFamily="18" charset="0"/>
              </a:rPr>
              <a:t>	Total Cost</a:t>
            </a:r>
          </a:p>
        </p:txBody>
      </p:sp>
      <p:sp>
        <p:nvSpPr>
          <p:cNvPr id="41993" name="Text Box 10">
            <a:extLst>
              <a:ext uri="{FF2B5EF4-FFF2-40B4-BE49-F238E27FC236}">
                <a16:creationId xmlns:a16="http://schemas.microsoft.com/office/drawing/2014/main" id="{688719A4-E615-8AC1-A32A-E23FCD93053B}"/>
              </a:ext>
            </a:extLst>
          </p:cNvPr>
          <p:cNvSpPr txBox="1">
            <a:spLocks noChangeArrowheads="1"/>
          </p:cNvSpPr>
          <p:nvPr/>
        </p:nvSpPr>
        <p:spPr bwMode="auto">
          <a:xfrm>
            <a:off x="6353175" y="6096000"/>
            <a:ext cx="2257425" cy="42545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dirty="0">
                <a:latin typeface="Times New Roman" panose="02020603050405020304" pitchFamily="18" charset="0"/>
              </a:rPr>
              <a:t>(Q/2)*H = (D/Q)*S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1631EE54-7A96-DC5F-B41F-459D45656D5C}"/>
              </a:ext>
            </a:extLst>
          </p:cNvPr>
          <p:cNvSpPr txBox="1">
            <a:spLocks noGrp="1"/>
          </p:cNvSpPr>
          <p:nvPr/>
        </p:nvSpPr>
        <p:spPr bwMode="auto">
          <a:xfrm>
            <a:off x="6858000" y="64008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46982491-A416-460B-B6B2-8F0E5F2BF411}" type="slidenum">
              <a:rPr lang="en-US" altLang="en-US" sz="1400"/>
              <a:pPr algn="ctr" eaLnBrk="1" hangingPunct="1"/>
              <a:t>15</a:t>
            </a:fld>
            <a:endParaRPr lang="en-US" altLang="en-US" sz="1400"/>
          </a:p>
        </p:txBody>
      </p:sp>
      <p:pic>
        <p:nvPicPr>
          <p:cNvPr id="43011" name="Picture 12">
            <a:extLst>
              <a:ext uri="{FF2B5EF4-FFF2-40B4-BE49-F238E27FC236}">
                <a16:creationId xmlns:a16="http://schemas.microsoft.com/office/drawing/2014/main" id="{5F861881-8439-43BE-39F4-597C700CB5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1039813"/>
            <a:ext cx="6276975" cy="581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Rectangle 10">
            <a:extLst>
              <a:ext uri="{FF2B5EF4-FFF2-40B4-BE49-F238E27FC236}">
                <a16:creationId xmlns:a16="http://schemas.microsoft.com/office/drawing/2014/main" id="{53018D8D-904B-BFA6-FFFF-9D175ED77DC5}"/>
              </a:ext>
            </a:extLst>
          </p:cNvPr>
          <p:cNvSpPr>
            <a:spLocks noChangeArrowheads="1"/>
          </p:cNvSpPr>
          <p:nvPr/>
        </p:nvSpPr>
        <p:spPr bwMode="auto">
          <a:xfrm>
            <a:off x="5486400" y="465138"/>
            <a:ext cx="3581400" cy="5028556"/>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lnSpc>
                <a:spcPct val="110000"/>
              </a:lnSpc>
              <a:spcBef>
                <a:spcPct val="60000"/>
              </a:spcBef>
            </a:pPr>
            <a:r>
              <a:rPr lang="en-US" altLang="en-US" b="1" i="1" u="sng" dirty="0" err="1">
                <a:latin typeface="Times New Roman" panose="02020603050405020304" pitchFamily="18" charset="0"/>
              </a:rPr>
              <a:t>Ví</a:t>
            </a:r>
            <a:r>
              <a:rPr lang="en-US" altLang="en-US" b="1" i="1" u="sng" dirty="0">
                <a:latin typeface="Times New Roman" panose="02020603050405020304" pitchFamily="18" charset="0"/>
              </a:rPr>
              <a:t> </a:t>
            </a:r>
            <a:r>
              <a:rPr lang="en-US" altLang="en-US" b="1" i="1" u="sng" dirty="0" err="1">
                <a:latin typeface="Times New Roman" panose="02020603050405020304" pitchFamily="18" charset="0"/>
              </a:rPr>
              <a:t>dụ</a:t>
            </a:r>
            <a:r>
              <a:rPr lang="en-US" altLang="en-US" b="1" i="1" u="sng" dirty="0">
                <a:latin typeface="Times New Roman" panose="02020603050405020304" pitchFamily="18" charset="0"/>
              </a:rPr>
              <a:t> 1:</a:t>
            </a:r>
          </a:p>
          <a:p>
            <a:pPr algn="just">
              <a:lnSpc>
                <a:spcPct val="110000"/>
              </a:lnSpc>
              <a:spcBef>
                <a:spcPct val="60000"/>
              </a:spcBef>
            </a:pPr>
            <a:r>
              <a:rPr lang="en-US" altLang="en-US" dirty="0">
                <a:latin typeface="Times New Roman" panose="02020603050405020304" pitchFamily="18" charset="0"/>
              </a:rPr>
              <a:t>Công ty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nhu</a:t>
            </a:r>
            <a:r>
              <a:rPr lang="en-US" altLang="en-US" dirty="0">
                <a:latin typeface="Times New Roman" panose="02020603050405020304" pitchFamily="18" charset="0"/>
              </a:rPr>
              <a:t> </a:t>
            </a:r>
            <a:r>
              <a:rPr lang="en-US" altLang="en-US" dirty="0" err="1">
                <a:latin typeface="Times New Roman" panose="02020603050405020304" pitchFamily="18" charset="0"/>
              </a:rPr>
              <a:t>cầu</a:t>
            </a:r>
            <a:r>
              <a:rPr lang="en-US" altLang="en-US" dirty="0">
                <a:latin typeface="Times New Roman" panose="02020603050405020304" pitchFamily="18" charset="0"/>
              </a:rPr>
              <a:t> </a:t>
            </a:r>
            <a:r>
              <a:rPr lang="en-US" altLang="en-US" dirty="0" err="1">
                <a:latin typeface="Times New Roman" panose="02020603050405020304" pitchFamily="18" charset="0"/>
              </a:rPr>
              <a:t>sử</a:t>
            </a:r>
            <a:r>
              <a:rPr lang="en-US" altLang="en-US" dirty="0">
                <a:latin typeface="Times New Roman" panose="02020603050405020304" pitchFamily="18" charset="0"/>
              </a:rPr>
              <a:t> </a:t>
            </a:r>
            <a:r>
              <a:rPr lang="en-US" altLang="en-US" dirty="0" err="1">
                <a:latin typeface="Times New Roman" panose="02020603050405020304" pitchFamily="18" charset="0"/>
              </a:rPr>
              <a:t>dụng</a:t>
            </a:r>
            <a:r>
              <a:rPr lang="en-US" altLang="en-US" dirty="0">
                <a:latin typeface="Times New Roman" panose="02020603050405020304" pitchFamily="18" charset="0"/>
              </a:rPr>
              <a:t> 80.000 </a:t>
            </a:r>
            <a:r>
              <a:rPr lang="en-US" altLang="en-US" dirty="0" err="1">
                <a:latin typeface="Times New Roman" panose="02020603050405020304" pitchFamily="18" charset="0"/>
              </a:rPr>
              <a:t>kiện</a:t>
            </a:r>
            <a:r>
              <a:rPr lang="en-US" altLang="en-US" dirty="0">
                <a:latin typeface="Times New Roman" panose="02020603050405020304" pitchFamily="18" charset="0"/>
              </a:rPr>
              <a:t> </a:t>
            </a:r>
            <a:r>
              <a:rPr lang="en-US" altLang="en-US" dirty="0" err="1">
                <a:latin typeface="Times New Roman" panose="02020603050405020304" pitchFamily="18" charset="0"/>
              </a:rPr>
              <a:t>hàng</a:t>
            </a:r>
            <a:r>
              <a:rPr lang="en-US" altLang="en-US" dirty="0">
                <a:latin typeface="Times New Roman" panose="02020603050405020304" pitchFamily="18" charset="0"/>
              </a:rPr>
              <a:t> </a:t>
            </a:r>
            <a:r>
              <a:rPr lang="en-US" altLang="en-US" dirty="0" err="1">
                <a:latin typeface="Times New Roman" panose="02020603050405020304" pitchFamily="18" charset="0"/>
              </a:rPr>
              <a:t>mỗi</a:t>
            </a:r>
            <a:r>
              <a:rPr lang="en-US" altLang="en-US" dirty="0">
                <a:latin typeface="Times New Roman" panose="02020603050405020304" pitchFamily="18" charset="0"/>
              </a:rPr>
              <a:t> </a:t>
            </a:r>
            <a:r>
              <a:rPr lang="en-US" altLang="en-US" dirty="0" err="1">
                <a:latin typeface="Times New Roman" panose="02020603050405020304" pitchFamily="18" charset="0"/>
              </a:rPr>
              <a:t>năm</a:t>
            </a:r>
            <a:r>
              <a:rPr lang="en-US" altLang="en-US" dirty="0">
                <a:latin typeface="Times New Roman" panose="02020603050405020304" pitchFamily="18" charset="0"/>
              </a:rPr>
              <a:t>, </a:t>
            </a:r>
            <a:r>
              <a:rPr lang="en-US" altLang="en-US" dirty="0" err="1">
                <a:latin typeface="Times New Roman" panose="02020603050405020304" pitchFamily="18" charset="0"/>
              </a:rPr>
              <a:t>với</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chi </a:t>
            </a:r>
            <a:r>
              <a:rPr lang="en-US" altLang="en-US" dirty="0" err="1">
                <a:latin typeface="Times New Roman" panose="02020603050405020304" pitchFamily="18" charset="0"/>
              </a:rPr>
              <a:t>phí</a:t>
            </a:r>
            <a:r>
              <a:rPr lang="en-US" altLang="en-US" dirty="0">
                <a:latin typeface="Times New Roman" panose="02020603050405020304" pitchFamily="18" charset="0"/>
              </a:rPr>
              <a:t> </a:t>
            </a:r>
            <a:r>
              <a:rPr lang="en-US" altLang="en-US" dirty="0" err="1">
                <a:latin typeface="Times New Roman" panose="02020603050405020304" pitchFamily="18" charset="0"/>
              </a:rPr>
              <a:t>sau</a:t>
            </a:r>
            <a:r>
              <a:rPr lang="en-US" altLang="en-US" dirty="0">
                <a:latin typeface="Times New Roman" panose="02020603050405020304" pitchFamily="18" charset="0"/>
              </a:rPr>
              <a:t> </a:t>
            </a:r>
            <a:r>
              <a:rPr lang="en-US" altLang="en-US" dirty="0" err="1">
                <a:latin typeface="Times New Roman" panose="02020603050405020304" pitchFamily="18" charset="0"/>
              </a:rPr>
              <a:t>đây</a:t>
            </a:r>
            <a:r>
              <a:rPr lang="en-US" altLang="en-US" dirty="0">
                <a:latin typeface="Times New Roman" panose="02020603050405020304" pitchFamily="18" charset="0"/>
              </a:rPr>
              <a:t>:</a:t>
            </a:r>
          </a:p>
          <a:p>
            <a:pPr algn="just">
              <a:lnSpc>
                <a:spcPct val="110000"/>
              </a:lnSpc>
              <a:spcBef>
                <a:spcPct val="60000"/>
              </a:spcBef>
            </a:pPr>
            <a:r>
              <a:rPr lang="en-US" altLang="en-US" dirty="0">
                <a:latin typeface="Times New Roman" panose="02020603050405020304" pitchFamily="18" charset="0"/>
              </a:rPr>
              <a:t>(</a:t>
            </a:r>
            <a:r>
              <a:rPr lang="en-US" altLang="en-US" dirty="0" err="1">
                <a:latin typeface="Times New Roman" panose="02020603050405020304" pitchFamily="18" charset="0"/>
              </a:rPr>
              <a:t>giá</a:t>
            </a:r>
            <a:r>
              <a:rPr lang="en-US" altLang="en-US" dirty="0">
                <a:latin typeface="Times New Roman" panose="02020603050405020304" pitchFamily="18" charset="0"/>
              </a:rPr>
              <a:t> </a:t>
            </a:r>
            <a:r>
              <a:rPr lang="en-US" altLang="en-US" dirty="0" err="1">
                <a:latin typeface="Times New Roman" panose="02020603050405020304" pitchFamily="18" charset="0"/>
              </a:rPr>
              <a:t>đơn</a:t>
            </a:r>
            <a:r>
              <a:rPr lang="en-US" altLang="en-US" dirty="0">
                <a:latin typeface="Times New Roman" panose="02020603050405020304" pitchFamily="18" charset="0"/>
              </a:rPr>
              <a:t> </a:t>
            </a:r>
            <a:r>
              <a:rPr lang="en-US" altLang="en-US" dirty="0" err="1">
                <a:latin typeface="Times New Roman" panose="02020603050405020304" pitchFamily="18" charset="0"/>
              </a:rPr>
              <a:t>vị</a:t>
            </a:r>
            <a:r>
              <a:rPr lang="en-US" altLang="en-US" dirty="0">
                <a:latin typeface="Times New Roman" panose="02020603050405020304" pitchFamily="18" charset="0"/>
              </a:rPr>
              <a:t>) p = $0.40/</a:t>
            </a:r>
            <a:r>
              <a:rPr lang="en-US" altLang="en-US" dirty="0" err="1">
                <a:latin typeface="Times New Roman" panose="02020603050405020304" pitchFamily="18" charset="0"/>
              </a:rPr>
              <a:t>kiện</a:t>
            </a:r>
            <a:r>
              <a:rPr lang="en-US" altLang="en-US" dirty="0">
                <a:latin typeface="Times New Roman" panose="02020603050405020304" pitchFamily="18" charset="0"/>
              </a:rPr>
              <a:t> </a:t>
            </a:r>
            <a:r>
              <a:rPr lang="en-US" altLang="en-US" dirty="0" err="1">
                <a:latin typeface="Times New Roman" panose="02020603050405020304" pitchFamily="18" charset="0"/>
              </a:rPr>
              <a:t>hàng</a:t>
            </a:r>
            <a:endParaRPr lang="en-US" altLang="en-US" dirty="0">
              <a:latin typeface="Times New Roman" panose="02020603050405020304" pitchFamily="18" charset="0"/>
            </a:endParaRPr>
          </a:p>
          <a:p>
            <a:pPr algn="just">
              <a:lnSpc>
                <a:spcPct val="110000"/>
              </a:lnSpc>
              <a:spcBef>
                <a:spcPct val="60000"/>
              </a:spcBef>
            </a:pPr>
            <a:r>
              <a:rPr lang="en-US" altLang="en-US" dirty="0">
                <a:latin typeface="Times New Roman" panose="02020603050405020304" pitchFamily="18" charset="0"/>
              </a:rPr>
              <a:t>(</a:t>
            </a:r>
            <a:r>
              <a:rPr lang="en-US" altLang="en-US" dirty="0" err="1">
                <a:latin typeface="Times New Roman" panose="02020603050405020304" pitchFamily="18" charset="0"/>
              </a:rPr>
              <a:t>phí</a:t>
            </a:r>
            <a:r>
              <a:rPr lang="en-US" altLang="en-US" dirty="0">
                <a:latin typeface="Times New Roman" panose="02020603050405020304" pitchFamily="18" charset="0"/>
              </a:rPr>
              <a:t> </a:t>
            </a:r>
            <a:r>
              <a:rPr lang="en-US" altLang="en-US" dirty="0" err="1">
                <a:latin typeface="Times New Roman" panose="02020603050405020304" pitchFamily="18" charset="0"/>
              </a:rPr>
              <a:t>tồn</a:t>
            </a:r>
            <a:r>
              <a:rPr lang="en-US" altLang="en-US" dirty="0">
                <a:latin typeface="Times New Roman" panose="02020603050405020304" pitchFamily="18" charset="0"/>
              </a:rPr>
              <a:t> </a:t>
            </a:r>
            <a:r>
              <a:rPr lang="en-US" altLang="en-US" dirty="0" err="1">
                <a:latin typeface="Times New Roman" panose="02020603050405020304" pitchFamily="18" charset="0"/>
              </a:rPr>
              <a:t>kho</a:t>
            </a:r>
            <a:r>
              <a:rPr lang="en-US" altLang="en-US" dirty="0">
                <a:latin typeface="Times New Roman" panose="02020603050405020304" pitchFamily="18" charset="0"/>
              </a:rPr>
              <a:t> </a:t>
            </a:r>
            <a:r>
              <a:rPr lang="en-US" altLang="en-US" dirty="0" err="1">
                <a:latin typeface="Times New Roman" panose="02020603050405020304" pitchFamily="18" charset="0"/>
              </a:rPr>
              <a:t>đv</a:t>
            </a:r>
            <a:r>
              <a:rPr lang="en-US" altLang="en-US" dirty="0">
                <a:latin typeface="Times New Roman" panose="02020603050405020304" pitchFamily="18" charset="0"/>
              </a:rPr>
              <a:t>) H = $0.10/</a:t>
            </a:r>
            <a:r>
              <a:rPr lang="en-US" altLang="en-US" dirty="0" err="1">
                <a:latin typeface="Times New Roman" panose="02020603050405020304" pitchFamily="18" charset="0"/>
              </a:rPr>
              <a:t>kiện</a:t>
            </a:r>
            <a:r>
              <a:rPr lang="en-US" altLang="en-US" dirty="0">
                <a:latin typeface="Times New Roman" panose="02020603050405020304" pitchFamily="18" charset="0"/>
              </a:rPr>
              <a:t> </a:t>
            </a:r>
            <a:r>
              <a:rPr lang="en-US" altLang="en-US" dirty="0" err="1">
                <a:latin typeface="Times New Roman" panose="02020603050405020304" pitchFamily="18" charset="0"/>
              </a:rPr>
              <a:t>hàng</a:t>
            </a:r>
            <a:r>
              <a:rPr lang="en-US" altLang="en-US" dirty="0">
                <a:latin typeface="Times New Roman" panose="02020603050405020304" pitchFamily="18" charset="0"/>
              </a:rPr>
              <a:t>/</a:t>
            </a:r>
            <a:r>
              <a:rPr lang="en-US" altLang="en-US" dirty="0" err="1">
                <a:latin typeface="Times New Roman" panose="02020603050405020304" pitchFamily="18" charset="0"/>
              </a:rPr>
              <a:t>năm</a:t>
            </a:r>
            <a:endParaRPr lang="en-US" altLang="en-US" dirty="0">
              <a:latin typeface="Times New Roman" panose="02020603050405020304" pitchFamily="18" charset="0"/>
            </a:endParaRPr>
          </a:p>
          <a:p>
            <a:pPr algn="just">
              <a:lnSpc>
                <a:spcPct val="110000"/>
              </a:lnSpc>
              <a:spcBef>
                <a:spcPct val="60000"/>
              </a:spcBef>
            </a:pPr>
            <a:r>
              <a:rPr lang="en-US" altLang="en-US" dirty="0">
                <a:latin typeface="Times New Roman" panose="02020603050405020304" pitchFamily="18" charset="0"/>
              </a:rPr>
              <a:t>(</a:t>
            </a:r>
            <a:r>
              <a:rPr lang="en-US" altLang="en-US" dirty="0" err="1">
                <a:latin typeface="Times New Roman" panose="02020603050405020304" pitchFamily="18" charset="0"/>
              </a:rPr>
              <a:t>phí</a:t>
            </a:r>
            <a:r>
              <a:rPr lang="en-US" altLang="en-US" dirty="0">
                <a:latin typeface="Times New Roman" panose="02020603050405020304" pitchFamily="18" charset="0"/>
              </a:rPr>
              <a:t> </a:t>
            </a:r>
            <a:r>
              <a:rPr lang="en-US" altLang="en-US" dirty="0" err="1">
                <a:latin typeface="Times New Roman" panose="02020603050405020304" pitchFamily="18" charset="0"/>
              </a:rPr>
              <a:t>đặt</a:t>
            </a:r>
            <a:r>
              <a:rPr lang="en-US" altLang="en-US" dirty="0">
                <a:latin typeface="Times New Roman" panose="02020603050405020304" pitchFamily="18" charset="0"/>
              </a:rPr>
              <a:t> </a:t>
            </a:r>
            <a:r>
              <a:rPr lang="en-US" altLang="en-US" dirty="0" err="1">
                <a:latin typeface="Times New Roman" panose="02020603050405020304" pitchFamily="18" charset="0"/>
              </a:rPr>
              <a:t>hàng</a:t>
            </a:r>
            <a:r>
              <a:rPr lang="en-US" altLang="en-US" dirty="0">
                <a:latin typeface="Times New Roman" panose="02020603050405020304" pitchFamily="18" charset="0"/>
              </a:rPr>
              <a:t>) S = $80/</a:t>
            </a:r>
            <a:r>
              <a:rPr lang="en-US" altLang="en-US" dirty="0" err="1">
                <a:latin typeface="Times New Roman" panose="02020603050405020304" pitchFamily="18" charset="0"/>
              </a:rPr>
              <a:t>lần</a:t>
            </a:r>
            <a:r>
              <a:rPr lang="en-US" altLang="en-US" dirty="0">
                <a:latin typeface="Times New Roman" panose="02020603050405020304" pitchFamily="18" charset="0"/>
              </a:rPr>
              <a:t> </a:t>
            </a:r>
            <a:r>
              <a:rPr lang="en-US" altLang="en-US" dirty="0" err="1">
                <a:latin typeface="Times New Roman" panose="02020603050405020304" pitchFamily="18" charset="0"/>
              </a:rPr>
              <a:t>đặt</a:t>
            </a:r>
            <a:endParaRPr lang="en-US" altLang="en-US" dirty="0">
              <a:latin typeface="Times New Roman" panose="02020603050405020304" pitchFamily="18" charset="0"/>
            </a:endParaRPr>
          </a:p>
          <a:p>
            <a:pPr algn="just">
              <a:lnSpc>
                <a:spcPct val="110000"/>
              </a:lnSpc>
              <a:spcBef>
                <a:spcPct val="60000"/>
              </a:spcBef>
            </a:pPr>
            <a:r>
              <a:rPr lang="en-US" altLang="en-US" dirty="0" err="1">
                <a:latin typeface="Times New Roman" panose="02020603050405020304" pitchFamily="18" charset="0"/>
              </a:rPr>
              <a:t>Biết</a:t>
            </a:r>
            <a:r>
              <a:rPr lang="en-US" altLang="en-US" dirty="0">
                <a:latin typeface="Times New Roman" panose="02020603050405020304" pitchFamily="18" charset="0"/>
              </a:rPr>
              <a:t> Công ty </a:t>
            </a:r>
            <a:r>
              <a:rPr lang="en-US" altLang="en-US" dirty="0" err="1">
                <a:latin typeface="Times New Roman" panose="02020603050405020304" pitchFamily="18" charset="0"/>
              </a:rPr>
              <a:t>làm</a:t>
            </a:r>
            <a:r>
              <a:rPr lang="en-US" altLang="en-US" dirty="0">
                <a:latin typeface="Times New Roman" panose="02020603050405020304" pitchFamily="18" charset="0"/>
              </a:rPr>
              <a:t> </a:t>
            </a:r>
            <a:r>
              <a:rPr lang="en-US" altLang="en-US" dirty="0" err="1">
                <a:latin typeface="Times New Roman" panose="02020603050405020304" pitchFamily="18" charset="0"/>
              </a:rPr>
              <a:t>việc</a:t>
            </a:r>
            <a:r>
              <a:rPr lang="en-US" altLang="en-US" dirty="0">
                <a:latin typeface="Times New Roman" panose="02020603050405020304" pitchFamily="18" charset="0"/>
              </a:rPr>
              <a:t> 220 </a:t>
            </a:r>
            <a:r>
              <a:rPr lang="en-US" altLang="en-US" dirty="0" err="1">
                <a:latin typeface="Times New Roman" panose="02020603050405020304" pitchFamily="18" charset="0"/>
              </a:rPr>
              <a:t>ngày</a:t>
            </a:r>
            <a:r>
              <a:rPr lang="en-US" altLang="en-US" dirty="0">
                <a:latin typeface="Times New Roman" panose="02020603050405020304" pitchFamily="18" charset="0"/>
              </a:rPr>
              <a:t> 1 </a:t>
            </a:r>
            <a:r>
              <a:rPr lang="en-US" altLang="en-US" dirty="0" err="1">
                <a:latin typeface="Times New Roman" panose="02020603050405020304" pitchFamily="18" charset="0"/>
              </a:rPr>
              <a:t>năm</a:t>
            </a:r>
            <a:r>
              <a:rPr lang="en-US" altLang="en-US" dirty="0">
                <a:latin typeface="Times New Roman" panose="02020603050405020304" pitchFamily="18" charset="0"/>
              </a:rPr>
              <a:t>.</a:t>
            </a:r>
          </a:p>
          <a:p>
            <a:pPr algn="just">
              <a:lnSpc>
                <a:spcPct val="110000"/>
              </a:lnSpc>
              <a:spcBef>
                <a:spcPct val="60000"/>
              </a:spcBef>
            </a:pPr>
            <a:r>
              <a:rPr lang="en-US" altLang="en-US" dirty="0" err="1">
                <a:latin typeface="Times New Roman" panose="02020603050405020304" pitchFamily="18" charset="0"/>
              </a:rPr>
              <a:t>Tìm</a:t>
            </a:r>
            <a:r>
              <a:rPr lang="en-US" altLang="en-US" dirty="0">
                <a:latin typeface="Times New Roman" panose="02020603050405020304" pitchFamily="18" charset="0"/>
              </a:rPr>
              <a:t> </a:t>
            </a:r>
            <a:r>
              <a:rPr lang="en-US" altLang="en-US" dirty="0" err="1">
                <a:latin typeface="Times New Roman" panose="02020603050405020304" pitchFamily="18" charset="0"/>
              </a:rPr>
              <a:t>số</a:t>
            </a:r>
            <a:r>
              <a:rPr lang="en-US" altLang="en-US" dirty="0">
                <a:latin typeface="Times New Roman" panose="02020603050405020304" pitchFamily="18" charset="0"/>
              </a:rPr>
              <a:t> </a:t>
            </a:r>
            <a:r>
              <a:rPr lang="en-US" altLang="en-US" dirty="0" err="1">
                <a:latin typeface="Times New Roman" panose="02020603050405020304" pitchFamily="18" charset="0"/>
              </a:rPr>
              <a:t>lượng</a:t>
            </a:r>
            <a:r>
              <a:rPr lang="en-US" altLang="en-US" dirty="0">
                <a:latin typeface="Times New Roman" panose="02020603050405020304" pitchFamily="18" charset="0"/>
              </a:rPr>
              <a:t> </a:t>
            </a:r>
            <a:r>
              <a:rPr lang="en-US" altLang="en-US" dirty="0" err="1">
                <a:latin typeface="Times New Roman" panose="02020603050405020304" pitchFamily="18" charset="0"/>
              </a:rPr>
              <a:t>đặt</a:t>
            </a:r>
            <a:r>
              <a:rPr lang="en-US" altLang="en-US" dirty="0">
                <a:latin typeface="Times New Roman" panose="02020603050405020304" pitchFamily="18" charset="0"/>
              </a:rPr>
              <a:t> </a:t>
            </a:r>
            <a:r>
              <a:rPr lang="en-US" altLang="en-US" dirty="0" err="1">
                <a:latin typeface="Times New Roman" panose="02020603050405020304" pitchFamily="18" charset="0"/>
              </a:rPr>
              <a:t>hàng</a:t>
            </a:r>
            <a:r>
              <a:rPr lang="en-US" altLang="en-US" dirty="0">
                <a:latin typeface="Times New Roman" panose="02020603050405020304" pitchFamily="18" charset="0"/>
              </a:rPr>
              <a:t> </a:t>
            </a:r>
            <a:r>
              <a:rPr lang="en-US" altLang="en-US" dirty="0" err="1">
                <a:latin typeface="Times New Roman" panose="02020603050405020304" pitchFamily="18" charset="0"/>
              </a:rPr>
              <a:t>tối</a:t>
            </a:r>
            <a:r>
              <a:rPr lang="en-US" altLang="en-US" dirty="0">
                <a:latin typeface="Times New Roman" panose="02020603050405020304" pitchFamily="18" charset="0"/>
              </a:rPr>
              <a:t> </a:t>
            </a:r>
            <a:r>
              <a:rPr lang="en-US" altLang="en-US" dirty="0" err="1">
                <a:latin typeface="Times New Roman" panose="02020603050405020304" pitchFamily="18" charset="0"/>
              </a:rPr>
              <a:t>ưu</a:t>
            </a:r>
            <a:r>
              <a:rPr lang="en-US" altLang="en-US" dirty="0">
                <a:latin typeface="Times New Roman" panose="02020603050405020304" pitchFamily="18" charset="0"/>
              </a:rPr>
              <a:t> </a:t>
            </a:r>
            <a:r>
              <a:rPr lang="en-US" altLang="en-US" dirty="0" err="1">
                <a:latin typeface="Times New Roman" panose="02020603050405020304" pitchFamily="18" charset="0"/>
              </a:rPr>
              <a:t>với</a:t>
            </a:r>
            <a:r>
              <a:rPr lang="en-US" altLang="en-US" dirty="0">
                <a:latin typeface="Times New Roman" panose="02020603050405020304" pitchFamily="18" charset="0"/>
              </a:rPr>
              <a:t> </a:t>
            </a:r>
            <a:r>
              <a:rPr lang="en-US" altLang="en-US" dirty="0" err="1">
                <a:latin typeface="Times New Roman" panose="02020603050405020304" pitchFamily="18" charset="0"/>
              </a:rPr>
              <a:t>tổng</a:t>
            </a:r>
            <a:r>
              <a:rPr lang="en-US" altLang="en-US" dirty="0">
                <a:latin typeface="Times New Roman" panose="02020603050405020304" pitchFamily="18" charset="0"/>
              </a:rPr>
              <a:t> </a:t>
            </a:r>
            <a:r>
              <a:rPr lang="en-US" altLang="en-US" dirty="0" err="1">
                <a:latin typeface="Times New Roman" panose="02020603050405020304" pitchFamily="18" charset="0"/>
              </a:rPr>
              <a:t>phí</a:t>
            </a:r>
            <a:r>
              <a:rPr lang="en-US" altLang="en-US" dirty="0">
                <a:latin typeface="Times New Roman" panose="02020603050405020304" pitchFamily="18" charset="0"/>
              </a:rPr>
              <a:t> </a:t>
            </a:r>
            <a:r>
              <a:rPr lang="en-US" altLang="en-US" dirty="0" err="1">
                <a:latin typeface="Times New Roman" panose="02020603050405020304" pitchFamily="18" charset="0"/>
              </a:rPr>
              <a:t>tối</a:t>
            </a:r>
            <a:r>
              <a:rPr lang="en-US" altLang="en-US" dirty="0">
                <a:latin typeface="Times New Roman" panose="02020603050405020304" pitchFamily="18" charset="0"/>
              </a:rPr>
              <a:t> </a:t>
            </a:r>
            <a:r>
              <a:rPr lang="en-US" altLang="en-US" dirty="0" err="1">
                <a:latin typeface="Times New Roman" panose="02020603050405020304" pitchFamily="18" charset="0"/>
              </a:rPr>
              <a:t>thiểu</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thời</a:t>
            </a:r>
            <a:r>
              <a:rPr lang="en-US" altLang="en-US" dirty="0">
                <a:latin typeface="Times New Roman" panose="02020603050405020304" pitchFamily="18" charset="0"/>
              </a:rPr>
              <a:t> </a:t>
            </a:r>
            <a:r>
              <a:rPr lang="en-US" altLang="en-US" dirty="0" err="1">
                <a:latin typeface="Times New Roman" panose="02020603050405020304" pitchFamily="18" charset="0"/>
              </a:rPr>
              <a:t>gian</a:t>
            </a:r>
            <a:r>
              <a:rPr lang="en-US" altLang="en-US" dirty="0">
                <a:latin typeface="Times New Roman" panose="02020603050405020304" pitchFamily="18" charset="0"/>
              </a:rPr>
              <a:t> </a:t>
            </a:r>
            <a:r>
              <a:rPr lang="en-US" altLang="en-US" dirty="0" err="1">
                <a:latin typeface="Times New Roman" panose="02020603050405020304" pitchFamily="18" charset="0"/>
              </a:rPr>
              <a:t>giữa</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lần</a:t>
            </a:r>
            <a:r>
              <a:rPr lang="en-US" altLang="en-US" dirty="0">
                <a:latin typeface="Times New Roman" panose="02020603050405020304" pitchFamily="18" charset="0"/>
              </a:rPr>
              <a:t> </a:t>
            </a:r>
            <a:r>
              <a:rPr lang="en-US" altLang="en-US" dirty="0" err="1">
                <a:latin typeface="Times New Roman" panose="02020603050405020304" pitchFamily="18" charset="0"/>
              </a:rPr>
              <a:t>giao</a:t>
            </a:r>
            <a:r>
              <a:rPr lang="en-US" altLang="en-US" dirty="0">
                <a:latin typeface="Times New Roman" panose="02020603050405020304" pitchFamily="18" charset="0"/>
              </a:rPr>
              <a:t> </a:t>
            </a:r>
            <a:r>
              <a:rPr lang="en-US" altLang="en-US" dirty="0" err="1">
                <a:latin typeface="Times New Roman" panose="02020603050405020304" pitchFamily="18" charset="0"/>
              </a:rPr>
              <a:t>hàng</a:t>
            </a:r>
            <a:r>
              <a:rPr lang="en-US" altLang="en-US" dirty="0">
                <a:latin typeface="Times New Roman" panose="02020603050405020304" pitchFamily="18"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6">
            <a:extLst>
              <a:ext uri="{FF2B5EF4-FFF2-40B4-BE49-F238E27FC236}">
                <a16:creationId xmlns:a16="http://schemas.microsoft.com/office/drawing/2014/main" id="{851C6911-C969-F427-8FDD-9067FAC8221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08CF883-8755-4FD7-8167-3B35FA9EA95E}" type="slidenum">
              <a:rPr lang="en-US" altLang="en-US"/>
              <a:pPr/>
              <a:t>16</a:t>
            </a:fld>
            <a:endParaRPr lang="en-US" altLang="en-US"/>
          </a:p>
        </p:txBody>
      </p:sp>
      <p:sp>
        <p:nvSpPr>
          <p:cNvPr id="44035" name="Title 1">
            <a:extLst>
              <a:ext uri="{FF2B5EF4-FFF2-40B4-BE49-F238E27FC236}">
                <a16:creationId xmlns:a16="http://schemas.microsoft.com/office/drawing/2014/main" id="{65C94325-02CC-90A4-03C0-CBDD64226D3C}"/>
              </a:ext>
            </a:extLst>
          </p:cNvPr>
          <p:cNvSpPr>
            <a:spLocks noGrp="1"/>
          </p:cNvSpPr>
          <p:nvPr>
            <p:ph type="title" idx="4294967295"/>
          </p:nvPr>
        </p:nvSpPr>
        <p:spPr>
          <a:xfrm>
            <a:off x="762000" y="609600"/>
            <a:ext cx="8229600" cy="619125"/>
          </a:xfrm>
        </p:spPr>
        <p:txBody>
          <a:bodyPr/>
          <a:lstStyle/>
          <a:p>
            <a:r>
              <a:rPr lang="en-US" altLang="en-US" sz="3200" b="1" dirty="0" err="1"/>
              <a:t>Điểm</a:t>
            </a:r>
            <a:r>
              <a:rPr lang="en-US" altLang="en-US" sz="3200" b="1" dirty="0"/>
              <a:t> </a:t>
            </a:r>
            <a:r>
              <a:rPr lang="en-US" altLang="en-US" sz="3200" b="1" dirty="0" err="1"/>
              <a:t>tái</a:t>
            </a:r>
            <a:r>
              <a:rPr lang="en-US" altLang="en-US" sz="3200" b="1" dirty="0"/>
              <a:t> </a:t>
            </a:r>
            <a:r>
              <a:rPr lang="en-US" altLang="en-US" sz="3200" b="1" dirty="0" err="1"/>
              <a:t>đặt</a:t>
            </a:r>
            <a:r>
              <a:rPr lang="en-US" altLang="en-US" sz="3200" b="1" dirty="0"/>
              <a:t> </a:t>
            </a:r>
            <a:r>
              <a:rPr lang="en-US" altLang="en-US" sz="3200" b="1" dirty="0" err="1"/>
              <a:t>hàng</a:t>
            </a:r>
            <a:endParaRPr lang="en-US" altLang="en-US" b="0" i="1" dirty="0"/>
          </a:p>
        </p:txBody>
      </p:sp>
      <p:sp>
        <p:nvSpPr>
          <p:cNvPr id="44036" name="Content Placeholder 2">
            <a:extLst>
              <a:ext uri="{FF2B5EF4-FFF2-40B4-BE49-F238E27FC236}">
                <a16:creationId xmlns:a16="http://schemas.microsoft.com/office/drawing/2014/main" id="{B0968382-A088-79D8-5B1E-D2D918B7640C}"/>
              </a:ext>
            </a:extLst>
          </p:cNvPr>
          <p:cNvSpPr>
            <a:spLocks noGrp="1"/>
          </p:cNvSpPr>
          <p:nvPr>
            <p:ph idx="4294967295"/>
          </p:nvPr>
        </p:nvSpPr>
        <p:spPr>
          <a:xfrm>
            <a:off x="762000" y="1905000"/>
            <a:ext cx="7696200" cy="4648200"/>
          </a:xfrm>
        </p:spPr>
        <p:txBody>
          <a:bodyPr/>
          <a:lstStyle/>
          <a:p>
            <a:pPr marL="346075" lvl="1" indent="-346075" eaLnBrk="1" hangingPunct="1">
              <a:spcBef>
                <a:spcPts val="1800"/>
              </a:spcBef>
              <a:spcAft>
                <a:spcPts val="600"/>
              </a:spcAft>
              <a:buClr>
                <a:schemeClr val="tx2"/>
              </a:buClr>
              <a:buFontTx/>
              <a:buNone/>
            </a:pPr>
            <a:r>
              <a:rPr lang="en-US" altLang="en-US" sz="2800" b="1" dirty="0" err="1"/>
              <a:t>Điểm</a:t>
            </a:r>
            <a:r>
              <a:rPr lang="en-US" altLang="en-US" sz="2800" b="1" dirty="0"/>
              <a:t> </a:t>
            </a:r>
            <a:r>
              <a:rPr lang="en-US" altLang="en-US" sz="2800" b="1" dirty="0" err="1"/>
              <a:t>tái</a:t>
            </a:r>
            <a:r>
              <a:rPr lang="en-US" altLang="en-US" sz="2800" b="1" dirty="0"/>
              <a:t> </a:t>
            </a:r>
            <a:r>
              <a:rPr lang="en-US" altLang="en-US" sz="2800" b="1" dirty="0" err="1"/>
              <a:t>đặt</a:t>
            </a:r>
            <a:r>
              <a:rPr lang="en-US" altLang="en-US" sz="2800" b="1" dirty="0"/>
              <a:t> </a:t>
            </a:r>
            <a:r>
              <a:rPr lang="en-US" altLang="en-US" sz="2800" b="1" dirty="0" err="1"/>
              <a:t>hàng</a:t>
            </a:r>
            <a:endParaRPr lang="en-US" altLang="en-US" sz="2800" b="1" dirty="0"/>
          </a:p>
          <a:p>
            <a:pPr eaLnBrk="1" hangingPunct="1"/>
            <a:endParaRPr lang="en-US" altLang="en-US" dirty="0"/>
          </a:p>
          <a:p>
            <a:pPr eaLnBrk="1" hangingPunct="1"/>
            <a:endParaRPr lang="en-US" altLang="en-US" sz="2400" dirty="0"/>
          </a:p>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r>
              <a:rPr lang="en-US" altLang="en-US" dirty="0" err="1"/>
              <a:t>Điểm</a:t>
            </a:r>
            <a:r>
              <a:rPr lang="en-US" altLang="en-US" dirty="0"/>
              <a:t> </a:t>
            </a:r>
            <a:r>
              <a:rPr lang="en-US" altLang="en-US" dirty="0" err="1"/>
              <a:t>tái</a:t>
            </a:r>
            <a:r>
              <a:rPr lang="en-US" altLang="en-US" dirty="0"/>
              <a:t> </a:t>
            </a:r>
            <a:r>
              <a:rPr lang="en-US" altLang="en-US" dirty="0" err="1"/>
              <a:t>đặt</a:t>
            </a:r>
            <a:r>
              <a:rPr lang="en-US" altLang="en-US" dirty="0"/>
              <a:t> </a:t>
            </a:r>
            <a:r>
              <a:rPr lang="en-US" altLang="en-US" dirty="0" err="1"/>
              <a:t>hàng</a:t>
            </a:r>
            <a:r>
              <a:rPr lang="en-US" altLang="en-US" dirty="0"/>
              <a:t>: R = L*d</a:t>
            </a:r>
          </a:p>
        </p:txBody>
      </p:sp>
      <p:sp>
        <p:nvSpPr>
          <p:cNvPr id="44037" name="Slide Number Placeholder 3">
            <a:extLst>
              <a:ext uri="{FF2B5EF4-FFF2-40B4-BE49-F238E27FC236}">
                <a16:creationId xmlns:a16="http://schemas.microsoft.com/office/drawing/2014/main" id="{B4655E4B-2D5D-496C-8D9D-2320006A7EEB}"/>
              </a:ext>
            </a:extLst>
          </p:cNvPr>
          <p:cNvSpPr txBox="1">
            <a:spLocks noGrp="1"/>
          </p:cNvSpPr>
          <p:nvPr/>
        </p:nvSpPr>
        <p:spPr bwMode="auto">
          <a:xfrm>
            <a:off x="6858000" y="64008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4621AAAF-0E28-413A-B392-D7002F0AAF3D}" type="slidenum">
              <a:rPr lang="en-US" altLang="en-US" sz="1400"/>
              <a:pPr algn="ctr" eaLnBrk="1" hangingPunct="1"/>
              <a:t>16</a:t>
            </a:fld>
            <a:endParaRPr lang="en-US" altLang="en-US" sz="1400"/>
          </a:p>
        </p:txBody>
      </p:sp>
      <p:pic>
        <p:nvPicPr>
          <p:cNvPr id="44038" name="Picture 6">
            <a:extLst>
              <a:ext uri="{FF2B5EF4-FFF2-40B4-BE49-F238E27FC236}">
                <a16:creationId xmlns:a16="http://schemas.microsoft.com/office/drawing/2014/main" id="{7584C18D-19DD-1C70-380C-E63692247D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2362200"/>
            <a:ext cx="53340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9" name="Text Box 7">
            <a:extLst>
              <a:ext uri="{FF2B5EF4-FFF2-40B4-BE49-F238E27FC236}">
                <a16:creationId xmlns:a16="http://schemas.microsoft.com/office/drawing/2014/main" id="{6B1189A3-40CD-D422-F63E-7C878A8510B3}"/>
              </a:ext>
            </a:extLst>
          </p:cNvPr>
          <p:cNvSpPr txBox="1">
            <a:spLocks noChangeArrowheads="1"/>
          </p:cNvSpPr>
          <p:nvPr/>
        </p:nvSpPr>
        <p:spPr bwMode="auto">
          <a:xfrm>
            <a:off x="685800" y="2703513"/>
            <a:ext cx="3200400" cy="292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lnSpc>
                <a:spcPct val="110000"/>
              </a:lnSpc>
              <a:spcBef>
                <a:spcPct val="40000"/>
              </a:spcBef>
            </a:pPr>
            <a:r>
              <a:rPr lang="en-US" altLang="en-US" sz="2000" b="1" dirty="0">
                <a:solidFill>
                  <a:srgbClr val="0000CC"/>
                </a:solidFill>
                <a:latin typeface="Times New Roman" panose="02020603050405020304" pitchFamily="18" charset="0"/>
              </a:rPr>
              <a:t>T</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Thời</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điểm</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hàng</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tồn</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kho</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vừa</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hết</a:t>
            </a:r>
            <a:endParaRPr lang="en-US" altLang="en-US" sz="2000" dirty="0">
              <a:latin typeface="Times New Roman" panose="02020603050405020304" pitchFamily="18" charset="0"/>
            </a:endParaRPr>
          </a:p>
          <a:p>
            <a:pPr algn="just">
              <a:lnSpc>
                <a:spcPct val="110000"/>
              </a:lnSpc>
              <a:spcBef>
                <a:spcPct val="40000"/>
              </a:spcBef>
            </a:pPr>
            <a:r>
              <a:rPr lang="en-US" altLang="en-US" sz="2000" b="1" dirty="0">
                <a:solidFill>
                  <a:srgbClr val="0000CC"/>
                </a:solidFill>
                <a:latin typeface="Times New Roman" panose="02020603050405020304" pitchFamily="18" charset="0"/>
              </a:rPr>
              <a:t>d</a:t>
            </a:r>
            <a:r>
              <a:rPr lang="en-US" altLang="en-US" sz="2000" dirty="0">
                <a:latin typeface="Times New Roman" panose="02020603050405020304" pitchFamily="18" charset="0"/>
              </a:rPr>
              <a:t>: Nhu </a:t>
            </a:r>
            <a:r>
              <a:rPr lang="en-US" altLang="en-US" sz="2000" dirty="0" err="1">
                <a:latin typeface="Times New Roman" panose="02020603050405020304" pitchFamily="18" charset="0"/>
              </a:rPr>
              <a:t>cầu</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ahàng</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ngày</a:t>
            </a:r>
            <a:endParaRPr lang="en-US" altLang="en-US" sz="2000" dirty="0">
              <a:latin typeface="Times New Roman" panose="02020603050405020304" pitchFamily="18" charset="0"/>
            </a:endParaRPr>
          </a:p>
          <a:p>
            <a:pPr algn="just">
              <a:lnSpc>
                <a:spcPct val="110000"/>
              </a:lnSpc>
              <a:spcBef>
                <a:spcPct val="40000"/>
              </a:spcBef>
            </a:pPr>
            <a:r>
              <a:rPr lang="en-US" altLang="en-US" sz="2000" b="1" dirty="0">
                <a:solidFill>
                  <a:srgbClr val="0000CC"/>
                </a:solidFill>
                <a:latin typeface="Times New Roman" panose="02020603050405020304" pitchFamily="18" charset="0"/>
              </a:rPr>
              <a:t>L</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Khoảng</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thời</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gian</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từ</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lúc</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đặt</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hàng</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đến</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lúc</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nhận</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hàng</a:t>
            </a:r>
            <a:r>
              <a:rPr lang="en-US" altLang="en-US" sz="2000" dirty="0">
                <a:latin typeface="Times New Roman" panose="02020603050405020304" pitchFamily="18" charset="0"/>
              </a:rPr>
              <a:t>   </a:t>
            </a:r>
          </a:p>
          <a:p>
            <a:pPr algn="just">
              <a:lnSpc>
                <a:spcPct val="110000"/>
              </a:lnSpc>
              <a:spcBef>
                <a:spcPct val="40000"/>
              </a:spcBef>
            </a:pPr>
            <a:r>
              <a:rPr lang="en-US" altLang="en-US" sz="2000" dirty="0">
                <a:latin typeface="Times New Roman" panose="02020603050405020304" pitchFamily="18" charset="0"/>
              </a:rPr>
              <a:t>     = </a:t>
            </a:r>
            <a:r>
              <a:rPr lang="en-US" altLang="en-US" sz="2000" dirty="0" err="1">
                <a:latin typeface="Times New Roman" panose="02020603050405020304" pitchFamily="18" charset="0"/>
              </a:rPr>
              <a:t>Khoảng</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thời</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gian</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trễ</a:t>
            </a:r>
            <a:endParaRPr lang="en-US" altLang="en-US" sz="2000" dirty="0">
              <a:latin typeface="Times New Roman" panose="02020603050405020304" pitchFamily="18" charset="0"/>
            </a:endParaRPr>
          </a:p>
          <a:p>
            <a:pPr algn="just">
              <a:lnSpc>
                <a:spcPct val="110000"/>
              </a:lnSpc>
              <a:spcBef>
                <a:spcPct val="40000"/>
              </a:spcBef>
            </a:pPr>
            <a:r>
              <a:rPr lang="en-US" altLang="en-US" sz="2000" b="1" dirty="0">
                <a:solidFill>
                  <a:srgbClr val="0000CC"/>
                </a:solidFill>
                <a:latin typeface="Times New Roman" panose="02020603050405020304" pitchFamily="18" charset="0"/>
              </a:rPr>
              <a:t>R</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Điểm</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tái</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đặt</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hàng</a:t>
            </a:r>
            <a:endParaRPr lang="en-US" altLang="en-US" sz="2000" dirty="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6">
            <a:extLst>
              <a:ext uri="{FF2B5EF4-FFF2-40B4-BE49-F238E27FC236}">
                <a16:creationId xmlns:a16="http://schemas.microsoft.com/office/drawing/2014/main" id="{2900C16D-C24D-A1A2-E73F-D3A30FBE796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F0E305B-34F6-43AA-89EC-1C885F1B692C}" type="slidenum">
              <a:rPr lang="en-US" altLang="en-US"/>
              <a:pPr/>
              <a:t>17</a:t>
            </a:fld>
            <a:endParaRPr lang="en-US" altLang="en-US"/>
          </a:p>
        </p:txBody>
      </p:sp>
      <p:sp>
        <p:nvSpPr>
          <p:cNvPr id="45059" name="Title 1">
            <a:extLst>
              <a:ext uri="{FF2B5EF4-FFF2-40B4-BE49-F238E27FC236}">
                <a16:creationId xmlns:a16="http://schemas.microsoft.com/office/drawing/2014/main" id="{A1D14718-8FA8-D17A-EBA6-C7E7A29C5642}"/>
              </a:ext>
            </a:extLst>
          </p:cNvPr>
          <p:cNvSpPr>
            <a:spLocks noGrp="1"/>
          </p:cNvSpPr>
          <p:nvPr>
            <p:ph type="title" idx="4294967295"/>
          </p:nvPr>
        </p:nvSpPr>
        <p:spPr>
          <a:xfrm>
            <a:off x="990600" y="533399"/>
            <a:ext cx="7543800" cy="704847"/>
          </a:xfrm>
        </p:spPr>
        <p:txBody>
          <a:bodyPr/>
          <a:lstStyle/>
          <a:p>
            <a:pPr eaLnBrk="1" hangingPunct="1"/>
            <a:br>
              <a:rPr lang="en-US" altLang="en-US" b="0" i="1"/>
            </a:br>
            <a:r>
              <a:rPr lang="en-US" altLang="en-US" sz="2800" b="1">
                <a:solidFill>
                  <a:schemeClr val="tx1"/>
                </a:solidFill>
              </a:rPr>
              <a:t>Điểm tái đặt hàng</a:t>
            </a:r>
            <a:r>
              <a:rPr lang="en-US" altLang="en-US" sz="2800" b="1" i="1">
                <a:solidFill>
                  <a:schemeClr val="tx1"/>
                </a:solidFill>
              </a:rPr>
              <a:t> (tt)</a:t>
            </a:r>
            <a:endParaRPr lang="en-US" altLang="en-US" sz="2800" b="1">
              <a:solidFill>
                <a:schemeClr val="tx1"/>
              </a:solidFill>
            </a:endParaRPr>
          </a:p>
        </p:txBody>
      </p:sp>
      <p:sp>
        <p:nvSpPr>
          <p:cNvPr id="45060" name="Slide Number Placeholder 3">
            <a:extLst>
              <a:ext uri="{FF2B5EF4-FFF2-40B4-BE49-F238E27FC236}">
                <a16:creationId xmlns:a16="http://schemas.microsoft.com/office/drawing/2014/main" id="{9D4A0254-0040-3B98-3A4D-4EDD4E0974C2}"/>
              </a:ext>
            </a:extLst>
          </p:cNvPr>
          <p:cNvSpPr txBox="1">
            <a:spLocks noGrp="1"/>
          </p:cNvSpPr>
          <p:nvPr/>
        </p:nvSpPr>
        <p:spPr bwMode="auto">
          <a:xfrm>
            <a:off x="6858000" y="64008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C08AC6DE-2344-4B85-AF8E-0A1D7F123131}" type="slidenum">
              <a:rPr lang="en-US" altLang="en-US" sz="1400"/>
              <a:pPr algn="ctr" eaLnBrk="1" hangingPunct="1"/>
              <a:t>17</a:t>
            </a:fld>
            <a:endParaRPr lang="en-US" altLang="en-US" sz="1400"/>
          </a:p>
        </p:txBody>
      </p:sp>
      <p:sp>
        <p:nvSpPr>
          <p:cNvPr id="45061" name="Rectangle 7">
            <a:extLst>
              <a:ext uri="{FF2B5EF4-FFF2-40B4-BE49-F238E27FC236}">
                <a16:creationId xmlns:a16="http://schemas.microsoft.com/office/drawing/2014/main" id="{BB33BD46-A0E9-4B25-8EF5-6765ADB8DEAB}"/>
              </a:ext>
            </a:extLst>
          </p:cNvPr>
          <p:cNvSpPr>
            <a:spLocks noChangeArrowheads="1"/>
          </p:cNvSpPr>
          <p:nvPr/>
        </p:nvSpPr>
        <p:spPr bwMode="auto">
          <a:xfrm>
            <a:off x="593725" y="1795648"/>
            <a:ext cx="8337550" cy="4616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20000"/>
              </a:spcBef>
            </a:pPr>
            <a:r>
              <a:rPr lang="en-US" altLang="en-US" sz="2000" b="1" i="1" u="sng" dirty="0" err="1">
                <a:latin typeface="Times New Roman" panose="02020603050405020304" pitchFamily="18" charset="0"/>
              </a:rPr>
              <a:t>Ví</a:t>
            </a:r>
            <a:r>
              <a:rPr lang="en-US" altLang="en-US" sz="2000" b="1" i="1" u="sng" dirty="0">
                <a:latin typeface="Times New Roman" panose="02020603050405020304" pitchFamily="18" charset="0"/>
              </a:rPr>
              <a:t> </a:t>
            </a:r>
            <a:r>
              <a:rPr lang="en-US" altLang="en-US" sz="2000" b="1" i="1" u="sng" dirty="0" err="1">
                <a:latin typeface="Times New Roman" panose="02020603050405020304" pitchFamily="18" charset="0"/>
              </a:rPr>
              <a:t>dụ</a:t>
            </a:r>
            <a:r>
              <a:rPr lang="en-US" altLang="en-US" sz="2000" b="1" i="1" u="sng" dirty="0">
                <a:latin typeface="Times New Roman" panose="02020603050405020304" pitchFamily="18" charset="0"/>
              </a:rPr>
              <a:t> 2:</a:t>
            </a:r>
          </a:p>
          <a:p>
            <a:pPr>
              <a:spcBef>
                <a:spcPct val="20000"/>
              </a:spcBef>
            </a:pPr>
            <a:r>
              <a:rPr lang="en-US" altLang="en-US" sz="2000" dirty="0">
                <a:latin typeface="Times New Roman" panose="02020603050405020304" pitchFamily="18" charset="0"/>
              </a:rPr>
              <a:t>Nhu </a:t>
            </a:r>
            <a:r>
              <a:rPr lang="en-US" altLang="en-US" sz="2000" dirty="0" err="1">
                <a:latin typeface="Times New Roman" panose="02020603050405020304" pitchFamily="18" charset="0"/>
              </a:rPr>
              <a:t>cầu</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dùng</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tôn</a:t>
            </a:r>
            <a:r>
              <a:rPr lang="en-US" altLang="en-US" sz="2000" dirty="0">
                <a:latin typeface="Times New Roman" panose="02020603050405020304" pitchFamily="18" charset="0"/>
              </a:rPr>
              <a:t>: D = 4.800 </a:t>
            </a:r>
            <a:r>
              <a:rPr lang="en-US" altLang="en-US" sz="2000" dirty="0" err="1">
                <a:latin typeface="Times New Roman" panose="02020603050405020304" pitchFamily="18" charset="0"/>
              </a:rPr>
              <a:t>tấm</a:t>
            </a:r>
            <a:r>
              <a:rPr lang="en-US" altLang="en-US" sz="2000" dirty="0">
                <a:latin typeface="Times New Roman" panose="02020603050405020304" pitchFamily="18" charset="0"/>
              </a:rPr>
              <a:t>/</a:t>
            </a:r>
            <a:r>
              <a:rPr lang="en-US" altLang="en-US" sz="2000" dirty="0" err="1">
                <a:latin typeface="Times New Roman" panose="02020603050405020304" pitchFamily="18" charset="0"/>
              </a:rPr>
              <a:t>năm</a:t>
            </a:r>
            <a:r>
              <a:rPr lang="en-US" altLang="en-US" sz="2000" dirty="0">
                <a:latin typeface="Times New Roman" panose="02020603050405020304" pitchFamily="18" charset="0"/>
              </a:rPr>
              <a:t> (300 </a:t>
            </a:r>
            <a:r>
              <a:rPr lang="en-US" altLang="en-US" sz="2000" dirty="0" err="1">
                <a:latin typeface="Times New Roman" panose="02020603050405020304" pitchFamily="18" charset="0"/>
              </a:rPr>
              <a:t>ngày</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làm</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việc</a:t>
            </a:r>
            <a:r>
              <a:rPr lang="en-US" altLang="en-US" sz="2000" dirty="0">
                <a:latin typeface="Times New Roman" panose="02020603050405020304" pitchFamily="18" charset="0"/>
              </a:rPr>
              <a:t>).</a:t>
            </a:r>
          </a:p>
          <a:p>
            <a:pPr>
              <a:spcBef>
                <a:spcPct val="20000"/>
              </a:spcBef>
            </a:pPr>
            <a:r>
              <a:rPr lang="en-US" altLang="en-US" sz="2000" dirty="0" err="1">
                <a:latin typeface="Times New Roman" panose="02020603050405020304" pitchFamily="18" charset="0"/>
              </a:rPr>
              <a:t>Phí</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trữ</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hàng</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năm</a:t>
            </a:r>
            <a:r>
              <a:rPr lang="en-US" altLang="en-US" sz="2000" dirty="0">
                <a:latin typeface="Times New Roman" panose="02020603050405020304" pitchFamily="18" charset="0"/>
              </a:rPr>
              <a:t>: 20.000 </a:t>
            </a:r>
            <a:r>
              <a:rPr lang="en-US" altLang="en-US" sz="2000" dirty="0" err="1">
                <a:latin typeface="Times New Roman" panose="02020603050405020304" pitchFamily="18" charset="0"/>
              </a:rPr>
              <a:t>đồng</a:t>
            </a:r>
            <a:r>
              <a:rPr lang="en-US" altLang="en-US" sz="2000" dirty="0">
                <a:latin typeface="Times New Roman" panose="02020603050405020304" pitchFamily="18" charset="0"/>
              </a:rPr>
              <a:t>/</a:t>
            </a:r>
            <a:r>
              <a:rPr lang="en-US" altLang="en-US" sz="2000" dirty="0" err="1">
                <a:latin typeface="Times New Roman" panose="02020603050405020304" pitchFamily="18" charset="0"/>
              </a:rPr>
              <a:t>tấm</a:t>
            </a:r>
            <a:r>
              <a:rPr lang="en-US" altLang="en-US" sz="2000" dirty="0">
                <a:latin typeface="Times New Roman" panose="02020603050405020304" pitchFamily="18" charset="0"/>
              </a:rPr>
              <a:t> = H.</a:t>
            </a:r>
          </a:p>
          <a:p>
            <a:pPr>
              <a:spcBef>
                <a:spcPct val="20000"/>
              </a:spcBef>
            </a:pPr>
            <a:r>
              <a:rPr lang="en-US" altLang="en-US" sz="2000" dirty="0" err="1">
                <a:latin typeface="Times New Roman" panose="02020603050405020304" pitchFamily="18" charset="0"/>
              </a:rPr>
              <a:t>Phí</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đặt</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hàng</a:t>
            </a:r>
            <a:r>
              <a:rPr lang="en-US" altLang="en-US" sz="2000" dirty="0">
                <a:latin typeface="Times New Roman" panose="02020603050405020304" pitchFamily="18" charset="0"/>
              </a:rPr>
              <a:t>: 100.000 </a:t>
            </a:r>
            <a:r>
              <a:rPr lang="en-US" altLang="en-US" sz="2000" dirty="0" err="1">
                <a:latin typeface="Times New Roman" panose="02020603050405020304" pitchFamily="18" charset="0"/>
              </a:rPr>
              <a:t>đồng</a:t>
            </a:r>
            <a:r>
              <a:rPr lang="en-US" altLang="en-US" sz="2000" dirty="0">
                <a:latin typeface="Times New Roman" panose="02020603050405020304" pitchFamily="18" charset="0"/>
              </a:rPr>
              <a:t>/</a:t>
            </a:r>
            <a:r>
              <a:rPr lang="en-US" altLang="en-US" sz="2000" dirty="0" err="1">
                <a:latin typeface="Times New Roman" panose="02020603050405020304" pitchFamily="18" charset="0"/>
              </a:rPr>
              <a:t>lần</a:t>
            </a:r>
            <a:r>
              <a:rPr lang="en-US" altLang="en-US" sz="2000" dirty="0">
                <a:latin typeface="Times New Roman" panose="02020603050405020304" pitchFamily="18" charset="0"/>
              </a:rPr>
              <a:t> = S.</a:t>
            </a:r>
          </a:p>
          <a:p>
            <a:pPr>
              <a:spcBef>
                <a:spcPct val="20000"/>
              </a:spcBef>
            </a:pPr>
            <a:r>
              <a:rPr lang="en-US" altLang="en-US" sz="2000" dirty="0" err="1">
                <a:latin typeface="Times New Roman" panose="02020603050405020304" pitchFamily="18" charset="0"/>
              </a:rPr>
              <a:t>Thời</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gian</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từ</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lúc</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nhận</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được</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đơn</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hàng</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cho</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đến</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khi</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giao</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hàng</a:t>
            </a:r>
            <a:r>
              <a:rPr lang="en-US" altLang="en-US" sz="2000" dirty="0">
                <a:latin typeface="Times New Roman" panose="02020603050405020304" pitchFamily="18" charset="0"/>
              </a:rPr>
              <a:t>: 5 </a:t>
            </a:r>
            <a:r>
              <a:rPr lang="en-US" altLang="en-US" sz="2000" dirty="0" err="1">
                <a:latin typeface="Times New Roman" panose="02020603050405020304" pitchFamily="18" charset="0"/>
              </a:rPr>
              <a:t>ngày</a:t>
            </a:r>
            <a:r>
              <a:rPr lang="en-US" altLang="en-US" sz="2000" dirty="0">
                <a:latin typeface="Times New Roman" panose="02020603050405020304" pitchFamily="18" charset="0"/>
              </a:rPr>
              <a:t> = L. </a:t>
            </a:r>
          </a:p>
          <a:p>
            <a:pPr>
              <a:spcBef>
                <a:spcPct val="20000"/>
              </a:spcBef>
            </a:pPr>
            <a:r>
              <a:rPr lang="en-US" altLang="en-US" sz="2000" dirty="0" err="1">
                <a:latin typeface="Times New Roman" panose="02020603050405020304" pitchFamily="18" charset="0"/>
              </a:rPr>
              <a:t>Lượng</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đặt</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hàng</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là</a:t>
            </a:r>
            <a:r>
              <a:rPr lang="en-US" altLang="en-US" sz="2000" dirty="0">
                <a:latin typeface="Times New Roman" panose="02020603050405020304" pitchFamily="18" charset="0"/>
              </a:rPr>
              <a:t> bao </a:t>
            </a:r>
            <a:r>
              <a:rPr lang="en-US" altLang="en-US" sz="2000" dirty="0" err="1">
                <a:latin typeface="Times New Roman" panose="02020603050405020304" pitchFamily="18" charset="0"/>
              </a:rPr>
              <a:t>nhiêu</a:t>
            </a:r>
            <a:r>
              <a:rPr lang="en-US" altLang="en-US" sz="2000" dirty="0">
                <a:latin typeface="Times New Roman" panose="02020603050405020304" pitchFamily="18" charset="0"/>
              </a:rPr>
              <a:t> (Q*) </a:t>
            </a:r>
            <a:r>
              <a:rPr lang="en-US" altLang="en-US" sz="2000" dirty="0" err="1">
                <a:latin typeface="Times New Roman" panose="02020603050405020304" pitchFamily="18" charset="0"/>
              </a:rPr>
              <a:t>và</a:t>
            </a:r>
            <a:r>
              <a:rPr lang="en-US" altLang="en-US" sz="2000" dirty="0">
                <a:latin typeface="Times New Roman" panose="02020603050405020304" pitchFamily="18" charset="0"/>
              </a:rPr>
              <a:t> Khi </a:t>
            </a:r>
            <a:r>
              <a:rPr lang="en-US" altLang="en-US" sz="2000" dirty="0" err="1">
                <a:latin typeface="Times New Roman" panose="02020603050405020304" pitchFamily="18" charset="0"/>
              </a:rPr>
              <a:t>nào</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tái</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đặt</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hàng</a:t>
            </a:r>
            <a:r>
              <a:rPr lang="en-US" altLang="en-US" sz="2000" dirty="0">
                <a:latin typeface="Times New Roman" panose="02020603050405020304" pitchFamily="18" charset="0"/>
              </a:rPr>
              <a:t> (R)?</a:t>
            </a:r>
          </a:p>
          <a:p>
            <a:pPr>
              <a:spcBef>
                <a:spcPct val="50000"/>
              </a:spcBef>
            </a:pPr>
            <a:r>
              <a:rPr lang="en-US" altLang="en-US" sz="2000" b="1" i="1" u="sng" dirty="0" err="1">
                <a:latin typeface="Times New Roman" panose="02020603050405020304" pitchFamily="18" charset="0"/>
              </a:rPr>
              <a:t>Giải</a:t>
            </a:r>
            <a:r>
              <a:rPr lang="en-US" altLang="en-US" sz="2000" b="1" i="1" u="sng" dirty="0">
                <a:latin typeface="Times New Roman" panose="02020603050405020304" pitchFamily="18" charset="0"/>
              </a:rPr>
              <a:t>:</a:t>
            </a:r>
          </a:p>
          <a:p>
            <a:pPr>
              <a:spcBef>
                <a:spcPct val="50000"/>
              </a:spcBef>
            </a:pPr>
            <a:r>
              <a:rPr lang="en-US" altLang="en-US" sz="2000" dirty="0" err="1">
                <a:latin typeface="Times New Roman" panose="02020603050405020304" pitchFamily="18" charset="0"/>
              </a:rPr>
              <a:t>Số</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lượng</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hàng</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đặt</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là</a:t>
            </a:r>
            <a:r>
              <a:rPr lang="en-US" altLang="en-US" sz="2000" dirty="0">
                <a:latin typeface="Times New Roman" panose="02020603050405020304" pitchFamily="18" charset="0"/>
              </a:rPr>
              <a:t>	Q* =   	         =	      		= 219</a:t>
            </a:r>
          </a:p>
          <a:p>
            <a:pPr>
              <a:spcBef>
                <a:spcPct val="70000"/>
              </a:spcBef>
            </a:pPr>
            <a:r>
              <a:rPr lang="en-US" altLang="en-US" sz="2000" dirty="0">
                <a:latin typeface="Times New Roman" panose="02020603050405020304" pitchFamily="18" charset="0"/>
              </a:rPr>
              <a:t>Nhu </a:t>
            </a:r>
            <a:r>
              <a:rPr lang="en-US" altLang="en-US" sz="2000" dirty="0" err="1">
                <a:latin typeface="Times New Roman" panose="02020603050405020304" pitchFamily="18" charset="0"/>
              </a:rPr>
              <a:t>cầu</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hàng</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ngày</a:t>
            </a:r>
            <a:r>
              <a:rPr lang="en-US" altLang="en-US" sz="2000" dirty="0">
                <a:latin typeface="Times New Roman" panose="02020603050405020304" pitchFamily="18" charset="0"/>
              </a:rPr>
              <a:t>: 	d =	    = 16 </a:t>
            </a:r>
            <a:r>
              <a:rPr lang="en-US" altLang="en-US" sz="2000" dirty="0" err="1">
                <a:latin typeface="Times New Roman" panose="02020603050405020304" pitchFamily="18" charset="0"/>
              </a:rPr>
              <a:t>tấm</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mỗi</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ngày</a:t>
            </a:r>
            <a:r>
              <a:rPr lang="en-US" altLang="en-US" sz="2000" dirty="0">
                <a:latin typeface="Times New Roman" panose="02020603050405020304" pitchFamily="18" charset="0"/>
              </a:rPr>
              <a:t>.</a:t>
            </a:r>
          </a:p>
          <a:p>
            <a:pPr>
              <a:spcBef>
                <a:spcPct val="50000"/>
              </a:spcBef>
            </a:pPr>
            <a:r>
              <a:rPr lang="en-US" altLang="en-US" sz="2000" dirty="0" err="1">
                <a:latin typeface="Times New Roman" panose="02020603050405020304" pitchFamily="18" charset="0"/>
              </a:rPr>
              <a:t>Điểm</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tái</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đặt</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hàng</a:t>
            </a:r>
            <a:r>
              <a:rPr lang="en-US" altLang="en-US" sz="2000" dirty="0">
                <a:latin typeface="Times New Roman" panose="02020603050405020304" pitchFamily="18" charset="0"/>
              </a:rPr>
              <a:t>:	R =  L x d = 5 x 16 = 80</a:t>
            </a:r>
          </a:p>
          <a:p>
            <a:pPr>
              <a:spcBef>
                <a:spcPct val="50000"/>
              </a:spcBef>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Điểm</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tái</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đặt</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hàng</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khi</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mức</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tồn</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kho</a:t>
            </a:r>
            <a:r>
              <a:rPr lang="en-US" altLang="en-US" sz="2000" dirty="0">
                <a:latin typeface="Times New Roman" panose="02020603050405020304" pitchFamily="18" charset="0"/>
              </a:rPr>
              <a:t> </a:t>
            </a:r>
            <a:r>
              <a:rPr lang="en-US" altLang="en-US" sz="2000" dirty="0" err="1">
                <a:latin typeface="Times New Roman" panose="02020603050405020304" pitchFamily="18" charset="0"/>
              </a:rPr>
              <a:t>còn</a:t>
            </a:r>
            <a:r>
              <a:rPr lang="en-US" altLang="en-US" sz="2000" dirty="0">
                <a:latin typeface="Times New Roman" panose="02020603050405020304" pitchFamily="18" charset="0"/>
              </a:rPr>
              <a:t> 80 </a:t>
            </a:r>
            <a:r>
              <a:rPr lang="en-US" altLang="en-US" sz="2000" dirty="0" err="1">
                <a:latin typeface="Times New Roman" panose="02020603050405020304" pitchFamily="18" charset="0"/>
              </a:rPr>
              <a:t>tấm</a:t>
            </a:r>
            <a:r>
              <a:rPr lang="en-US" altLang="en-US" sz="2000" dirty="0">
                <a:latin typeface="Times New Roman" panose="02020603050405020304" pitchFamily="18" charset="0"/>
              </a:rPr>
              <a:t>.</a:t>
            </a:r>
          </a:p>
        </p:txBody>
      </p:sp>
      <p:sp>
        <p:nvSpPr>
          <p:cNvPr id="45062" name="Rectangle 9">
            <a:extLst>
              <a:ext uri="{FF2B5EF4-FFF2-40B4-BE49-F238E27FC236}">
                <a16:creationId xmlns:a16="http://schemas.microsoft.com/office/drawing/2014/main" id="{96F3853C-A818-FEAC-55ED-42A844C1E8A5}"/>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SG" altLang="en-US"/>
          </a:p>
        </p:txBody>
      </p:sp>
      <p:graphicFrame>
        <p:nvGraphicFramePr>
          <p:cNvPr id="45063" name="Object 8">
            <a:extLst>
              <a:ext uri="{FF2B5EF4-FFF2-40B4-BE49-F238E27FC236}">
                <a16:creationId xmlns:a16="http://schemas.microsoft.com/office/drawing/2014/main" id="{ECB3B5DD-2F4B-ED67-5C4C-E7E3C0744577}"/>
              </a:ext>
            </a:extLst>
          </p:cNvPr>
          <p:cNvGraphicFramePr>
            <a:graphicFrameLocks noChangeAspect="1"/>
          </p:cNvGraphicFramePr>
          <p:nvPr>
            <p:extLst>
              <p:ext uri="{D42A27DB-BD31-4B8C-83A1-F6EECF244321}">
                <p14:modId xmlns:p14="http://schemas.microsoft.com/office/powerpoint/2010/main" val="3220902269"/>
              </p:ext>
            </p:extLst>
          </p:nvPr>
        </p:nvGraphicFramePr>
        <p:xfrm>
          <a:off x="4502150" y="4410075"/>
          <a:ext cx="990600" cy="619125"/>
        </p:xfrm>
        <a:graphic>
          <a:graphicData uri="http://schemas.openxmlformats.org/presentationml/2006/ole">
            <mc:AlternateContent xmlns:mc="http://schemas.openxmlformats.org/markup-compatibility/2006">
              <mc:Choice xmlns:v="urn:schemas-microsoft-com:vml" Requires="v">
                <p:oleObj name="Equation" r:id="rId2" imgW="457002" imgH="444307" progId="Equation.3">
                  <p:embed/>
                </p:oleObj>
              </mc:Choice>
              <mc:Fallback>
                <p:oleObj name="Equation" r:id="rId2" imgW="457002" imgH="444307" progId="Equation.3">
                  <p:embed/>
                  <p:pic>
                    <p:nvPicPr>
                      <p:cNvPr id="45063" name="Object 8">
                        <a:extLst>
                          <a:ext uri="{FF2B5EF4-FFF2-40B4-BE49-F238E27FC236}">
                            <a16:creationId xmlns:a16="http://schemas.microsoft.com/office/drawing/2014/main" id="{ECB3B5DD-2F4B-ED67-5C4C-E7E3C07445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2150" y="4410075"/>
                        <a:ext cx="99060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4" name="Rectangle 11">
            <a:extLst>
              <a:ext uri="{FF2B5EF4-FFF2-40B4-BE49-F238E27FC236}">
                <a16:creationId xmlns:a16="http://schemas.microsoft.com/office/drawing/2014/main" id="{31306CE2-8C54-0516-0895-E128517F2A74}"/>
              </a:ext>
            </a:extLst>
          </p:cNvPr>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SG" altLang="en-US"/>
          </a:p>
        </p:txBody>
      </p:sp>
      <p:graphicFrame>
        <p:nvGraphicFramePr>
          <p:cNvPr id="45065" name="Object 10">
            <a:extLst>
              <a:ext uri="{FF2B5EF4-FFF2-40B4-BE49-F238E27FC236}">
                <a16:creationId xmlns:a16="http://schemas.microsoft.com/office/drawing/2014/main" id="{943901A1-B179-D59E-E063-7DBD719E49DD}"/>
              </a:ext>
            </a:extLst>
          </p:cNvPr>
          <p:cNvGraphicFramePr>
            <a:graphicFrameLocks noChangeAspect="1"/>
          </p:cNvGraphicFramePr>
          <p:nvPr>
            <p:extLst>
              <p:ext uri="{D42A27DB-BD31-4B8C-83A1-F6EECF244321}">
                <p14:modId xmlns:p14="http://schemas.microsoft.com/office/powerpoint/2010/main" val="2391231627"/>
              </p:ext>
            </p:extLst>
          </p:nvPr>
        </p:nvGraphicFramePr>
        <p:xfrm>
          <a:off x="5676900" y="4399009"/>
          <a:ext cx="1981200" cy="641350"/>
        </p:xfrm>
        <a:graphic>
          <a:graphicData uri="http://schemas.openxmlformats.org/presentationml/2006/ole">
            <mc:AlternateContent xmlns:mc="http://schemas.openxmlformats.org/markup-compatibility/2006">
              <mc:Choice xmlns:v="urn:schemas-microsoft-com:vml" Requires="v">
                <p:oleObj name="Equation" r:id="rId4" imgW="1294838" imgH="444307" progId="Equation.3">
                  <p:embed/>
                </p:oleObj>
              </mc:Choice>
              <mc:Fallback>
                <p:oleObj name="Equation" r:id="rId4" imgW="1294838" imgH="444307" progId="Equation.3">
                  <p:embed/>
                  <p:pic>
                    <p:nvPicPr>
                      <p:cNvPr id="45065" name="Object 10">
                        <a:extLst>
                          <a:ext uri="{FF2B5EF4-FFF2-40B4-BE49-F238E27FC236}">
                            <a16:creationId xmlns:a16="http://schemas.microsoft.com/office/drawing/2014/main" id="{943901A1-B179-D59E-E063-7DBD719E49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6900" y="4399009"/>
                        <a:ext cx="1981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6" name="Rectangle 13">
            <a:extLst>
              <a:ext uri="{FF2B5EF4-FFF2-40B4-BE49-F238E27FC236}">
                <a16:creationId xmlns:a16="http://schemas.microsoft.com/office/drawing/2014/main" id="{90D9F579-CC5A-0373-CC66-40710285BE42}"/>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SG" altLang="en-US"/>
          </a:p>
        </p:txBody>
      </p:sp>
      <p:graphicFrame>
        <p:nvGraphicFramePr>
          <p:cNvPr id="45067" name="Object 12">
            <a:extLst>
              <a:ext uri="{FF2B5EF4-FFF2-40B4-BE49-F238E27FC236}">
                <a16:creationId xmlns:a16="http://schemas.microsoft.com/office/drawing/2014/main" id="{E8CB2A14-DB7E-144D-85AB-01BD68D8B272}"/>
              </a:ext>
            </a:extLst>
          </p:cNvPr>
          <p:cNvGraphicFramePr>
            <a:graphicFrameLocks noChangeAspect="1"/>
          </p:cNvGraphicFramePr>
          <p:nvPr>
            <p:extLst>
              <p:ext uri="{D42A27DB-BD31-4B8C-83A1-F6EECF244321}">
                <p14:modId xmlns:p14="http://schemas.microsoft.com/office/powerpoint/2010/main" val="1853759532"/>
              </p:ext>
            </p:extLst>
          </p:nvPr>
        </p:nvGraphicFramePr>
        <p:xfrm>
          <a:off x="4883150" y="4953004"/>
          <a:ext cx="762000" cy="650875"/>
        </p:xfrm>
        <a:graphic>
          <a:graphicData uri="http://schemas.openxmlformats.org/presentationml/2006/ole">
            <mc:AlternateContent xmlns:mc="http://schemas.openxmlformats.org/markup-compatibility/2006">
              <mc:Choice xmlns:v="urn:schemas-microsoft-com:vml" Requires="v">
                <p:oleObj name="Equation" r:id="rId6" imgW="418918" imgH="393529" progId="Equation.3">
                  <p:embed/>
                </p:oleObj>
              </mc:Choice>
              <mc:Fallback>
                <p:oleObj name="Equation" r:id="rId6" imgW="418918" imgH="393529" progId="Equation.3">
                  <p:embed/>
                  <p:pic>
                    <p:nvPicPr>
                      <p:cNvPr id="45067" name="Object 12">
                        <a:extLst>
                          <a:ext uri="{FF2B5EF4-FFF2-40B4-BE49-F238E27FC236}">
                            <a16:creationId xmlns:a16="http://schemas.microsoft.com/office/drawing/2014/main" id="{E8CB2A14-DB7E-144D-85AB-01BD68D8B2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83150" y="4953004"/>
                        <a:ext cx="76200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49D4344-CCFF-94E4-6FA3-746D21410281}"/>
              </a:ext>
            </a:extLst>
          </p:cNvPr>
          <p:cNvSpPr>
            <a:spLocks noGrp="1"/>
          </p:cNvSpPr>
          <p:nvPr>
            <p:ph type="sldNum" sz="quarter" idx="12"/>
          </p:nvPr>
        </p:nvSpPr>
        <p:spPr/>
        <p:txBody>
          <a:bodyPr/>
          <a:lstStyle/>
          <a:p>
            <a:fld id="{30B511D3-8728-4D47-BC02-2B4307EEF2DB}" type="slidenum">
              <a:rPr lang="en-US" altLang="en-US"/>
              <a:pPr/>
              <a:t>18</a:t>
            </a:fld>
            <a:endParaRPr lang="en-US" altLang="en-US"/>
          </a:p>
        </p:txBody>
      </p:sp>
      <p:sp>
        <p:nvSpPr>
          <p:cNvPr id="1165314" name="Rectangle 2">
            <a:extLst>
              <a:ext uri="{FF2B5EF4-FFF2-40B4-BE49-F238E27FC236}">
                <a16:creationId xmlns:a16="http://schemas.microsoft.com/office/drawing/2014/main" id="{33FCC893-24D0-0D1F-B786-F3ACDD5675C1}"/>
              </a:ext>
            </a:extLst>
          </p:cNvPr>
          <p:cNvSpPr>
            <a:spLocks noGrp="1" noChangeArrowheads="1"/>
          </p:cNvSpPr>
          <p:nvPr>
            <p:ph type="title"/>
          </p:nvPr>
        </p:nvSpPr>
        <p:spPr/>
        <p:txBody>
          <a:bodyPr/>
          <a:lstStyle/>
          <a:p>
            <a:r>
              <a:rPr lang="en-US" altLang="en-US" b="1"/>
              <a:t>Q &amp; A</a:t>
            </a:r>
          </a:p>
        </p:txBody>
      </p:sp>
      <p:pic>
        <p:nvPicPr>
          <p:cNvPr id="1165315" name="Picture 3">
            <a:extLst>
              <a:ext uri="{FF2B5EF4-FFF2-40B4-BE49-F238E27FC236}">
                <a16:creationId xmlns:a16="http://schemas.microsoft.com/office/drawing/2014/main" id="{5481D8E0-972A-B1AD-AF78-BB89B23C3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600200"/>
            <a:ext cx="5830888" cy="3848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altLang="en-US" sz="1800" b="1"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altLang="en-US" sz="1800" b="1"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Watermark</Template>
  <TotalTime>7329</TotalTime>
  <Words>1683</Words>
  <Application>Microsoft Office PowerPoint</Application>
  <PresentationFormat>On-screen Show (4:3)</PresentationFormat>
  <Paragraphs>181</Paragraphs>
  <Slides>18</Slides>
  <Notes>16</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4" baseType="lpstr">
      <vt:lpstr>Arial</vt:lpstr>
      <vt:lpstr>Tahoma</vt:lpstr>
      <vt:lpstr>Times New Roman</vt:lpstr>
      <vt:lpstr>Wingdings</vt:lpstr>
      <vt:lpstr>Blends</vt:lpstr>
      <vt:lpstr>Equation</vt:lpstr>
      <vt:lpstr>CHƯƠNG 9</vt:lpstr>
      <vt:lpstr>MỤC ĐÍCH</vt:lpstr>
      <vt:lpstr>GIỚI THIỆU CHUNG</vt:lpstr>
      <vt:lpstr>GIỚI THIỆU CHUNG</vt:lpstr>
      <vt:lpstr>GIỚI THIỆU CHUNG</vt:lpstr>
      <vt:lpstr>LẬP KẾ HOẠCH MUA SẮM</vt:lpstr>
      <vt:lpstr>LẬP KẾ HOẠCH MỜI THẦU</vt:lpstr>
      <vt:lpstr>MỜI THẦU</vt:lpstr>
      <vt:lpstr>LỰA CHỌN NHÀ CUNG CẤP</vt:lpstr>
      <vt:lpstr>QUẢN LÝ HỢP ĐỒNG</vt:lpstr>
      <vt:lpstr>QUẢN LÝ HỢP ĐỒNG</vt:lpstr>
      <vt:lpstr>THANH LÝ HỢP ĐỒNG</vt:lpstr>
      <vt:lpstr>Mô hình tối ưu cơ bản EOQ</vt:lpstr>
      <vt:lpstr>Mô hình tối ưu cơ bản EOQ (tt)</vt:lpstr>
      <vt:lpstr>PowerPoint Presentation</vt:lpstr>
      <vt:lpstr>Điểm tái đặt hàng</vt:lpstr>
      <vt:lpstr> Điểm tái đặt hàng (tt)</vt:lpstr>
      <vt:lpstr>Q &amp; A</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tích tình huống Casual Togs, Inc</dc:title>
  <dc:creator>Tung Le</dc:creator>
  <cp:lastModifiedBy>Bảo Trần</cp:lastModifiedBy>
  <cp:revision>1007</cp:revision>
  <dcterms:created xsi:type="dcterms:W3CDTF">2008-10-03T19:20:07Z</dcterms:created>
  <dcterms:modified xsi:type="dcterms:W3CDTF">2025-07-10T13:32:54Z</dcterms:modified>
</cp:coreProperties>
</file>