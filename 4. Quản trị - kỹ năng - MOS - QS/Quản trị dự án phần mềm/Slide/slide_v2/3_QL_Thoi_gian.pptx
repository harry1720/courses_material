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5" r:id="rId1"/>
  </p:sldMasterIdLst>
  <p:notesMasterIdLst>
    <p:notesMasterId r:id="rId99"/>
  </p:notesMasterIdLst>
  <p:handoutMasterIdLst>
    <p:handoutMasterId r:id="rId100"/>
  </p:handoutMasterIdLst>
  <p:sldIdLst>
    <p:sldId id="256" r:id="rId2"/>
    <p:sldId id="257" r:id="rId3"/>
    <p:sldId id="352" r:id="rId4"/>
    <p:sldId id="473" r:id="rId5"/>
    <p:sldId id="474" r:id="rId6"/>
    <p:sldId id="456" r:id="rId7"/>
    <p:sldId id="457" r:id="rId8"/>
    <p:sldId id="532" r:id="rId9"/>
    <p:sldId id="534" r:id="rId10"/>
    <p:sldId id="475" r:id="rId11"/>
    <p:sldId id="458" r:id="rId12"/>
    <p:sldId id="535" r:id="rId13"/>
    <p:sldId id="459" r:id="rId14"/>
    <p:sldId id="533" r:id="rId15"/>
    <p:sldId id="460" r:id="rId16"/>
    <p:sldId id="472" r:id="rId17"/>
    <p:sldId id="461" r:id="rId18"/>
    <p:sldId id="464" r:id="rId19"/>
    <p:sldId id="465" r:id="rId20"/>
    <p:sldId id="466" r:id="rId21"/>
    <p:sldId id="529" r:id="rId22"/>
    <p:sldId id="530" r:id="rId23"/>
    <p:sldId id="537" r:id="rId24"/>
    <p:sldId id="467" r:id="rId25"/>
    <p:sldId id="516" r:id="rId26"/>
    <p:sldId id="536" r:id="rId27"/>
    <p:sldId id="514" r:id="rId28"/>
    <p:sldId id="515" r:id="rId29"/>
    <p:sldId id="476" r:id="rId30"/>
    <p:sldId id="477" r:id="rId31"/>
    <p:sldId id="478" r:id="rId32"/>
    <p:sldId id="480" r:id="rId33"/>
    <p:sldId id="481" r:id="rId34"/>
    <p:sldId id="482" r:id="rId35"/>
    <p:sldId id="309" r:id="rId36"/>
    <p:sldId id="310" r:id="rId37"/>
    <p:sldId id="313" r:id="rId38"/>
    <p:sldId id="314" r:id="rId39"/>
    <p:sldId id="479" r:id="rId40"/>
    <p:sldId id="486" r:id="rId41"/>
    <p:sldId id="484" r:id="rId42"/>
    <p:sldId id="485" r:id="rId43"/>
    <p:sldId id="487" r:id="rId44"/>
    <p:sldId id="296" r:id="rId45"/>
    <p:sldId id="298" r:id="rId46"/>
    <p:sldId id="299" r:id="rId47"/>
    <p:sldId id="488" r:id="rId48"/>
    <p:sldId id="490" r:id="rId49"/>
    <p:sldId id="491" r:id="rId50"/>
    <p:sldId id="492" r:id="rId51"/>
    <p:sldId id="493" r:id="rId52"/>
    <p:sldId id="494" r:id="rId53"/>
    <p:sldId id="495" r:id="rId54"/>
    <p:sldId id="497" r:id="rId55"/>
    <p:sldId id="498" r:id="rId56"/>
    <p:sldId id="499" r:id="rId57"/>
    <p:sldId id="520" r:id="rId58"/>
    <p:sldId id="521" r:id="rId59"/>
    <p:sldId id="522" r:id="rId60"/>
    <p:sldId id="523" r:id="rId61"/>
    <p:sldId id="500" r:id="rId62"/>
    <p:sldId id="501" r:id="rId63"/>
    <p:sldId id="502" r:id="rId64"/>
    <p:sldId id="503" r:id="rId65"/>
    <p:sldId id="504" r:id="rId66"/>
    <p:sldId id="524" r:id="rId67"/>
    <p:sldId id="505" r:id="rId68"/>
    <p:sldId id="506" r:id="rId69"/>
    <p:sldId id="507" r:id="rId70"/>
    <p:sldId id="508" r:id="rId71"/>
    <p:sldId id="509" r:id="rId72"/>
    <p:sldId id="510" r:id="rId73"/>
    <p:sldId id="511" r:id="rId74"/>
    <p:sldId id="512" r:id="rId75"/>
    <p:sldId id="525" r:id="rId76"/>
    <p:sldId id="513" r:id="rId77"/>
    <p:sldId id="552" r:id="rId78"/>
    <p:sldId id="553" r:id="rId79"/>
    <p:sldId id="554" r:id="rId80"/>
    <p:sldId id="555" r:id="rId81"/>
    <p:sldId id="556" r:id="rId82"/>
    <p:sldId id="557" r:id="rId83"/>
    <p:sldId id="558" r:id="rId84"/>
    <p:sldId id="559" r:id="rId85"/>
    <p:sldId id="560" r:id="rId86"/>
    <p:sldId id="526" r:id="rId87"/>
    <p:sldId id="527" r:id="rId88"/>
    <p:sldId id="528" r:id="rId89"/>
    <p:sldId id="453" r:id="rId90"/>
    <p:sldId id="517" r:id="rId91"/>
    <p:sldId id="518" r:id="rId92"/>
    <p:sldId id="519" r:id="rId93"/>
    <p:sldId id="538" r:id="rId94"/>
    <p:sldId id="551" r:id="rId95"/>
    <p:sldId id="539" r:id="rId96"/>
    <p:sldId id="540" r:id="rId97"/>
    <p:sldId id="550" r:id="rId98"/>
  </p:sldIdLst>
  <p:sldSz cx="9144000" cy="6858000" type="screen4x3"/>
  <p:notesSz cx="7315200" cy="9601200"/>
  <p:defaultTextStyle>
    <a:defPPr>
      <a:defRPr lang="en-US"/>
    </a:defPPr>
    <a:lvl1pPr algn="ctr" rtl="0" eaLnBrk="0" fontAlgn="base" hangingPunct="0">
      <a:spcBef>
        <a:spcPct val="0"/>
      </a:spcBef>
      <a:spcAft>
        <a:spcPct val="0"/>
      </a:spcAft>
      <a:defRPr b="1" kern="1200">
        <a:solidFill>
          <a:schemeClr val="tx1"/>
        </a:solidFill>
        <a:latin typeface="Tahoma" panose="020B0604030504040204" pitchFamily="34" charset="0"/>
        <a:ea typeface="+mn-ea"/>
        <a:cs typeface="+mn-cs"/>
      </a:defRPr>
    </a:lvl1pPr>
    <a:lvl2pPr marL="457200" algn="ctr" rtl="0" eaLnBrk="0" fontAlgn="base" hangingPunct="0">
      <a:spcBef>
        <a:spcPct val="0"/>
      </a:spcBef>
      <a:spcAft>
        <a:spcPct val="0"/>
      </a:spcAft>
      <a:defRPr b="1" kern="1200">
        <a:solidFill>
          <a:schemeClr val="tx1"/>
        </a:solidFill>
        <a:latin typeface="Tahoma" panose="020B0604030504040204" pitchFamily="34" charset="0"/>
        <a:ea typeface="+mn-ea"/>
        <a:cs typeface="+mn-cs"/>
      </a:defRPr>
    </a:lvl2pPr>
    <a:lvl3pPr marL="914400" algn="ctr" rtl="0" eaLnBrk="0" fontAlgn="base" hangingPunct="0">
      <a:spcBef>
        <a:spcPct val="0"/>
      </a:spcBef>
      <a:spcAft>
        <a:spcPct val="0"/>
      </a:spcAft>
      <a:defRPr b="1" kern="1200">
        <a:solidFill>
          <a:schemeClr val="tx1"/>
        </a:solidFill>
        <a:latin typeface="Tahoma" panose="020B0604030504040204" pitchFamily="34" charset="0"/>
        <a:ea typeface="+mn-ea"/>
        <a:cs typeface="+mn-cs"/>
      </a:defRPr>
    </a:lvl3pPr>
    <a:lvl4pPr marL="1371600" algn="ctr" rtl="0" eaLnBrk="0" fontAlgn="base" hangingPunct="0">
      <a:spcBef>
        <a:spcPct val="0"/>
      </a:spcBef>
      <a:spcAft>
        <a:spcPct val="0"/>
      </a:spcAft>
      <a:defRPr b="1" kern="1200">
        <a:solidFill>
          <a:schemeClr val="tx1"/>
        </a:solidFill>
        <a:latin typeface="Tahoma" panose="020B0604030504040204" pitchFamily="34" charset="0"/>
        <a:ea typeface="+mn-ea"/>
        <a:cs typeface="+mn-cs"/>
      </a:defRPr>
    </a:lvl4pPr>
    <a:lvl5pPr marL="1828800" algn="ctr" rtl="0" eaLnBrk="0" fontAlgn="base" hangingPunct="0">
      <a:spcBef>
        <a:spcPct val="0"/>
      </a:spcBef>
      <a:spcAft>
        <a:spcPct val="0"/>
      </a:spcAft>
      <a:defRPr b="1" kern="1200">
        <a:solidFill>
          <a:schemeClr val="tx1"/>
        </a:solidFill>
        <a:latin typeface="Tahoma" panose="020B0604030504040204" pitchFamily="34" charset="0"/>
        <a:ea typeface="+mn-ea"/>
        <a:cs typeface="+mn-cs"/>
      </a:defRPr>
    </a:lvl5pPr>
    <a:lvl6pPr marL="2286000" algn="l" defTabSz="914400" rtl="0" eaLnBrk="1" latinLnBrk="0" hangingPunct="1">
      <a:defRPr b="1" kern="1200">
        <a:solidFill>
          <a:schemeClr val="tx1"/>
        </a:solidFill>
        <a:latin typeface="Tahoma" panose="020B0604030504040204" pitchFamily="34" charset="0"/>
        <a:ea typeface="+mn-ea"/>
        <a:cs typeface="+mn-cs"/>
      </a:defRPr>
    </a:lvl6pPr>
    <a:lvl7pPr marL="2743200" algn="l" defTabSz="914400" rtl="0" eaLnBrk="1" latinLnBrk="0" hangingPunct="1">
      <a:defRPr b="1" kern="1200">
        <a:solidFill>
          <a:schemeClr val="tx1"/>
        </a:solidFill>
        <a:latin typeface="Tahoma" panose="020B0604030504040204" pitchFamily="34" charset="0"/>
        <a:ea typeface="+mn-ea"/>
        <a:cs typeface="+mn-cs"/>
      </a:defRPr>
    </a:lvl7pPr>
    <a:lvl8pPr marL="3200400" algn="l" defTabSz="914400" rtl="0" eaLnBrk="1" latinLnBrk="0" hangingPunct="1">
      <a:defRPr b="1" kern="1200">
        <a:solidFill>
          <a:schemeClr val="tx1"/>
        </a:solidFill>
        <a:latin typeface="Tahoma" panose="020B0604030504040204" pitchFamily="34" charset="0"/>
        <a:ea typeface="+mn-ea"/>
        <a:cs typeface="+mn-cs"/>
      </a:defRPr>
    </a:lvl8pPr>
    <a:lvl9pPr marL="3657600" algn="l" defTabSz="914400" rtl="0" eaLnBrk="1" latinLnBrk="0" hangingPunct="1">
      <a:defRPr b="1"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E8F907"/>
    <a:srgbClr val="FF9900"/>
    <a:srgbClr val="2ADF21"/>
    <a:srgbClr val="EA2A16"/>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horzBarState="maximized">
    <p:restoredLeft sz="15914" autoAdjust="0"/>
    <p:restoredTop sz="94595" autoAdjust="0"/>
  </p:normalViewPr>
  <p:slideViewPr>
    <p:cSldViewPr>
      <p:cViewPr varScale="1">
        <p:scale>
          <a:sx n="128" d="100"/>
          <a:sy n="128" d="100"/>
        </p:scale>
        <p:origin x="732" y="1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544"/>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notesMaster" Target="notesMasters/notesMaster1.xml"/><Relationship Id="rId10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3954" name="Rectangle 2">
            <a:extLst>
              <a:ext uri="{FF2B5EF4-FFF2-40B4-BE49-F238E27FC236}">
                <a16:creationId xmlns:a16="http://schemas.microsoft.com/office/drawing/2014/main" id="{DE876033-AE8A-2D89-5DC7-6B359030AA87}"/>
              </a:ext>
            </a:extLst>
          </p:cNvPr>
          <p:cNvSpPr>
            <a:spLocks noGrp="1" noChangeArrowheads="1"/>
          </p:cNvSpPr>
          <p:nvPr>
            <p:ph type="hdr" sz="quarter"/>
          </p:nvPr>
        </p:nvSpPr>
        <p:spPr bwMode="auto">
          <a:xfrm>
            <a:off x="0" y="0"/>
            <a:ext cx="3170238" cy="481013"/>
          </a:xfrm>
          <a:prstGeom prst="rect">
            <a:avLst/>
          </a:prstGeom>
          <a:noFill/>
          <a:ln w="9525">
            <a:noFill/>
            <a:miter lim="800000"/>
            <a:headEnd/>
            <a:tailEnd/>
          </a:ln>
          <a:effectLst/>
        </p:spPr>
        <p:txBody>
          <a:bodyPr vert="horz" wrap="square" lIns="94837" tIns="47418" rIns="94837" bIns="47418" numCol="1" anchor="t" anchorCtr="0" compatLnSpc="1">
            <a:prstTxWarp prst="textNoShape">
              <a:avLst/>
            </a:prstTxWarp>
          </a:bodyPr>
          <a:lstStyle>
            <a:lvl1pPr algn="l" defTabSz="946150" eaLnBrk="1" hangingPunct="1">
              <a:defRPr sz="1200" b="0" smtClean="0">
                <a:latin typeface="Arial" charset="0"/>
              </a:defRPr>
            </a:lvl1pPr>
          </a:lstStyle>
          <a:p>
            <a:pPr>
              <a:defRPr/>
            </a:pPr>
            <a:endParaRPr lang="en-US"/>
          </a:p>
        </p:txBody>
      </p:sp>
      <p:sp>
        <p:nvSpPr>
          <p:cNvPr id="253955" name="Rectangle 3">
            <a:extLst>
              <a:ext uri="{FF2B5EF4-FFF2-40B4-BE49-F238E27FC236}">
                <a16:creationId xmlns:a16="http://schemas.microsoft.com/office/drawing/2014/main" id="{9A9B222C-0DB5-FE87-76A7-AFFA2CF8F034}"/>
              </a:ext>
            </a:extLst>
          </p:cNvPr>
          <p:cNvSpPr>
            <a:spLocks noGrp="1" noChangeArrowheads="1"/>
          </p:cNvSpPr>
          <p:nvPr>
            <p:ph type="dt" sz="quarter" idx="1"/>
          </p:nvPr>
        </p:nvSpPr>
        <p:spPr bwMode="auto">
          <a:xfrm>
            <a:off x="4143375" y="0"/>
            <a:ext cx="3170238" cy="481013"/>
          </a:xfrm>
          <a:prstGeom prst="rect">
            <a:avLst/>
          </a:prstGeom>
          <a:noFill/>
          <a:ln w="9525">
            <a:noFill/>
            <a:miter lim="800000"/>
            <a:headEnd/>
            <a:tailEnd/>
          </a:ln>
          <a:effectLst/>
        </p:spPr>
        <p:txBody>
          <a:bodyPr vert="horz" wrap="square" lIns="94837" tIns="47418" rIns="94837" bIns="47418" numCol="1" anchor="t" anchorCtr="0" compatLnSpc="1">
            <a:prstTxWarp prst="textNoShape">
              <a:avLst/>
            </a:prstTxWarp>
          </a:bodyPr>
          <a:lstStyle>
            <a:lvl1pPr algn="r" defTabSz="946150" eaLnBrk="1" hangingPunct="1">
              <a:defRPr sz="1200" b="0" smtClean="0">
                <a:latin typeface="Arial" charset="0"/>
              </a:defRPr>
            </a:lvl1pPr>
          </a:lstStyle>
          <a:p>
            <a:pPr>
              <a:defRPr/>
            </a:pPr>
            <a:endParaRPr lang="en-US"/>
          </a:p>
        </p:txBody>
      </p:sp>
      <p:sp>
        <p:nvSpPr>
          <p:cNvPr id="253956" name="Rectangle 4">
            <a:extLst>
              <a:ext uri="{FF2B5EF4-FFF2-40B4-BE49-F238E27FC236}">
                <a16:creationId xmlns:a16="http://schemas.microsoft.com/office/drawing/2014/main" id="{7FC8809D-8B2B-D195-2D95-2C020E661C9E}"/>
              </a:ext>
            </a:extLst>
          </p:cNvPr>
          <p:cNvSpPr>
            <a:spLocks noGrp="1" noChangeArrowheads="1"/>
          </p:cNvSpPr>
          <p:nvPr>
            <p:ph type="ftr" sz="quarter" idx="2"/>
          </p:nvPr>
        </p:nvSpPr>
        <p:spPr bwMode="auto">
          <a:xfrm>
            <a:off x="0" y="9118600"/>
            <a:ext cx="3170238" cy="481013"/>
          </a:xfrm>
          <a:prstGeom prst="rect">
            <a:avLst/>
          </a:prstGeom>
          <a:noFill/>
          <a:ln w="9525">
            <a:noFill/>
            <a:miter lim="800000"/>
            <a:headEnd/>
            <a:tailEnd/>
          </a:ln>
          <a:effectLst/>
        </p:spPr>
        <p:txBody>
          <a:bodyPr vert="horz" wrap="square" lIns="94837" tIns="47418" rIns="94837" bIns="47418" numCol="1" anchor="b" anchorCtr="0" compatLnSpc="1">
            <a:prstTxWarp prst="textNoShape">
              <a:avLst/>
            </a:prstTxWarp>
          </a:bodyPr>
          <a:lstStyle>
            <a:lvl1pPr algn="l" defTabSz="946150" eaLnBrk="1" hangingPunct="1">
              <a:defRPr sz="1200" b="0" smtClean="0">
                <a:latin typeface="Arial" charset="0"/>
              </a:defRPr>
            </a:lvl1pPr>
          </a:lstStyle>
          <a:p>
            <a:pPr>
              <a:defRPr/>
            </a:pPr>
            <a:endParaRPr lang="en-US"/>
          </a:p>
        </p:txBody>
      </p:sp>
      <p:sp>
        <p:nvSpPr>
          <p:cNvPr id="253957" name="Rectangle 5">
            <a:extLst>
              <a:ext uri="{FF2B5EF4-FFF2-40B4-BE49-F238E27FC236}">
                <a16:creationId xmlns:a16="http://schemas.microsoft.com/office/drawing/2014/main" id="{B81A3478-31AA-70BF-B45B-5105BB6438F1}"/>
              </a:ext>
            </a:extLst>
          </p:cNvPr>
          <p:cNvSpPr>
            <a:spLocks noGrp="1" noChangeArrowheads="1"/>
          </p:cNvSpPr>
          <p:nvPr>
            <p:ph type="sldNum" sz="quarter" idx="3"/>
          </p:nvPr>
        </p:nvSpPr>
        <p:spPr bwMode="auto">
          <a:xfrm>
            <a:off x="4143375" y="9118600"/>
            <a:ext cx="3170238" cy="481013"/>
          </a:xfrm>
          <a:prstGeom prst="rect">
            <a:avLst/>
          </a:prstGeom>
          <a:noFill/>
          <a:ln w="9525">
            <a:noFill/>
            <a:miter lim="800000"/>
            <a:headEnd/>
            <a:tailEnd/>
          </a:ln>
          <a:effectLst/>
        </p:spPr>
        <p:txBody>
          <a:bodyPr vert="horz" wrap="square" lIns="94837" tIns="47418" rIns="94837" bIns="47418" numCol="1" anchor="b" anchorCtr="0" compatLnSpc="1">
            <a:prstTxWarp prst="textNoShape">
              <a:avLst/>
            </a:prstTxWarp>
          </a:bodyPr>
          <a:lstStyle>
            <a:lvl1pPr algn="r" defTabSz="946150" eaLnBrk="1" hangingPunct="1">
              <a:defRPr sz="1200" b="0">
                <a:latin typeface="Arial" panose="020B0604020202020204" pitchFamily="34" charset="0"/>
              </a:defRPr>
            </a:lvl1pPr>
          </a:lstStyle>
          <a:p>
            <a:fld id="{37A96536-6C33-4A0F-878F-D1E3F2BB63E6}"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7634" name="Rectangle 2">
            <a:extLst>
              <a:ext uri="{FF2B5EF4-FFF2-40B4-BE49-F238E27FC236}">
                <a16:creationId xmlns:a16="http://schemas.microsoft.com/office/drawing/2014/main" id="{269ED34D-F836-2411-CD4D-CAE06E14094E}"/>
              </a:ext>
            </a:extLst>
          </p:cNvPr>
          <p:cNvSpPr>
            <a:spLocks noGrp="1" noChangeArrowheads="1"/>
          </p:cNvSpPr>
          <p:nvPr>
            <p:ph type="hdr" sz="quarter"/>
          </p:nvPr>
        </p:nvSpPr>
        <p:spPr bwMode="auto">
          <a:xfrm>
            <a:off x="0" y="0"/>
            <a:ext cx="3170238" cy="481013"/>
          </a:xfrm>
          <a:prstGeom prst="rect">
            <a:avLst/>
          </a:prstGeom>
          <a:noFill/>
          <a:ln w="9525">
            <a:noFill/>
            <a:miter lim="800000"/>
            <a:headEnd/>
            <a:tailEnd/>
          </a:ln>
          <a:effectLst/>
        </p:spPr>
        <p:txBody>
          <a:bodyPr vert="horz" wrap="square" lIns="94837" tIns="47418" rIns="94837" bIns="47418" numCol="1" anchor="t" anchorCtr="0" compatLnSpc="1">
            <a:prstTxWarp prst="textNoShape">
              <a:avLst/>
            </a:prstTxWarp>
          </a:bodyPr>
          <a:lstStyle>
            <a:lvl1pPr algn="l" defTabSz="946150" eaLnBrk="1" hangingPunct="1">
              <a:defRPr sz="1200" b="0" smtClean="0">
                <a:latin typeface="Arial" charset="0"/>
              </a:defRPr>
            </a:lvl1pPr>
          </a:lstStyle>
          <a:p>
            <a:pPr>
              <a:defRPr/>
            </a:pPr>
            <a:endParaRPr lang="en-US"/>
          </a:p>
        </p:txBody>
      </p:sp>
      <p:sp>
        <p:nvSpPr>
          <p:cNvPr id="197635" name="Rectangle 3">
            <a:extLst>
              <a:ext uri="{FF2B5EF4-FFF2-40B4-BE49-F238E27FC236}">
                <a16:creationId xmlns:a16="http://schemas.microsoft.com/office/drawing/2014/main" id="{4EAB4800-F388-9DC9-52B4-C30E217C6080}"/>
              </a:ext>
            </a:extLst>
          </p:cNvPr>
          <p:cNvSpPr>
            <a:spLocks noGrp="1" noChangeArrowheads="1"/>
          </p:cNvSpPr>
          <p:nvPr>
            <p:ph type="dt" idx="1"/>
          </p:nvPr>
        </p:nvSpPr>
        <p:spPr bwMode="auto">
          <a:xfrm>
            <a:off x="4143375" y="0"/>
            <a:ext cx="3170238" cy="481013"/>
          </a:xfrm>
          <a:prstGeom prst="rect">
            <a:avLst/>
          </a:prstGeom>
          <a:noFill/>
          <a:ln w="9525">
            <a:noFill/>
            <a:miter lim="800000"/>
            <a:headEnd/>
            <a:tailEnd/>
          </a:ln>
          <a:effectLst/>
        </p:spPr>
        <p:txBody>
          <a:bodyPr vert="horz" wrap="square" lIns="94837" tIns="47418" rIns="94837" bIns="47418" numCol="1" anchor="t" anchorCtr="0" compatLnSpc="1">
            <a:prstTxWarp prst="textNoShape">
              <a:avLst/>
            </a:prstTxWarp>
          </a:bodyPr>
          <a:lstStyle>
            <a:lvl1pPr algn="r" defTabSz="946150" eaLnBrk="1" hangingPunct="1">
              <a:defRPr sz="1200" b="0" smtClean="0">
                <a:latin typeface="Arial" charset="0"/>
              </a:defRPr>
            </a:lvl1pPr>
          </a:lstStyle>
          <a:p>
            <a:pPr>
              <a:defRPr/>
            </a:pPr>
            <a:endParaRPr lang="en-US"/>
          </a:p>
        </p:txBody>
      </p:sp>
      <p:sp>
        <p:nvSpPr>
          <p:cNvPr id="95236" name="Rectangle 4">
            <a:extLst>
              <a:ext uri="{FF2B5EF4-FFF2-40B4-BE49-F238E27FC236}">
                <a16:creationId xmlns:a16="http://schemas.microsoft.com/office/drawing/2014/main" id="{166A4761-03E8-F21C-43C0-2F11EB3AD722}"/>
              </a:ext>
            </a:extLst>
          </p:cNvPr>
          <p:cNvSpPr>
            <a:spLocks noGrp="1" noRot="1" noChangeAspect="1" noChangeArrowheads="1" noTextEdit="1"/>
          </p:cNvSpPr>
          <p:nvPr>
            <p:ph type="sldImg" idx="2"/>
          </p:nvPr>
        </p:nvSpPr>
        <p:spPr bwMode="auto">
          <a:xfrm>
            <a:off x="1257300" y="719138"/>
            <a:ext cx="4800600"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7637" name="Rectangle 5">
            <a:extLst>
              <a:ext uri="{FF2B5EF4-FFF2-40B4-BE49-F238E27FC236}">
                <a16:creationId xmlns:a16="http://schemas.microsoft.com/office/drawing/2014/main" id="{095C0D32-E059-8A3B-FCCB-9D1C99A41EAB}"/>
              </a:ext>
            </a:extLst>
          </p:cNvPr>
          <p:cNvSpPr>
            <a:spLocks noGrp="1" noChangeArrowheads="1"/>
          </p:cNvSpPr>
          <p:nvPr>
            <p:ph type="body" sz="quarter" idx="3"/>
          </p:nvPr>
        </p:nvSpPr>
        <p:spPr bwMode="auto">
          <a:xfrm>
            <a:off x="731838" y="4560888"/>
            <a:ext cx="5851525" cy="4321175"/>
          </a:xfrm>
          <a:prstGeom prst="rect">
            <a:avLst/>
          </a:prstGeom>
          <a:noFill/>
          <a:ln w="9525">
            <a:noFill/>
            <a:miter lim="800000"/>
            <a:headEnd/>
            <a:tailEnd/>
          </a:ln>
          <a:effectLst/>
        </p:spPr>
        <p:txBody>
          <a:bodyPr vert="horz" wrap="square" lIns="94837" tIns="47418" rIns="94837" bIns="47418"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97638" name="Rectangle 6">
            <a:extLst>
              <a:ext uri="{FF2B5EF4-FFF2-40B4-BE49-F238E27FC236}">
                <a16:creationId xmlns:a16="http://schemas.microsoft.com/office/drawing/2014/main" id="{FD5DCC01-617E-4803-459C-36524BD36672}"/>
              </a:ext>
            </a:extLst>
          </p:cNvPr>
          <p:cNvSpPr>
            <a:spLocks noGrp="1" noChangeArrowheads="1"/>
          </p:cNvSpPr>
          <p:nvPr>
            <p:ph type="ftr" sz="quarter" idx="4"/>
          </p:nvPr>
        </p:nvSpPr>
        <p:spPr bwMode="auto">
          <a:xfrm>
            <a:off x="0" y="9118600"/>
            <a:ext cx="3170238" cy="481013"/>
          </a:xfrm>
          <a:prstGeom prst="rect">
            <a:avLst/>
          </a:prstGeom>
          <a:noFill/>
          <a:ln w="9525">
            <a:noFill/>
            <a:miter lim="800000"/>
            <a:headEnd/>
            <a:tailEnd/>
          </a:ln>
          <a:effectLst/>
        </p:spPr>
        <p:txBody>
          <a:bodyPr vert="horz" wrap="square" lIns="94837" tIns="47418" rIns="94837" bIns="47418" numCol="1" anchor="b" anchorCtr="0" compatLnSpc="1">
            <a:prstTxWarp prst="textNoShape">
              <a:avLst/>
            </a:prstTxWarp>
          </a:bodyPr>
          <a:lstStyle>
            <a:lvl1pPr algn="l" defTabSz="946150" eaLnBrk="1" hangingPunct="1">
              <a:defRPr sz="1200" b="0" smtClean="0">
                <a:latin typeface="Arial" charset="0"/>
              </a:defRPr>
            </a:lvl1pPr>
          </a:lstStyle>
          <a:p>
            <a:pPr>
              <a:defRPr/>
            </a:pPr>
            <a:endParaRPr lang="en-US"/>
          </a:p>
        </p:txBody>
      </p:sp>
      <p:sp>
        <p:nvSpPr>
          <p:cNvPr id="197639" name="Rectangle 7">
            <a:extLst>
              <a:ext uri="{FF2B5EF4-FFF2-40B4-BE49-F238E27FC236}">
                <a16:creationId xmlns:a16="http://schemas.microsoft.com/office/drawing/2014/main" id="{8FF5D1A3-5037-5308-86F0-399AD9554568}"/>
              </a:ext>
            </a:extLst>
          </p:cNvPr>
          <p:cNvSpPr>
            <a:spLocks noGrp="1" noChangeArrowheads="1"/>
          </p:cNvSpPr>
          <p:nvPr>
            <p:ph type="sldNum" sz="quarter" idx="5"/>
          </p:nvPr>
        </p:nvSpPr>
        <p:spPr bwMode="auto">
          <a:xfrm>
            <a:off x="4143375" y="9118600"/>
            <a:ext cx="3170238" cy="481013"/>
          </a:xfrm>
          <a:prstGeom prst="rect">
            <a:avLst/>
          </a:prstGeom>
          <a:noFill/>
          <a:ln w="9525">
            <a:noFill/>
            <a:miter lim="800000"/>
            <a:headEnd/>
            <a:tailEnd/>
          </a:ln>
          <a:effectLst/>
        </p:spPr>
        <p:txBody>
          <a:bodyPr vert="horz" wrap="square" lIns="94837" tIns="47418" rIns="94837" bIns="47418" numCol="1" anchor="b" anchorCtr="0" compatLnSpc="1">
            <a:prstTxWarp prst="textNoShape">
              <a:avLst/>
            </a:prstTxWarp>
          </a:bodyPr>
          <a:lstStyle>
            <a:lvl1pPr algn="r" defTabSz="946150" eaLnBrk="1" hangingPunct="1">
              <a:defRPr sz="1200" b="0">
                <a:latin typeface="Arial" panose="020B0604020202020204" pitchFamily="34" charset="0"/>
              </a:defRPr>
            </a:lvl1pPr>
          </a:lstStyle>
          <a:p>
            <a:fld id="{DD401D96-28B4-4417-AFDC-1447DAB164F1}"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a:extLst>
              <a:ext uri="{FF2B5EF4-FFF2-40B4-BE49-F238E27FC236}">
                <a16:creationId xmlns:a16="http://schemas.microsoft.com/office/drawing/2014/main" id="{AEF7E7C8-A5A4-27A2-6024-73DFC7BE714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2452DFA4-154C-4921-BC40-D48C5231E426}" type="slidenum">
              <a:rPr lang="en-US" altLang="en-US" b="0">
                <a:latin typeface="Arial" panose="020B0604020202020204" pitchFamily="34" charset="0"/>
              </a:rPr>
              <a:pPr/>
              <a:t>1</a:t>
            </a:fld>
            <a:endParaRPr lang="en-US" altLang="en-US" b="0">
              <a:latin typeface="Arial" panose="020B0604020202020204" pitchFamily="34" charset="0"/>
            </a:endParaRPr>
          </a:p>
        </p:txBody>
      </p:sp>
      <p:sp>
        <p:nvSpPr>
          <p:cNvPr id="96259" name="Rectangle 2">
            <a:extLst>
              <a:ext uri="{FF2B5EF4-FFF2-40B4-BE49-F238E27FC236}">
                <a16:creationId xmlns:a16="http://schemas.microsoft.com/office/drawing/2014/main" id="{B249EB30-37C5-21B3-3D83-CE0E3EE97C59}"/>
              </a:ext>
            </a:extLst>
          </p:cNvPr>
          <p:cNvSpPr>
            <a:spLocks noGrp="1" noRot="1" noChangeAspect="1" noChangeArrowheads="1" noTextEdit="1"/>
          </p:cNvSpPr>
          <p:nvPr>
            <p:ph type="sldImg"/>
          </p:nvPr>
        </p:nvSpPr>
        <p:spPr>
          <a:ln/>
        </p:spPr>
      </p:sp>
      <p:sp>
        <p:nvSpPr>
          <p:cNvPr id="96260" name="Rectangle 3">
            <a:extLst>
              <a:ext uri="{FF2B5EF4-FFF2-40B4-BE49-F238E27FC236}">
                <a16:creationId xmlns:a16="http://schemas.microsoft.com/office/drawing/2014/main" id="{E98E8A1E-99E9-666B-0EF2-9F948BFF50D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260E2591-0D04-6302-FBFE-109D3E79E7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0B3DB2B8-9E42-41B7-BA68-5F6824149B72}" type="slidenum">
              <a:rPr lang="en-US" altLang="en-US" b="0">
                <a:latin typeface="Arial" panose="020B0604020202020204" pitchFamily="34" charset="0"/>
              </a:rPr>
              <a:pPr/>
              <a:t>2</a:t>
            </a:fld>
            <a:endParaRPr lang="en-US" altLang="en-US" b="0">
              <a:latin typeface="Arial" panose="020B0604020202020204" pitchFamily="34" charset="0"/>
            </a:endParaRPr>
          </a:p>
        </p:txBody>
      </p:sp>
      <p:sp>
        <p:nvSpPr>
          <p:cNvPr id="97283" name="Rectangle 2">
            <a:extLst>
              <a:ext uri="{FF2B5EF4-FFF2-40B4-BE49-F238E27FC236}">
                <a16:creationId xmlns:a16="http://schemas.microsoft.com/office/drawing/2014/main" id="{CB2EC06F-4955-7FA7-EEE8-F23C56239E37}"/>
              </a:ext>
            </a:extLst>
          </p:cNvPr>
          <p:cNvSpPr>
            <a:spLocks noGrp="1" noRot="1" noChangeAspect="1" noChangeArrowheads="1" noTextEdit="1"/>
          </p:cNvSpPr>
          <p:nvPr>
            <p:ph type="sldImg"/>
          </p:nvPr>
        </p:nvSpPr>
        <p:spPr>
          <a:ln/>
        </p:spPr>
      </p:sp>
      <p:sp>
        <p:nvSpPr>
          <p:cNvPr id="97284" name="Rectangle 3">
            <a:extLst>
              <a:ext uri="{FF2B5EF4-FFF2-40B4-BE49-F238E27FC236}">
                <a16:creationId xmlns:a16="http://schemas.microsoft.com/office/drawing/2014/main" id="{529092C1-E87D-A587-CEFE-8E75025D946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a:extLst>
              <a:ext uri="{FF2B5EF4-FFF2-40B4-BE49-F238E27FC236}">
                <a16:creationId xmlns:a16="http://schemas.microsoft.com/office/drawing/2014/main" id="{E94EAD18-B7C5-62BD-BA76-DCD5D974684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3B42C3CA-C178-4F5C-AE13-3B90317136EE}" type="slidenum">
              <a:rPr lang="en-US" altLang="en-US" b="0">
                <a:latin typeface="Arial" panose="020B0604020202020204" pitchFamily="34" charset="0"/>
              </a:rPr>
              <a:pPr/>
              <a:t>3</a:t>
            </a:fld>
            <a:endParaRPr lang="en-US" altLang="en-US" b="0">
              <a:latin typeface="Arial" panose="020B0604020202020204" pitchFamily="34" charset="0"/>
            </a:endParaRPr>
          </a:p>
        </p:txBody>
      </p:sp>
      <p:sp>
        <p:nvSpPr>
          <p:cNvPr id="98307" name="Rectangle 2">
            <a:extLst>
              <a:ext uri="{FF2B5EF4-FFF2-40B4-BE49-F238E27FC236}">
                <a16:creationId xmlns:a16="http://schemas.microsoft.com/office/drawing/2014/main" id="{38CCBDCB-8575-B763-E482-5A8BFCF1B5BC}"/>
              </a:ext>
            </a:extLst>
          </p:cNvPr>
          <p:cNvSpPr>
            <a:spLocks noGrp="1" noRot="1" noChangeAspect="1" noChangeArrowheads="1" noTextEdit="1"/>
          </p:cNvSpPr>
          <p:nvPr>
            <p:ph type="sldImg"/>
          </p:nvPr>
        </p:nvSpPr>
        <p:spPr>
          <a:ln/>
        </p:spPr>
      </p:sp>
      <p:sp>
        <p:nvSpPr>
          <p:cNvPr id="98308" name="Rectangle 3">
            <a:extLst>
              <a:ext uri="{FF2B5EF4-FFF2-40B4-BE49-F238E27FC236}">
                <a16:creationId xmlns:a16="http://schemas.microsoft.com/office/drawing/2014/main" id="{7ECF5659-1B00-4FF1-CE5D-AC8297661C8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88AD3B71-B6B2-5820-AA45-E955232B817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C42A42CF-832B-451F-A8B9-F1803D945621}" type="slidenum">
              <a:rPr lang="en-US" altLang="en-US" b="0">
                <a:latin typeface="Arial" panose="020B0604020202020204" pitchFamily="34" charset="0"/>
              </a:rPr>
              <a:pPr/>
              <a:t>4</a:t>
            </a:fld>
            <a:endParaRPr lang="en-US" altLang="en-US" b="0">
              <a:latin typeface="Arial" panose="020B0604020202020204" pitchFamily="34" charset="0"/>
            </a:endParaRPr>
          </a:p>
        </p:txBody>
      </p:sp>
      <p:sp>
        <p:nvSpPr>
          <p:cNvPr id="99331" name="Rectangle 2">
            <a:extLst>
              <a:ext uri="{FF2B5EF4-FFF2-40B4-BE49-F238E27FC236}">
                <a16:creationId xmlns:a16="http://schemas.microsoft.com/office/drawing/2014/main" id="{B6E17D20-2D43-8CEA-FCC1-DBDC423EACC0}"/>
              </a:ext>
            </a:extLst>
          </p:cNvPr>
          <p:cNvSpPr>
            <a:spLocks noGrp="1" noRot="1" noChangeAspect="1" noChangeArrowheads="1" noTextEdit="1"/>
          </p:cNvSpPr>
          <p:nvPr>
            <p:ph type="sldImg"/>
          </p:nvPr>
        </p:nvSpPr>
        <p:spPr>
          <a:ln/>
        </p:spPr>
      </p:sp>
      <p:sp>
        <p:nvSpPr>
          <p:cNvPr id="99332" name="Rectangle 3">
            <a:extLst>
              <a:ext uri="{FF2B5EF4-FFF2-40B4-BE49-F238E27FC236}">
                <a16:creationId xmlns:a16="http://schemas.microsoft.com/office/drawing/2014/main" id="{7410F151-258D-FA7E-C56F-A60C177F124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a:extLst>
              <a:ext uri="{FF2B5EF4-FFF2-40B4-BE49-F238E27FC236}">
                <a16:creationId xmlns:a16="http://schemas.microsoft.com/office/drawing/2014/main" id="{B6F32459-C58B-BE4C-8CC1-55327E92818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415584B3-E967-4BE4-8FDA-8208F15E0DFF}" type="slidenum">
              <a:rPr lang="en-US" altLang="en-US" b="0">
                <a:latin typeface="Arial" panose="020B0604020202020204" pitchFamily="34" charset="0"/>
              </a:rPr>
              <a:pPr/>
              <a:t>5</a:t>
            </a:fld>
            <a:endParaRPr lang="en-US" altLang="en-US" b="0">
              <a:latin typeface="Arial" panose="020B0604020202020204" pitchFamily="34" charset="0"/>
            </a:endParaRPr>
          </a:p>
        </p:txBody>
      </p:sp>
      <p:sp>
        <p:nvSpPr>
          <p:cNvPr id="100355" name="Rectangle 2">
            <a:extLst>
              <a:ext uri="{FF2B5EF4-FFF2-40B4-BE49-F238E27FC236}">
                <a16:creationId xmlns:a16="http://schemas.microsoft.com/office/drawing/2014/main" id="{9F31ABE4-7CB9-3736-5645-B729740A3CB9}"/>
              </a:ext>
            </a:extLst>
          </p:cNvPr>
          <p:cNvSpPr>
            <a:spLocks noGrp="1" noRot="1" noChangeAspect="1" noChangeArrowheads="1" noTextEdit="1"/>
          </p:cNvSpPr>
          <p:nvPr>
            <p:ph type="sldImg"/>
          </p:nvPr>
        </p:nvSpPr>
        <p:spPr>
          <a:ln/>
        </p:spPr>
      </p:sp>
      <p:sp>
        <p:nvSpPr>
          <p:cNvPr id="100356" name="Rectangle 3">
            <a:extLst>
              <a:ext uri="{FF2B5EF4-FFF2-40B4-BE49-F238E27FC236}">
                <a16:creationId xmlns:a16="http://schemas.microsoft.com/office/drawing/2014/main" id="{E819F56E-CE45-6D55-FBAA-9FFFCE98610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a:extLst>
              <a:ext uri="{FF2B5EF4-FFF2-40B4-BE49-F238E27FC236}">
                <a16:creationId xmlns:a16="http://schemas.microsoft.com/office/drawing/2014/main" id="{000A5937-57B6-D3EF-3AF4-587B8AE8FBC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E2009A3E-D73C-49ED-9EA5-418898CC2903}" type="slidenum">
              <a:rPr lang="en-US" altLang="en-US" b="0">
                <a:latin typeface="Arial" panose="020B0604020202020204" pitchFamily="34" charset="0"/>
              </a:rPr>
              <a:pPr/>
              <a:t>6</a:t>
            </a:fld>
            <a:endParaRPr lang="en-US" altLang="en-US" b="0">
              <a:latin typeface="Arial" panose="020B0604020202020204" pitchFamily="34" charset="0"/>
            </a:endParaRPr>
          </a:p>
        </p:txBody>
      </p:sp>
      <p:sp>
        <p:nvSpPr>
          <p:cNvPr id="101379" name="Rectangle 2">
            <a:extLst>
              <a:ext uri="{FF2B5EF4-FFF2-40B4-BE49-F238E27FC236}">
                <a16:creationId xmlns:a16="http://schemas.microsoft.com/office/drawing/2014/main" id="{0D87203C-048D-BE34-2CE3-25F178710265}"/>
              </a:ext>
            </a:extLst>
          </p:cNvPr>
          <p:cNvSpPr>
            <a:spLocks noGrp="1" noRot="1" noChangeAspect="1" noChangeArrowheads="1" noTextEdit="1"/>
          </p:cNvSpPr>
          <p:nvPr>
            <p:ph type="sldImg"/>
          </p:nvPr>
        </p:nvSpPr>
        <p:spPr>
          <a:ln/>
        </p:spPr>
      </p:sp>
      <p:sp>
        <p:nvSpPr>
          <p:cNvPr id="101380" name="Rectangle 3">
            <a:extLst>
              <a:ext uri="{FF2B5EF4-FFF2-40B4-BE49-F238E27FC236}">
                <a16:creationId xmlns:a16="http://schemas.microsoft.com/office/drawing/2014/main" id="{C2F413D7-BD50-F634-13D7-13AA5E3A58A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a:extLst>
              <a:ext uri="{FF2B5EF4-FFF2-40B4-BE49-F238E27FC236}">
                <a16:creationId xmlns:a16="http://schemas.microsoft.com/office/drawing/2014/main" id="{FC92B717-847C-7826-3B25-4338476F6C9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69F875F3-17CB-4EA1-92DE-FAD76D8B6E4A}" type="slidenum">
              <a:rPr lang="en-US" altLang="en-US" b="0">
                <a:latin typeface="Arial" panose="020B0604020202020204" pitchFamily="34" charset="0"/>
              </a:rPr>
              <a:pPr/>
              <a:t>7</a:t>
            </a:fld>
            <a:endParaRPr lang="en-US" altLang="en-US" b="0">
              <a:latin typeface="Arial" panose="020B0604020202020204" pitchFamily="34" charset="0"/>
            </a:endParaRPr>
          </a:p>
        </p:txBody>
      </p:sp>
      <p:sp>
        <p:nvSpPr>
          <p:cNvPr id="102403" name="Rectangle 2">
            <a:extLst>
              <a:ext uri="{FF2B5EF4-FFF2-40B4-BE49-F238E27FC236}">
                <a16:creationId xmlns:a16="http://schemas.microsoft.com/office/drawing/2014/main" id="{EC247D8B-700C-F7F4-D6BD-3C1AB755CD02}"/>
              </a:ext>
            </a:extLst>
          </p:cNvPr>
          <p:cNvSpPr>
            <a:spLocks noGrp="1" noRot="1" noChangeAspect="1" noChangeArrowheads="1" noTextEdit="1"/>
          </p:cNvSpPr>
          <p:nvPr>
            <p:ph type="sldImg"/>
          </p:nvPr>
        </p:nvSpPr>
        <p:spPr>
          <a:ln/>
        </p:spPr>
      </p:sp>
      <p:sp>
        <p:nvSpPr>
          <p:cNvPr id="102404" name="Rectangle 3">
            <a:extLst>
              <a:ext uri="{FF2B5EF4-FFF2-40B4-BE49-F238E27FC236}">
                <a16:creationId xmlns:a16="http://schemas.microsoft.com/office/drawing/2014/main" id="{F1779823-7FD4-02CC-9D45-A8535019C79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a:extLst>
              <a:ext uri="{FF2B5EF4-FFF2-40B4-BE49-F238E27FC236}">
                <a16:creationId xmlns:a16="http://schemas.microsoft.com/office/drawing/2014/main" id="{CDC90C2C-2F48-B815-FBAA-380070F523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FB8E0B32-0FDF-431A-8F96-F327377C3E2A}" type="slidenum">
              <a:rPr lang="en-US" altLang="en-US" b="0">
                <a:latin typeface="Arial" panose="020B0604020202020204" pitchFamily="34" charset="0"/>
              </a:rPr>
              <a:pPr/>
              <a:t>8</a:t>
            </a:fld>
            <a:endParaRPr lang="en-US" altLang="en-US" b="0">
              <a:latin typeface="Arial" panose="020B0604020202020204" pitchFamily="34" charset="0"/>
            </a:endParaRPr>
          </a:p>
        </p:txBody>
      </p:sp>
      <p:sp>
        <p:nvSpPr>
          <p:cNvPr id="103427" name="Rectangle 2">
            <a:extLst>
              <a:ext uri="{FF2B5EF4-FFF2-40B4-BE49-F238E27FC236}">
                <a16:creationId xmlns:a16="http://schemas.microsoft.com/office/drawing/2014/main" id="{CB0F824C-379A-5A86-06DE-6FEE9BAF7560}"/>
              </a:ext>
            </a:extLst>
          </p:cNvPr>
          <p:cNvSpPr>
            <a:spLocks noGrp="1" noRot="1" noChangeAspect="1" noChangeArrowheads="1" noTextEdit="1"/>
          </p:cNvSpPr>
          <p:nvPr>
            <p:ph type="sldImg"/>
          </p:nvPr>
        </p:nvSpPr>
        <p:spPr>
          <a:ln/>
        </p:spPr>
      </p:sp>
      <p:sp>
        <p:nvSpPr>
          <p:cNvPr id="103428" name="Rectangle 3">
            <a:extLst>
              <a:ext uri="{FF2B5EF4-FFF2-40B4-BE49-F238E27FC236}">
                <a16:creationId xmlns:a16="http://schemas.microsoft.com/office/drawing/2014/main" id="{7C212B55-192C-E394-9E72-2F24A58654E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a:extLst>
              <a:ext uri="{FF2B5EF4-FFF2-40B4-BE49-F238E27FC236}">
                <a16:creationId xmlns:a16="http://schemas.microsoft.com/office/drawing/2014/main" id="{6ED35E3D-BCC8-71E5-C12B-A00BC2794A1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FC38B113-C41A-4936-B26E-CDF2E23259A5}" type="slidenum">
              <a:rPr lang="en-US" altLang="en-US" b="0">
                <a:latin typeface="Arial" panose="020B0604020202020204" pitchFamily="34" charset="0"/>
              </a:rPr>
              <a:pPr/>
              <a:t>9</a:t>
            </a:fld>
            <a:endParaRPr lang="en-US" altLang="en-US" b="0">
              <a:latin typeface="Arial" panose="020B0604020202020204" pitchFamily="34" charset="0"/>
            </a:endParaRPr>
          </a:p>
        </p:txBody>
      </p:sp>
      <p:sp>
        <p:nvSpPr>
          <p:cNvPr id="104451" name="Rectangle 2">
            <a:extLst>
              <a:ext uri="{FF2B5EF4-FFF2-40B4-BE49-F238E27FC236}">
                <a16:creationId xmlns:a16="http://schemas.microsoft.com/office/drawing/2014/main" id="{BBAEC68D-58AD-2C66-776D-1CE033170053}"/>
              </a:ext>
            </a:extLst>
          </p:cNvPr>
          <p:cNvSpPr>
            <a:spLocks noGrp="1" noRot="1" noChangeAspect="1" noChangeArrowheads="1" noTextEdit="1"/>
          </p:cNvSpPr>
          <p:nvPr>
            <p:ph type="sldImg"/>
          </p:nvPr>
        </p:nvSpPr>
        <p:spPr>
          <a:ln/>
        </p:spPr>
      </p:sp>
      <p:sp>
        <p:nvSpPr>
          <p:cNvPr id="104452" name="Rectangle 3">
            <a:extLst>
              <a:ext uri="{FF2B5EF4-FFF2-40B4-BE49-F238E27FC236}">
                <a16:creationId xmlns:a16="http://schemas.microsoft.com/office/drawing/2014/main" id="{9C902F0B-54FD-D104-6687-0E9124F4191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a:extLst>
              <a:ext uri="{FF2B5EF4-FFF2-40B4-BE49-F238E27FC236}">
                <a16:creationId xmlns:a16="http://schemas.microsoft.com/office/drawing/2014/main" id="{BC9F5159-1892-5D58-CE1B-C80DA72B6B1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5B837E3A-B515-4D23-B47D-8A28E2617152}" type="slidenum">
              <a:rPr lang="en-US" altLang="en-US" b="0">
                <a:latin typeface="Arial" panose="020B0604020202020204" pitchFamily="34" charset="0"/>
              </a:rPr>
              <a:pPr/>
              <a:t>10</a:t>
            </a:fld>
            <a:endParaRPr lang="en-US" altLang="en-US" b="0">
              <a:latin typeface="Arial" panose="020B0604020202020204" pitchFamily="34" charset="0"/>
            </a:endParaRPr>
          </a:p>
        </p:txBody>
      </p:sp>
      <p:sp>
        <p:nvSpPr>
          <p:cNvPr id="105475" name="Rectangle 2">
            <a:extLst>
              <a:ext uri="{FF2B5EF4-FFF2-40B4-BE49-F238E27FC236}">
                <a16:creationId xmlns:a16="http://schemas.microsoft.com/office/drawing/2014/main" id="{FA0C3EC8-0543-D7E9-B4DA-BF0396356F09}"/>
              </a:ext>
            </a:extLst>
          </p:cNvPr>
          <p:cNvSpPr>
            <a:spLocks noGrp="1" noRot="1" noChangeAspect="1" noChangeArrowheads="1" noTextEdit="1"/>
          </p:cNvSpPr>
          <p:nvPr>
            <p:ph type="sldImg"/>
          </p:nvPr>
        </p:nvSpPr>
        <p:spPr>
          <a:ln/>
        </p:spPr>
      </p:sp>
      <p:sp>
        <p:nvSpPr>
          <p:cNvPr id="105476" name="Rectangle 3">
            <a:extLst>
              <a:ext uri="{FF2B5EF4-FFF2-40B4-BE49-F238E27FC236}">
                <a16:creationId xmlns:a16="http://schemas.microsoft.com/office/drawing/2014/main" id="{FE26D45A-4915-A8C8-519A-D52AE82B42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a:extLst>
              <a:ext uri="{FF2B5EF4-FFF2-40B4-BE49-F238E27FC236}">
                <a16:creationId xmlns:a16="http://schemas.microsoft.com/office/drawing/2014/main" id="{8BB1C5B4-05A5-383C-BECA-0FA3F786DE2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F690A00C-88B2-49B1-A8BA-E0867C8D16FD}" type="slidenum">
              <a:rPr lang="en-US" altLang="en-US" b="0">
                <a:latin typeface="Arial" panose="020B0604020202020204" pitchFamily="34" charset="0"/>
              </a:rPr>
              <a:pPr/>
              <a:t>11</a:t>
            </a:fld>
            <a:endParaRPr lang="en-US" altLang="en-US" b="0">
              <a:latin typeface="Arial" panose="020B0604020202020204" pitchFamily="34" charset="0"/>
            </a:endParaRPr>
          </a:p>
        </p:txBody>
      </p:sp>
      <p:sp>
        <p:nvSpPr>
          <p:cNvPr id="106499" name="Rectangle 2">
            <a:extLst>
              <a:ext uri="{FF2B5EF4-FFF2-40B4-BE49-F238E27FC236}">
                <a16:creationId xmlns:a16="http://schemas.microsoft.com/office/drawing/2014/main" id="{E309E3B6-8B74-1111-2D7D-468AEAA915B6}"/>
              </a:ext>
            </a:extLst>
          </p:cNvPr>
          <p:cNvSpPr>
            <a:spLocks noGrp="1" noRot="1" noChangeAspect="1" noChangeArrowheads="1" noTextEdit="1"/>
          </p:cNvSpPr>
          <p:nvPr>
            <p:ph type="sldImg"/>
          </p:nvPr>
        </p:nvSpPr>
        <p:spPr>
          <a:ln/>
        </p:spPr>
      </p:sp>
      <p:sp>
        <p:nvSpPr>
          <p:cNvPr id="106500" name="Rectangle 3">
            <a:extLst>
              <a:ext uri="{FF2B5EF4-FFF2-40B4-BE49-F238E27FC236}">
                <a16:creationId xmlns:a16="http://schemas.microsoft.com/office/drawing/2014/main" id="{D0A2F901-CCF6-654C-B18E-B510612FAB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a:extLst>
              <a:ext uri="{FF2B5EF4-FFF2-40B4-BE49-F238E27FC236}">
                <a16:creationId xmlns:a16="http://schemas.microsoft.com/office/drawing/2014/main" id="{134B9B4F-1583-2D3E-9E3E-DC88A99AE51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D2AB63C1-BA0E-4F93-9393-C701026C60DA}" type="slidenum">
              <a:rPr lang="en-US" altLang="en-US" b="0">
                <a:latin typeface="Arial" panose="020B0604020202020204" pitchFamily="34" charset="0"/>
              </a:rPr>
              <a:pPr/>
              <a:t>12</a:t>
            </a:fld>
            <a:endParaRPr lang="en-US" altLang="en-US" b="0">
              <a:latin typeface="Arial" panose="020B0604020202020204" pitchFamily="34" charset="0"/>
            </a:endParaRPr>
          </a:p>
        </p:txBody>
      </p:sp>
      <p:sp>
        <p:nvSpPr>
          <p:cNvPr id="107523" name="Rectangle 2">
            <a:extLst>
              <a:ext uri="{FF2B5EF4-FFF2-40B4-BE49-F238E27FC236}">
                <a16:creationId xmlns:a16="http://schemas.microsoft.com/office/drawing/2014/main" id="{33EB4317-3BA0-7273-6757-EEF046CFF704}"/>
              </a:ext>
            </a:extLst>
          </p:cNvPr>
          <p:cNvSpPr>
            <a:spLocks noGrp="1" noRot="1" noChangeAspect="1" noChangeArrowheads="1" noTextEdit="1"/>
          </p:cNvSpPr>
          <p:nvPr>
            <p:ph type="sldImg"/>
          </p:nvPr>
        </p:nvSpPr>
        <p:spPr>
          <a:ln/>
        </p:spPr>
      </p:sp>
      <p:sp>
        <p:nvSpPr>
          <p:cNvPr id="107524" name="Rectangle 3">
            <a:extLst>
              <a:ext uri="{FF2B5EF4-FFF2-40B4-BE49-F238E27FC236}">
                <a16:creationId xmlns:a16="http://schemas.microsoft.com/office/drawing/2014/main" id="{E3FD4AD0-8F51-53A2-9D33-221AF255E61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a:extLst>
              <a:ext uri="{FF2B5EF4-FFF2-40B4-BE49-F238E27FC236}">
                <a16:creationId xmlns:a16="http://schemas.microsoft.com/office/drawing/2014/main" id="{5644231A-BFD1-CF3D-C9F9-8000A931F6F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1884FD0F-466C-4875-9FBD-4F4987CA44D0}" type="slidenum">
              <a:rPr lang="en-US" altLang="en-US" b="0">
                <a:latin typeface="Arial" panose="020B0604020202020204" pitchFamily="34" charset="0"/>
              </a:rPr>
              <a:pPr/>
              <a:t>13</a:t>
            </a:fld>
            <a:endParaRPr lang="en-US" altLang="en-US" b="0">
              <a:latin typeface="Arial" panose="020B0604020202020204" pitchFamily="34" charset="0"/>
            </a:endParaRPr>
          </a:p>
        </p:txBody>
      </p:sp>
      <p:sp>
        <p:nvSpPr>
          <p:cNvPr id="108547" name="Rectangle 2">
            <a:extLst>
              <a:ext uri="{FF2B5EF4-FFF2-40B4-BE49-F238E27FC236}">
                <a16:creationId xmlns:a16="http://schemas.microsoft.com/office/drawing/2014/main" id="{7E224F94-240F-F551-F1AC-43C5F4D186C6}"/>
              </a:ext>
            </a:extLst>
          </p:cNvPr>
          <p:cNvSpPr>
            <a:spLocks noGrp="1" noRot="1" noChangeAspect="1" noChangeArrowheads="1" noTextEdit="1"/>
          </p:cNvSpPr>
          <p:nvPr>
            <p:ph type="sldImg"/>
          </p:nvPr>
        </p:nvSpPr>
        <p:spPr>
          <a:ln/>
        </p:spPr>
      </p:sp>
      <p:sp>
        <p:nvSpPr>
          <p:cNvPr id="108548" name="Rectangle 3">
            <a:extLst>
              <a:ext uri="{FF2B5EF4-FFF2-40B4-BE49-F238E27FC236}">
                <a16:creationId xmlns:a16="http://schemas.microsoft.com/office/drawing/2014/main" id="{28C3A600-82AB-FD6C-BEB5-C98D7C209BC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a:extLst>
              <a:ext uri="{FF2B5EF4-FFF2-40B4-BE49-F238E27FC236}">
                <a16:creationId xmlns:a16="http://schemas.microsoft.com/office/drawing/2014/main" id="{5F385EED-03EA-62F3-EC22-815C4616F83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70675AE0-47AF-48D4-AAD4-96BA86A32726}" type="slidenum">
              <a:rPr lang="en-US" altLang="en-US" b="0">
                <a:latin typeface="Arial" panose="020B0604020202020204" pitchFamily="34" charset="0"/>
              </a:rPr>
              <a:pPr/>
              <a:t>14</a:t>
            </a:fld>
            <a:endParaRPr lang="en-US" altLang="en-US" b="0">
              <a:latin typeface="Arial" panose="020B0604020202020204" pitchFamily="34" charset="0"/>
            </a:endParaRPr>
          </a:p>
        </p:txBody>
      </p:sp>
      <p:sp>
        <p:nvSpPr>
          <p:cNvPr id="109571" name="Rectangle 2">
            <a:extLst>
              <a:ext uri="{FF2B5EF4-FFF2-40B4-BE49-F238E27FC236}">
                <a16:creationId xmlns:a16="http://schemas.microsoft.com/office/drawing/2014/main" id="{7A7B62EB-35B1-9F7E-5D6C-71F909EA8FEF}"/>
              </a:ext>
            </a:extLst>
          </p:cNvPr>
          <p:cNvSpPr>
            <a:spLocks noGrp="1" noRot="1" noChangeAspect="1" noChangeArrowheads="1" noTextEdit="1"/>
          </p:cNvSpPr>
          <p:nvPr>
            <p:ph type="sldImg"/>
          </p:nvPr>
        </p:nvSpPr>
        <p:spPr>
          <a:ln/>
        </p:spPr>
      </p:sp>
      <p:sp>
        <p:nvSpPr>
          <p:cNvPr id="109572" name="Rectangle 3">
            <a:extLst>
              <a:ext uri="{FF2B5EF4-FFF2-40B4-BE49-F238E27FC236}">
                <a16:creationId xmlns:a16="http://schemas.microsoft.com/office/drawing/2014/main" id="{28B1AB73-85D9-1EE6-BD76-3A429E966F0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a:extLst>
              <a:ext uri="{FF2B5EF4-FFF2-40B4-BE49-F238E27FC236}">
                <a16:creationId xmlns:a16="http://schemas.microsoft.com/office/drawing/2014/main" id="{7606DF9D-1655-0E5C-698F-56C0F8CFA6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D67C6D47-2B84-4AFB-AE4A-9D61A33EA1A5}" type="slidenum">
              <a:rPr lang="en-US" altLang="en-US" b="0">
                <a:latin typeface="Arial" panose="020B0604020202020204" pitchFamily="34" charset="0"/>
              </a:rPr>
              <a:pPr/>
              <a:t>15</a:t>
            </a:fld>
            <a:endParaRPr lang="en-US" altLang="en-US" b="0">
              <a:latin typeface="Arial" panose="020B0604020202020204" pitchFamily="34" charset="0"/>
            </a:endParaRPr>
          </a:p>
        </p:txBody>
      </p:sp>
      <p:sp>
        <p:nvSpPr>
          <p:cNvPr id="110595" name="Rectangle 2">
            <a:extLst>
              <a:ext uri="{FF2B5EF4-FFF2-40B4-BE49-F238E27FC236}">
                <a16:creationId xmlns:a16="http://schemas.microsoft.com/office/drawing/2014/main" id="{6B2E6AD0-99FF-A1C1-3FC2-EC1407A99A76}"/>
              </a:ext>
            </a:extLst>
          </p:cNvPr>
          <p:cNvSpPr>
            <a:spLocks noGrp="1" noRot="1" noChangeAspect="1" noChangeArrowheads="1" noTextEdit="1"/>
          </p:cNvSpPr>
          <p:nvPr>
            <p:ph type="sldImg"/>
          </p:nvPr>
        </p:nvSpPr>
        <p:spPr>
          <a:ln/>
        </p:spPr>
      </p:sp>
      <p:sp>
        <p:nvSpPr>
          <p:cNvPr id="110596" name="Rectangle 3">
            <a:extLst>
              <a:ext uri="{FF2B5EF4-FFF2-40B4-BE49-F238E27FC236}">
                <a16:creationId xmlns:a16="http://schemas.microsoft.com/office/drawing/2014/main" id="{96615DED-2B7A-06D5-00FC-EEE85A918E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a:extLst>
              <a:ext uri="{FF2B5EF4-FFF2-40B4-BE49-F238E27FC236}">
                <a16:creationId xmlns:a16="http://schemas.microsoft.com/office/drawing/2014/main" id="{834E536F-842E-EA6E-77D7-FFA0104098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0B57FF83-CC13-410A-A603-9ABEBE0EC362}" type="slidenum">
              <a:rPr lang="en-US" altLang="en-US" b="0">
                <a:latin typeface="Arial" panose="020B0604020202020204" pitchFamily="34" charset="0"/>
              </a:rPr>
              <a:pPr/>
              <a:t>16</a:t>
            </a:fld>
            <a:endParaRPr lang="en-US" altLang="en-US" b="0">
              <a:latin typeface="Arial" panose="020B0604020202020204" pitchFamily="34" charset="0"/>
            </a:endParaRPr>
          </a:p>
        </p:txBody>
      </p:sp>
      <p:sp>
        <p:nvSpPr>
          <p:cNvPr id="111619" name="Rectangle 2">
            <a:extLst>
              <a:ext uri="{FF2B5EF4-FFF2-40B4-BE49-F238E27FC236}">
                <a16:creationId xmlns:a16="http://schemas.microsoft.com/office/drawing/2014/main" id="{2B506082-7152-2CBF-9FEC-84E2B2071437}"/>
              </a:ext>
            </a:extLst>
          </p:cNvPr>
          <p:cNvSpPr>
            <a:spLocks noGrp="1" noRot="1" noChangeAspect="1" noChangeArrowheads="1" noTextEdit="1"/>
          </p:cNvSpPr>
          <p:nvPr>
            <p:ph type="sldImg"/>
          </p:nvPr>
        </p:nvSpPr>
        <p:spPr>
          <a:ln/>
        </p:spPr>
      </p:sp>
      <p:sp>
        <p:nvSpPr>
          <p:cNvPr id="111620" name="Rectangle 3">
            <a:extLst>
              <a:ext uri="{FF2B5EF4-FFF2-40B4-BE49-F238E27FC236}">
                <a16:creationId xmlns:a16="http://schemas.microsoft.com/office/drawing/2014/main" id="{019BFD48-BF49-7892-F8E6-7D0FA58FABC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a:extLst>
              <a:ext uri="{FF2B5EF4-FFF2-40B4-BE49-F238E27FC236}">
                <a16:creationId xmlns:a16="http://schemas.microsoft.com/office/drawing/2014/main" id="{1A01BE51-8856-4F96-018E-39FC36501C0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79913E28-29C3-4740-8E49-A218BE0D3E6A}" type="slidenum">
              <a:rPr lang="en-US" altLang="en-US" b="0">
                <a:latin typeface="Arial" panose="020B0604020202020204" pitchFamily="34" charset="0"/>
              </a:rPr>
              <a:pPr/>
              <a:t>17</a:t>
            </a:fld>
            <a:endParaRPr lang="en-US" altLang="en-US" b="0">
              <a:latin typeface="Arial" panose="020B0604020202020204" pitchFamily="34" charset="0"/>
            </a:endParaRPr>
          </a:p>
        </p:txBody>
      </p:sp>
      <p:sp>
        <p:nvSpPr>
          <p:cNvPr id="112643" name="Rectangle 2">
            <a:extLst>
              <a:ext uri="{FF2B5EF4-FFF2-40B4-BE49-F238E27FC236}">
                <a16:creationId xmlns:a16="http://schemas.microsoft.com/office/drawing/2014/main" id="{8E4C95F1-10A6-0BD0-9DFC-E7A1A2A37010}"/>
              </a:ext>
            </a:extLst>
          </p:cNvPr>
          <p:cNvSpPr>
            <a:spLocks noGrp="1" noRot="1" noChangeAspect="1" noChangeArrowheads="1" noTextEdit="1"/>
          </p:cNvSpPr>
          <p:nvPr>
            <p:ph type="sldImg"/>
          </p:nvPr>
        </p:nvSpPr>
        <p:spPr>
          <a:ln/>
        </p:spPr>
      </p:sp>
      <p:sp>
        <p:nvSpPr>
          <p:cNvPr id="112644" name="Rectangle 3">
            <a:extLst>
              <a:ext uri="{FF2B5EF4-FFF2-40B4-BE49-F238E27FC236}">
                <a16:creationId xmlns:a16="http://schemas.microsoft.com/office/drawing/2014/main" id="{DC751EE7-2023-8EA2-4554-258562BE50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a:extLst>
              <a:ext uri="{FF2B5EF4-FFF2-40B4-BE49-F238E27FC236}">
                <a16:creationId xmlns:a16="http://schemas.microsoft.com/office/drawing/2014/main" id="{A84798F3-49D0-8BBC-5B02-9842C9606A0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C853A240-2671-4188-8184-DC22132A7B8C}" type="slidenum">
              <a:rPr lang="en-US" altLang="en-US" b="0">
                <a:latin typeface="Arial" panose="020B0604020202020204" pitchFamily="34" charset="0"/>
              </a:rPr>
              <a:pPr/>
              <a:t>18</a:t>
            </a:fld>
            <a:endParaRPr lang="en-US" altLang="en-US" b="0">
              <a:latin typeface="Arial" panose="020B0604020202020204" pitchFamily="34" charset="0"/>
            </a:endParaRPr>
          </a:p>
        </p:txBody>
      </p:sp>
      <p:sp>
        <p:nvSpPr>
          <p:cNvPr id="113667" name="Rectangle 2">
            <a:extLst>
              <a:ext uri="{FF2B5EF4-FFF2-40B4-BE49-F238E27FC236}">
                <a16:creationId xmlns:a16="http://schemas.microsoft.com/office/drawing/2014/main" id="{81B79E24-C407-C8AE-48EB-96747E0DD749}"/>
              </a:ext>
            </a:extLst>
          </p:cNvPr>
          <p:cNvSpPr>
            <a:spLocks noGrp="1" noRot="1" noChangeAspect="1" noChangeArrowheads="1" noTextEdit="1"/>
          </p:cNvSpPr>
          <p:nvPr>
            <p:ph type="sldImg"/>
          </p:nvPr>
        </p:nvSpPr>
        <p:spPr>
          <a:ln/>
        </p:spPr>
      </p:sp>
      <p:sp>
        <p:nvSpPr>
          <p:cNvPr id="113668" name="Rectangle 3">
            <a:extLst>
              <a:ext uri="{FF2B5EF4-FFF2-40B4-BE49-F238E27FC236}">
                <a16:creationId xmlns:a16="http://schemas.microsoft.com/office/drawing/2014/main" id="{083EAE0B-AC1D-01C9-43BA-E679E6423BC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a:extLst>
              <a:ext uri="{FF2B5EF4-FFF2-40B4-BE49-F238E27FC236}">
                <a16:creationId xmlns:a16="http://schemas.microsoft.com/office/drawing/2014/main" id="{3600569F-59D2-2CCC-EA08-5A0F27BF210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1764120C-658F-4391-BB48-2713B954DFA9}" type="slidenum">
              <a:rPr lang="en-US" altLang="en-US" b="0">
                <a:latin typeface="Arial" panose="020B0604020202020204" pitchFamily="34" charset="0"/>
              </a:rPr>
              <a:pPr/>
              <a:t>19</a:t>
            </a:fld>
            <a:endParaRPr lang="en-US" altLang="en-US" b="0">
              <a:latin typeface="Arial" panose="020B0604020202020204" pitchFamily="34" charset="0"/>
            </a:endParaRPr>
          </a:p>
        </p:txBody>
      </p:sp>
      <p:sp>
        <p:nvSpPr>
          <p:cNvPr id="114691" name="Rectangle 2">
            <a:extLst>
              <a:ext uri="{FF2B5EF4-FFF2-40B4-BE49-F238E27FC236}">
                <a16:creationId xmlns:a16="http://schemas.microsoft.com/office/drawing/2014/main" id="{F39A18DA-5CC4-F96E-2A51-47540E61C13E}"/>
              </a:ext>
            </a:extLst>
          </p:cNvPr>
          <p:cNvSpPr>
            <a:spLocks noGrp="1" noRot="1" noChangeAspect="1" noChangeArrowheads="1" noTextEdit="1"/>
          </p:cNvSpPr>
          <p:nvPr>
            <p:ph type="sldImg"/>
          </p:nvPr>
        </p:nvSpPr>
        <p:spPr>
          <a:ln/>
        </p:spPr>
      </p:sp>
      <p:sp>
        <p:nvSpPr>
          <p:cNvPr id="114692" name="Rectangle 3">
            <a:extLst>
              <a:ext uri="{FF2B5EF4-FFF2-40B4-BE49-F238E27FC236}">
                <a16:creationId xmlns:a16="http://schemas.microsoft.com/office/drawing/2014/main" id="{A8E6CEC3-4CD6-6AE0-B6AE-D84B9D0D354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a:extLst>
              <a:ext uri="{FF2B5EF4-FFF2-40B4-BE49-F238E27FC236}">
                <a16:creationId xmlns:a16="http://schemas.microsoft.com/office/drawing/2014/main" id="{D663FE55-D673-8286-EB90-66F8908AE31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CDBFFDA0-0345-453B-AFBF-87FCEBB6C85A}" type="slidenum">
              <a:rPr lang="en-US" altLang="en-US" b="0">
                <a:latin typeface="Arial" panose="020B0604020202020204" pitchFamily="34" charset="0"/>
              </a:rPr>
              <a:pPr/>
              <a:t>20</a:t>
            </a:fld>
            <a:endParaRPr lang="en-US" altLang="en-US" b="0">
              <a:latin typeface="Arial" panose="020B0604020202020204" pitchFamily="34" charset="0"/>
            </a:endParaRPr>
          </a:p>
        </p:txBody>
      </p:sp>
      <p:sp>
        <p:nvSpPr>
          <p:cNvPr id="115715" name="Rectangle 2">
            <a:extLst>
              <a:ext uri="{FF2B5EF4-FFF2-40B4-BE49-F238E27FC236}">
                <a16:creationId xmlns:a16="http://schemas.microsoft.com/office/drawing/2014/main" id="{9218486B-0C7A-C743-C210-EEE16CBBDE20}"/>
              </a:ext>
            </a:extLst>
          </p:cNvPr>
          <p:cNvSpPr>
            <a:spLocks noGrp="1" noRot="1" noChangeAspect="1" noChangeArrowheads="1" noTextEdit="1"/>
          </p:cNvSpPr>
          <p:nvPr>
            <p:ph type="sldImg"/>
          </p:nvPr>
        </p:nvSpPr>
        <p:spPr>
          <a:ln/>
        </p:spPr>
      </p:sp>
      <p:sp>
        <p:nvSpPr>
          <p:cNvPr id="115716" name="Rectangle 3">
            <a:extLst>
              <a:ext uri="{FF2B5EF4-FFF2-40B4-BE49-F238E27FC236}">
                <a16:creationId xmlns:a16="http://schemas.microsoft.com/office/drawing/2014/main" id="{FA6DACA0-52B1-B9C4-1B09-A214763D05A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a:extLst>
              <a:ext uri="{FF2B5EF4-FFF2-40B4-BE49-F238E27FC236}">
                <a16:creationId xmlns:a16="http://schemas.microsoft.com/office/drawing/2014/main" id="{AB8A9291-876D-DA95-41C5-CC5B29C80B2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4EBADF2A-CE45-49FC-B00F-9727B345A522}" type="slidenum">
              <a:rPr lang="en-US" altLang="en-US" b="0">
                <a:latin typeface="Arial" panose="020B0604020202020204" pitchFamily="34" charset="0"/>
              </a:rPr>
              <a:pPr/>
              <a:t>21</a:t>
            </a:fld>
            <a:endParaRPr lang="en-US" altLang="en-US" b="0">
              <a:latin typeface="Arial" panose="020B0604020202020204" pitchFamily="34" charset="0"/>
            </a:endParaRPr>
          </a:p>
        </p:txBody>
      </p:sp>
      <p:sp>
        <p:nvSpPr>
          <p:cNvPr id="116739" name="Rectangle 2">
            <a:extLst>
              <a:ext uri="{FF2B5EF4-FFF2-40B4-BE49-F238E27FC236}">
                <a16:creationId xmlns:a16="http://schemas.microsoft.com/office/drawing/2014/main" id="{3AEE53FC-96E0-539D-E955-563BBB19DB1C}"/>
              </a:ext>
            </a:extLst>
          </p:cNvPr>
          <p:cNvSpPr>
            <a:spLocks noGrp="1" noRot="1" noChangeAspect="1" noChangeArrowheads="1" noTextEdit="1"/>
          </p:cNvSpPr>
          <p:nvPr>
            <p:ph type="sldImg"/>
          </p:nvPr>
        </p:nvSpPr>
        <p:spPr>
          <a:ln/>
        </p:spPr>
      </p:sp>
      <p:sp>
        <p:nvSpPr>
          <p:cNvPr id="116740" name="Rectangle 3">
            <a:extLst>
              <a:ext uri="{FF2B5EF4-FFF2-40B4-BE49-F238E27FC236}">
                <a16:creationId xmlns:a16="http://schemas.microsoft.com/office/drawing/2014/main" id="{AC4D5B7C-0D58-A8D6-066C-6D74C5C5B76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a:extLst>
              <a:ext uri="{FF2B5EF4-FFF2-40B4-BE49-F238E27FC236}">
                <a16:creationId xmlns:a16="http://schemas.microsoft.com/office/drawing/2014/main" id="{7DE49A71-F97A-B41D-3768-755E954E35A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4F49DEB0-1416-4BEC-AEC2-A56BF16AA882}" type="slidenum">
              <a:rPr lang="en-US" altLang="en-US" b="0">
                <a:latin typeface="Arial" panose="020B0604020202020204" pitchFamily="34" charset="0"/>
              </a:rPr>
              <a:pPr/>
              <a:t>22</a:t>
            </a:fld>
            <a:endParaRPr lang="en-US" altLang="en-US" b="0">
              <a:latin typeface="Arial" panose="020B0604020202020204" pitchFamily="34" charset="0"/>
            </a:endParaRPr>
          </a:p>
        </p:txBody>
      </p:sp>
      <p:sp>
        <p:nvSpPr>
          <p:cNvPr id="117763" name="Rectangle 2">
            <a:extLst>
              <a:ext uri="{FF2B5EF4-FFF2-40B4-BE49-F238E27FC236}">
                <a16:creationId xmlns:a16="http://schemas.microsoft.com/office/drawing/2014/main" id="{7927BDC2-62D6-0682-959B-74CF2D2B30BB}"/>
              </a:ext>
            </a:extLst>
          </p:cNvPr>
          <p:cNvSpPr>
            <a:spLocks noGrp="1" noRot="1" noChangeAspect="1" noChangeArrowheads="1" noTextEdit="1"/>
          </p:cNvSpPr>
          <p:nvPr>
            <p:ph type="sldImg"/>
          </p:nvPr>
        </p:nvSpPr>
        <p:spPr>
          <a:ln/>
        </p:spPr>
      </p:sp>
      <p:sp>
        <p:nvSpPr>
          <p:cNvPr id="117764" name="Rectangle 3">
            <a:extLst>
              <a:ext uri="{FF2B5EF4-FFF2-40B4-BE49-F238E27FC236}">
                <a16:creationId xmlns:a16="http://schemas.microsoft.com/office/drawing/2014/main" id="{E8135B9E-E135-4E49-A47B-9952F63AE6C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a:extLst>
              <a:ext uri="{FF2B5EF4-FFF2-40B4-BE49-F238E27FC236}">
                <a16:creationId xmlns:a16="http://schemas.microsoft.com/office/drawing/2014/main" id="{91A5311B-4437-20E8-5628-B0D0E64E406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483E07BE-367B-4FBE-91F3-D689B52CAC70}" type="slidenum">
              <a:rPr lang="en-US" altLang="en-US" b="0">
                <a:latin typeface="Arial" panose="020B0604020202020204" pitchFamily="34" charset="0"/>
              </a:rPr>
              <a:pPr/>
              <a:t>23</a:t>
            </a:fld>
            <a:endParaRPr lang="en-US" altLang="en-US" b="0">
              <a:latin typeface="Arial" panose="020B0604020202020204" pitchFamily="34" charset="0"/>
            </a:endParaRPr>
          </a:p>
        </p:txBody>
      </p:sp>
      <p:sp>
        <p:nvSpPr>
          <p:cNvPr id="118787" name="Rectangle 2">
            <a:extLst>
              <a:ext uri="{FF2B5EF4-FFF2-40B4-BE49-F238E27FC236}">
                <a16:creationId xmlns:a16="http://schemas.microsoft.com/office/drawing/2014/main" id="{C5467A6B-0E5D-E3DE-0146-D2B2DB832E95}"/>
              </a:ext>
            </a:extLst>
          </p:cNvPr>
          <p:cNvSpPr>
            <a:spLocks noGrp="1" noRot="1" noChangeAspect="1" noChangeArrowheads="1" noTextEdit="1"/>
          </p:cNvSpPr>
          <p:nvPr>
            <p:ph type="sldImg"/>
          </p:nvPr>
        </p:nvSpPr>
        <p:spPr>
          <a:ln/>
        </p:spPr>
      </p:sp>
      <p:sp>
        <p:nvSpPr>
          <p:cNvPr id="118788" name="Rectangle 3">
            <a:extLst>
              <a:ext uri="{FF2B5EF4-FFF2-40B4-BE49-F238E27FC236}">
                <a16:creationId xmlns:a16="http://schemas.microsoft.com/office/drawing/2014/main" id="{99A9C97F-244D-2AC7-6952-A191F09919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a:extLst>
              <a:ext uri="{FF2B5EF4-FFF2-40B4-BE49-F238E27FC236}">
                <a16:creationId xmlns:a16="http://schemas.microsoft.com/office/drawing/2014/main" id="{77FDC09F-DC87-FC13-828E-F2195668005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D71687B7-A926-40B6-89DC-29393C1BDF60}" type="slidenum">
              <a:rPr lang="en-US" altLang="en-US" b="0">
                <a:latin typeface="Arial" panose="020B0604020202020204" pitchFamily="34" charset="0"/>
              </a:rPr>
              <a:pPr/>
              <a:t>24</a:t>
            </a:fld>
            <a:endParaRPr lang="en-US" altLang="en-US" b="0">
              <a:latin typeface="Arial" panose="020B0604020202020204" pitchFamily="34" charset="0"/>
            </a:endParaRPr>
          </a:p>
        </p:txBody>
      </p:sp>
      <p:sp>
        <p:nvSpPr>
          <p:cNvPr id="119811" name="Rectangle 2">
            <a:extLst>
              <a:ext uri="{FF2B5EF4-FFF2-40B4-BE49-F238E27FC236}">
                <a16:creationId xmlns:a16="http://schemas.microsoft.com/office/drawing/2014/main" id="{C95C8650-3229-678C-FC86-392A053E4A45}"/>
              </a:ext>
            </a:extLst>
          </p:cNvPr>
          <p:cNvSpPr>
            <a:spLocks noGrp="1" noRot="1" noChangeAspect="1" noChangeArrowheads="1" noTextEdit="1"/>
          </p:cNvSpPr>
          <p:nvPr>
            <p:ph type="sldImg"/>
          </p:nvPr>
        </p:nvSpPr>
        <p:spPr>
          <a:ln/>
        </p:spPr>
      </p:sp>
      <p:sp>
        <p:nvSpPr>
          <p:cNvPr id="119812" name="Rectangle 3">
            <a:extLst>
              <a:ext uri="{FF2B5EF4-FFF2-40B4-BE49-F238E27FC236}">
                <a16:creationId xmlns:a16="http://schemas.microsoft.com/office/drawing/2014/main" id="{73FE2494-6651-08E9-9933-8B46639D6D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a:extLst>
              <a:ext uri="{FF2B5EF4-FFF2-40B4-BE49-F238E27FC236}">
                <a16:creationId xmlns:a16="http://schemas.microsoft.com/office/drawing/2014/main" id="{ED6B794F-DC8C-9E78-F7F2-CE1E1A1775D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1AC4E970-427E-46E1-9A5D-632748859746}" type="slidenum">
              <a:rPr lang="en-US" altLang="en-US" b="0">
                <a:latin typeface="Arial" panose="020B0604020202020204" pitchFamily="34" charset="0"/>
              </a:rPr>
              <a:pPr/>
              <a:t>25</a:t>
            </a:fld>
            <a:endParaRPr lang="en-US" altLang="en-US" b="0">
              <a:latin typeface="Arial" panose="020B0604020202020204" pitchFamily="34" charset="0"/>
            </a:endParaRPr>
          </a:p>
        </p:txBody>
      </p:sp>
      <p:sp>
        <p:nvSpPr>
          <p:cNvPr id="120835" name="Rectangle 2">
            <a:extLst>
              <a:ext uri="{FF2B5EF4-FFF2-40B4-BE49-F238E27FC236}">
                <a16:creationId xmlns:a16="http://schemas.microsoft.com/office/drawing/2014/main" id="{149DC9EC-8689-CB17-F5D4-E2E2F07998DE}"/>
              </a:ext>
            </a:extLst>
          </p:cNvPr>
          <p:cNvSpPr>
            <a:spLocks noGrp="1" noRot="1" noChangeAspect="1" noChangeArrowheads="1" noTextEdit="1"/>
          </p:cNvSpPr>
          <p:nvPr>
            <p:ph type="sldImg"/>
          </p:nvPr>
        </p:nvSpPr>
        <p:spPr>
          <a:ln/>
        </p:spPr>
      </p:sp>
      <p:sp>
        <p:nvSpPr>
          <p:cNvPr id="120836" name="Rectangle 3">
            <a:extLst>
              <a:ext uri="{FF2B5EF4-FFF2-40B4-BE49-F238E27FC236}">
                <a16:creationId xmlns:a16="http://schemas.microsoft.com/office/drawing/2014/main" id="{F38169B6-8207-E8F7-B45B-3FD1D8C51BF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a:extLst>
              <a:ext uri="{FF2B5EF4-FFF2-40B4-BE49-F238E27FC236}">
                <a16:creationId xmlns:a16="http://schemas.microsoft.com/office/drawing/2014/main" id="{CA50EE20-8677-F88D-A624-EDDE2B5DAF1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8194DE09-7969-4323-A118-3776EE3689B4}" type="slidenum">
              <a:rPr lang="en-US" altLang="en-US" b="0">
                <a:latin typeface="Arial" panose="020B0604020202020204" pitchFamily="34" charset="0"/>
              </a:rPr>
              <a:pPr/>
              <a:t>26</a:t>
            </a:fld>
            <a:endParaRPr lang="en-US" altLang="en-US" b="0">
              <a:latin typeface="Arial" panose="020B0604020202020204" pitchFamily="34" charset="0"/>
            </a:endParaRPr>
          </a:p>
        </p:txBody>
      </p:sp>
      <p:sp>
        <p:nvSpPr>
          <p:cNvPr id="121859" name="Rectangle 2">
            <a:extLst>
              <a:ext uri="{FF2B5EF4-FFF2-40B4-BE49-F238E27FC236}">
                <a16:creationId xmlns:a16="http://schemas.microsoft.com/office/drawing/2014/main" id="{D9025C69-B76F-787C-F92D-7C979FEE801B}"/>
              </a:ext>
            </a:extLst>
          </p:cNvPr>
          <p:cNvSpPr>
            <a:spLocks noGrp="1" noRot="1" noChangeAspect="1" noChangeArrowheads="1" noTextEdit="1"/>
          </p:cNvSpPr>
          <p:nvPr>
            <p:ph type="sldImg"/>
          </p:nvPr>
        </p:nvSpPr>
        <p:spPr>
          <a:ln/>
        </p:spPr>
      </p:sp>
      <p:sp>
        <p:nvSpPr>
          <p:cNvPr id="121860" name="Rectangle 3">
            <a:extLst>
              <a:ext uri="{FF2B5EF4-FFF2-40B4-BE49-F238E27FC236}">
                <a16:creationId xmlns:a16="http://schemas.microsoft.com/office/drawing/2014/main" id="{C2AAA975-B72A-04A8-E9ED-90B6D485E8E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a:extLst>
              <a:ext uri="{FF2B5EF4-FFF2-40B4-BE49-F238E27FC236}">
                <a16:creationId xmlns:a16="http://schemas.microsoft.com/office/drawing/2014/main" id="{B5E91E23-3B20-1D44-12FC-8CDA929B0BE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3D635B63-0545-4A97-9BA6-F2040F7E0890}" type="slidenum">
              <a:rPr lang="en-US" altLang="en-US" b="0">
                <a:latin typeface="Arial" panose="020B0604020202020204" pitchFamily="34" charset="0"/>
              </a:rPr>
              <a:pPr/>
              <a:t>27</a:t>
            </a:fld>
            <a:endParaRPr lang="en-US" altLang="en-US" b="0">
              <a:latin typeface="Arial" panose="020B0604020202020204" pitchFamily="34" charset="0"/>
            </a:endParaRPr>
          </a:p>
        </p:txBody>
      </p:sp>
      <p:sp>
        <p:nvSpPr>
          <p:cNvPr id="122883" name="Rectangle 2">
            <a:extLst>
              <a:ext uri="{FF2B5EF4-FFF2-40B4-BE49-F238E27FC236}">
                <a16:creationId xmlns:a16="http://schemas.microsoft.com/office/drawing/2014/main" id="{6B927AA6-8C86-F780-A262-EF7373E5E7DF}"/>
              </a:ext>
            </a:extLst>
          </p:cNvPr>
          <p:cNvSpPr>
            <a:spLocks noGrp="1" noRot="1" noChangeAspect="1" noChangeArrowheads="1" noTextEdit="1"/>
          </p:cNvSpPr>
          <p:nvPr>
            <p:ph type="sldImg"/>
          </p:nvPr>
        </p:nvSpPr>
        <p:spPr>
          <a:ln/>
        </p:spPr>
      </p:sp>
      <p:sp>
        <p:nvSpPr>
          <p:cNvPr id="122884" name="Rectangle 3">
            <a:extLst>
              <a:ext uri="{FF2B5EF4-FFF2-40B4-BE49-F238E27FC236}">
                <a16:creationId xmlns:a16="http://schemas.microsoft.com/office/drawing/2014/main" id="{A130E530-038A-9827-6BBF-D5B55B44AD2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a:extLst>
              <a:ext uri="{FF2B5EF4-FFF2-40B4-BE49-F238E27FC236}">
                <a16:creationId xmlns:a16="http://schemas.microsoft.com/office/drawing/2014/main" id="{850EC712-DA14-0DF3-4C5D-14F1AD258F7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7BFB37F3-5B24-470D-AAD3-55B273AC197A}" type="slidenum">
              <a:rPr lang="en-US" altLang="en-US" b="0">
                <a:latin typeface="Arial" panose="020B0604020202020204" pitchFamily="34" charset="0"/>
              </a:rPr>
              <a:pPr/>
              <a:t>28</a:t>
            </a:fld>
            <a:endParaRPr lang="en-US" altLang="en-US" b="0">
              <a:latin typeface="Arial" panose="020B0604020202020204" pitchFamily="34" charset="0"/>
            </a:endParaRPr>
          </a:p>
        </p:txBody>
      </p:sp>
      <p:sp>
        <p:nvSpPr>
          <p:cNvPr id="123907" name="Rectangle 2">
            <a:extLst>
              <a:ext uri="{FF2B5EF4-FFF2-40B4-BE49-F238E27FC236}">
                <a16:creationId xmlns:a16="http://schemas.microsoft.com/office/drawing/2014/main" id="{E056EF36-D5FF-A5D8-0098-67F4DAF4E199}"/>
              </a:ext>
            </a:extLst>
          </p:cNvPr>
          <p:cNvSpPr>
            <a:spLocks noGrp="1" noRot="1" noChangeAspect="1" noChangeArrowheads="1" noTextEdit="1"/>
          </p:cNvSpPr>
          <p:nvPr>
            <p:ph type="sldImg"/>
          </p:nvPr>
        </p:nvSpPr>
        <p:spPr>
          <a:ln/>
        </p:spPr>
      </p:sp>
      <p:sp>
        <p:nvSpPr>
          <p:cNvPr id="123908" name="Rectangle 3">
            <a:extLst>
              <a:ext uri="{FF2B5EF4-FFF2-40B4-BE49-F238E27FC236}">
                <a16:creationId xmlns:a16="http://schemas.microsoft.com/office/drawing/2014/main" id="{8CAAC736-6374-5DDB-0E98-5CA8AA4B4BC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a:extLst>
              <a:ext uri="{FF2B5EF4-FFF2-40B4-BE49-F238E27FC236}">
                <a16:creationId xmlns:a16="http://schemas.microsoft.com/office/drawing/2014/main" id="{39B6C219-45AD-6CC6-CE83-3ACBE58C142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B0961171-7973-4A2D-BFB1-D2ED151DC4B7}" type="slidenum">
              <a:rPr lang="en-US" altLang="en-US" b="0">
                <a:latin typeface="Arial" panose="020B0604020202020204" pitchFamily="34" charset="0"/>
              </a:rPr>
              <a:pPr/>
              <a:t>29</a:t>
            </a:fld>
            <a:endParaRPr lang="en-US" altLang="en-US" b="0">
              <a:latin typeface="Arial" panose="020B0604020202020204" pitchFamily="34" charset="0"/>
            </a:endParaRPr>
          </a:p>
        </p:txBody>
      </p:sp>
      <p:sp>
        <p:nvSpPr>
          <p:cNvPr id="124931" name="Rectangle 2">
            <a:extLst>
              <a:ext uri="{FF2B5EF4-FFF2-40B4-BE49-F238E27FC236}">
                <a16:creationId xmlns:a16="http://schemas.microsoft.com/office/drawing/2014/main" id="{9113A1F4-6AC8-55AE-47BC-22D90678ABD1}"/>
              </a:ext>
            </a:extLst>
          </p:cNvPr>
          <p:cNvSpPr>
            <a:spLocks noGrp="1" noRot="1" noChangeAspect="1" noChangeArrowheads="1" noTextEdit="1"/>
          </p:cNvSpPr>
          <p:nvPr>
            <p:ph type="sldImg"/>
          </p:nvPr>
        </p:nvSpPr>
        <p:spPr>
          <a:ln/>
        </p:spPr>
      </p:sp>
      <p:sp>
        <p:nvSpPr>
          <p:cNvPr id="124932" name="Rectangle 3">
            <a:extLst>
              <a:ext uri="{FF2B5EF4-FFF2-40B4-BE49-F238E27FC236}">
                <a16:creationId xmlns:a16="http://schemas.microsoft.com/office/drawing/2014/main" id="{37CEE650-6DEB-E354-35FB-1E1BF4EF01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a:extLst>
              <a:ext uri="{FF2B5EF4-FFF2-40B4-BE49-F238E27FC236}">
                <a16:creationId xmlns:a16="http://schemas.microsoft.com/office/drawing/2014/main" id="{4AE15097-4ADF-A62F-B518-8AEDE4E7F37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582CA6C6-3440-4C85-BD59-667AAAA72905}" type="slidenum">
              <a:rPr lang="en-US" altLang="en-US" b="0">
                <a:latin typeface="Arial" panose="020B0604020202020204" pitchFamily="34" charset="0"/>
              </a:rPr>
              <a:pPr/>
              <a:t>30</a:t>
            </a:fld>
            <a:endParaRPr lang="en-US" altLang="en-US" b="0">
              <a:latin typeface="Arial" panose="020B0604020202020204" pitchFamily="34" charset="0"/>
            </a:endParaRPr>
          </a:p>
        </p:txBody>
      </p:sp>
      <p:sp>
        <p:nvSpPr>
          <p:cNvPr id="125955" name="Rectangle 2">
            <a:extLst>
              <a:ext uri="{FF2B5EF4-FFF2-40B4-BE49-F238E27FC236}">
                <a16:creationId xmlns:a16="http://schemas.microsoft.com/office/drawing/2014/main" id="{FBC660F5-D56A-41B6-4A74-99F22A535519}"/>
              </a:ext>
            </a:extLst>
          </p:cNvPr>
          <p:cNvSpPr>
            <a:spLocks noGrp="1" noRot="1" noChangeAspect="1" noChangeArrowheads="1" noTextEdit="1"/>
          </p:cNvSpPr>
          <p:nvPr>
            <p:ph type="sldImg"/>
          </p:nvPr>
        </p:nvSpPr>
        <p:spPr>
          <a:ln/>
        </p:spPr>
      </p:sp>
      <p:sp>
        <p:nvSpPr>
          <p:cNvPr id="125956" name="Rectangle 3">
            <a:extLst>
              <a:ext uri="{FF2B5EF4-FFF2-40B4-BE49-F238E27FC236}">
                <a16:creationId xmlns:a16="http://schemas.microsoft.com/office/drawing/2014/main" id="{56CB5681-C150-2488-6C4A-3B4B7B005ED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a:extLst>
              <a:ext uri="{FF2B5EF4-FFF2-40B4-BE49-F238E27FC236}">
                <a16:creationId xmlns:a16="http://schemas.microsoft.com/office/drawing/2014/main" id="{B350A4B8-B710-65E2-B7CD-91FA9C636B2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3DEDA00D-5F1A-4E62-A149-8EB84FA09440}" type="slidenum">
              <a:rPr lang="en-US" altLang="en-US" b="0">
                <a:latin typeface="Arial" panose="020B0604020202020204" pitchFamily="34" charset="0"/>
              </a:rPr>
              <a:pPr/>
              <a:t>31</a:t>
            </a:fld>
            <a:endParaRPr lang="en-US" altLang="en-US" b="0">
              <a:latin typeface="Arial" panose="020B0604020202020204" pitchFamily="34" charset="0"/>
            </a:endParaRPr>
          </a:p>
        </p:txBody>
      </p:sp>
      <p:sp>
        <p:nvSpPr>
          <p:cNvPr id="126979" name="Rectangle 2">
            <a:extLst>
              <a:ext uri="{FF2B5EF4-FFF2-40B4-BE49-F238E27FC236}">
                <a16:creationId xmlns:a16="http://schemas.microsoft.com/office/drawing/2014/main" id="{C29BB9DC-CCD8-AA87-1DA7-4B12DF994617}"/>
              </a:ext>
            </a:extLst>
          </p:cNvPr>
          <p:cNvSpPr>
            <a:spLocks noGrp="1" noRot="1" noChangeAspect="1" noChangeArrowheads="1" noTextEdit="1"/>
          </p:cNvSpPr>
          <p:nvPr>
            <p:ph type="sldImg"/>
          </p:nvPr>
        </p:nvSpPr>
        <p:spPr>
          <a:ln/>
        </p:spPr>
      </p:sp>
      <p:sp>
        <p:nvSpPr>
          <p:cNvPr id="126980" name="Rectangle 3">
            <a:extLst>
              <a:ext uri="{FF2B5EF4-FFF2-40B4-BE49-F238E27FC236}">
                <a16:creationId xmlns:a16="http://schemas.microsoft.com/office/drawing/2014/main" id="{FDD605D3-3661-8FB3-6F50-CEF8D24462D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a:extLst>
              <a:ext uri="{FF2B5EF4-FFF2-40B4-BE49-F238E27FC236}">
                <a16:creationId xmlns:a16="http://schemas.microsoft.com/office/drawing/2014/main" id="{4DCBE662-3E84-DDF7-6D7D-EF738C5B0FF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A10DF8F8-3CB3-485D-B979-CD802421D241}" type="slidenum">
              <a:rPr lang="en-US" altLang="en-US" b="0">
                <a:latin typeface="Arial" panose="020B0604020202020204" pitchFamily="34" charset="0"/>
              </a:rPr>
              <a:pPr/>
              <a:t>32</a:t>
            </a:fld>
            <a:endParaRPr lang="en-US" altLang="en-US" b="0">
              <a:latin typeface="Arial" panose="020B0604020202020204" pitchFamily="34" charset="0"/>
            </a:endParaRPr>
          </a:p>
        </p:txBody>
      </p:sp>
      <p:sp>
        <p:nvSpPr>
          <p:cNvPr id="128003" name="Rectangle 2">
            <a:extLst>
              <a:ext uri="{FF2B5EF4-FFF2-40B4-BE49-F238E27FC236}">
                <a16:creationId xmlns:a16="http://schemas.microsoft.com/office/drawing/2014/main" id="{AF16EFE6-0A69-232A-7B08-774E91551F6A}"/>
              </a:ext>
            </a:extLst>
          </p:cNvPr>
          <p:cNvSpPr>
            <a:spLocks noGrp="1" noRot="1" noChangeAspect="1" noChangeArrowheads="1" noTextEdit="1"/>
          </p:cNvSpPr>
          <p:nvPr>
            <p:ph type="sldImg"/>
          </p:nvPr>
        </p:nvSpPr>
        <p:spPr>
          <a:ln/>
        </p:spPr>
      </p:sp>
      <p:sp>
        <p:nvSpPr>
          <p:cNvPr id="128004" name="Rectangle 3">
            <a:extLst>
              <a:ext uri="{FF2B5EF4-FFF2-40B4-BE49-F238E27FC236}">
                <a16:creationId xmlns:a16="http://schemas.microsoft.com/office/drawing/2014/main" id="{982EF7B0-1D93-1C8F-ED10-9B99F5BED4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a:extLst>
              <a:ext uri="{FF2B5EF4-FFF2-40B4-BE49-F238E27FC236}">
                <a16:creationId xmlns:a16="http://schemas.microsoft.com/office/drawing/2014/main" id="{98EDCB86-5F25-6EC0-6C9A-DCFF4AACE47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FCA377F4-8326-44B8-9EDE-7F781932D1B9}" type="slidenum">
              <a:rPr lang="en-US" altLang="en-US" b="0">
                <a:latin typeface="Arial" panose="020B0604020202020204" pitchFamily="34" charset="0"/>
              </a:rPr>
              <a:pPr/>
              <a:t>33</a:t>
            </a:fld>
            <a:endParaRPr lang="en-US" altLang="en-US" b="0">
              <a:latin typeface="Arial" panose="020B0604020202020204" pitchFamily="34" charset="0"/>
            </a:endParaRPr>
          </a:p>
        </p:txBody>
      </p:sp>
      <p:sp>
        <p:nvSpPr>
          <p:cNvPr id="129027" name="Rectangle 2">
            <a:extLst>
              <a:ext uri="{FF2B5EF4-FFF2-40B4-BE49-F238E27FC236}">
                <a16:creationId xmlns:a16="http://schemas.microsoft.com/office/drawing/2014/main" id="{0857CFCC-7FC5-E111-8761-1066B310734D}"/>
              </a:ext>
            </a:extLst>
          </p:cNvPr>
          <p:cNvSpPr>
            <a:spLocks noGrp="1" noRot="1" noChangeAspect="1" noChangeArrowheads="1" noTextEdit="1"/>
          </p:cNvSpPr>
          <p:nvPr>
            <p:ph type="sldImg"/>
          </p:nvPr>
        </p:nvSpPr>
        <p:spPr>
          <a:ln/>
        </p:spPr>
      </p:sp>
      <p:sp>
        <p:nvSpPr>
          <p:cNvPr id="129028" name="Rectangle 3">
            <a:extLst>
              <a:ext uri="{FF2B5EF4-FFF2-40B4-BE49-F238E27FC236}">
                <a16:creationId xmlns:a16="http://schemas.microsoft.com/office/drawing/2014/main" id="{9E6D6F75-DED4-E49C-073D-0CB299D9071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a:extLst>
              <a:ext uri="{FF2B5EF4-FFF2-40B4-BE49-F238E27FC236}">
                <a16:creationId xmlns:a16="http://schemas.microsoft.com/office/drawing/2014/main" id="{75AB0DDF-98A9-0ADA-72C7-CFA0F4ACDC6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DBBA30D3-B52E-48F1-BF98-B6B363DD056D}" type="slidenum">
              <a:rPr lang="en-US" altLang="en-US" b="0">
                <a:latin typeface="Arial" panose="020B0604020202020204" pitchFamily="34" charset="0"/>
              </a:rPr>
              <a:pPr/>
              <a:t>34</a:t>
            </a:fld>
            <a:endParaRPr lang="en-US" altLang="en-US" b="0">
              <a:latin typeface="Arial" panose="020B0604020202020204" pitchFamily="34" charset="0"/>
            </a:endParaRPr>
          </a:p>
        </p:txBody>
      </p:sp>
      <p:sp>
        <p:nvSpPr>
          <p:cNvPr id="130051" name="Rectangle 2">
            <a:extLst>
              <a:ext uri="{FF2B5EF4-FFF2-40B4-BE49-F238E27FC236}">
                <a16:creationId xmlns:a16="http://schemas.microsoft.com/office/drawing/2014/main" id="{EDC9E442-F78F-6CDA-7A71-52255128C356}"/>
              </a:ext>
            </a:extLst>
          </p:cNvPr>
          <p:cNvSpPr>
            <a:spLocks noGrp="1" noRot="1" noChangeAspect="1" noChangeArrowheads="1" noTextEdit="1"/>
          </p:cNvSpPr>
          <p:nvPr>
            <p:ph type="sldImg"/>
          </p:nvPr>
        </p:nvSpPr>
        <p:spPr>
          <a:ln/>
        </p:spPr>
      </p:sp>
      <p:sp>
        <p:nvSpPr>
          <p:cNvPr id="130052" name="Rectangle 3">
            <a:extLst>
              <a:ext uri="{FF2B5EF4-FFF2-40B4-BE49-F238E27FC236}">
                <a16:creationId xmlns:a16="http://schemas.microsoft.com/office/drawing/2014/main" id="{00F90A17-738A-55F4-5349-BD31F29A266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a:extLst>
              <a:ext uri="{FF2B5EF4-FFF2-40B4-BE49-F238E27FC236}">
                <a16:creationId xmlns:a16="http://schemas.microsoft.com/office/drawing/2014/main" id="{C449F3F8-1BB2-8BFF-D727-B2BDA8C46E7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B19D9129-2300-4BE5-9D37-981CECDCD67C}" type="slidenum">
              <a:rPr lang="en-US" altLang="en-US" b="0">
                <a:latin typeface="Arial" panose="020B0604020202020204" pitchFamily="34" charset="0"/>
              </a:rPr>
              <a:pPr/>
              <a:t>39</a:t>
            </a:fld>
            <a:endParaRPr lang="en-US" altLang="en-US" b="0">
              <a:latin typeface="Arial" panose="020B0604020202020204" pitchFamily="34" charset="0"/>
            </a:endParaRPr>
          </a:p>
        </p:txBody>
      </p:sp>
      <p:sp>
        <p:nvSpPr>
          <p:cNvPr id="131075" name="Rectangle 2">
            <a:extLst>
              <a:ext uri="{FF2B5EF4-FFF2-40B4-BE49-F238E27FC236}">
                <a16:creationId xmlns:a16="http://schemas.microsoft.com/office/drawing/2014/main" id="{1084A356-C30F-3D75-DB4A-AD43F752DDA6}"/>
              </a:ext>
            </a:extLst>
          </p:cNvPr>
          <p:cNvSpPr>
            <a:spLocks noGrp="1" noRot="1" noChangeAspect="1" noChangeArrowheads="1" noTextEdit="1"/>
          </p:cNvSpPr>
          <p:nvPr>
            <p:ph type="sldImg"/>
          </p:nvPr>
        </p:nvSpPr>
        <p:spPr>
          <a:ln/>
        </p:spPr>
      </p:sp>
      <p:sp>
        <p:nvSpPr>
          <p:cNvPr id="131076" name="Rectangle 3">
            <a:extLst>
              <a:ext uri="{FF2B5EF4-FFF2-40B4-BE49-F238E27FC236}">
                <a16:creationId xmlns:a16="http://schemas.microsoft.com/office/drawing/2014/main" id="{4E9F9D7A-59B5-7AAF-82EE-9F16E0C3844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a:extLst>
              <a:ext uri="{FF2B5EF4-FFF2-40B4-BE49-F238E27FC236}">
                <a16:creationId xmlns:a16="http://schemas.microsoft.com/office/drawing/2014/main" id="{7BD7AA3A-2A3E-D85E-DD8D-E9366E8D4DA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F915658A-7D6B-466C-A937-4E5BF8C0CDEC}" type="slidenum">
              <a:rPr lang="en-US" altLang="en-US" b="0">
                <a:latin typeface="Arial" panose="020B0604020202020204" pitchFamily="34" charset="0"/>
              </a:rPr>
              <a:pPr/>
              <a:t>40</a:t>
            </a:fld>
            <a:endParaRPr lang="en-US" altLang="en-US" b="0">
              <a:latin typeface="Arial" panose="020B0604020202020204" pitchFamily="34" charset="0"/>
            </a:endParaRPr>
          </a:p>
        </p:txBody>
      </p:sp>
      <p:sp>
        <p:nvSpPr>
          <p:cNvPr id="132099" name="Rectangle 2">
            <a:extLst>
              <a:ext uri="{FF2B5EF4-FFF2-40B4-BE49-F238E27FC236}">
                <a16:creationId xmlns:a16="http://schemas.microsoft.com/office/drawing/2014/main" id="{5D8EC819-F527-C748-69B7-38FD57B034B3}"/>
              </a:ext>
            </a:extLst>
          </p:cNvPr>
          <p:cNvSpPr>
            <a:spLocks noGrp="1" noRot="1" noChangeAspect="1" noChangeArrowheads="1" noTextEdit="1"/>
          </p:cNvSpPr>
          <p:nvPr>
            <p:ph type="sldImg"/>
          </p:nvPr>
        </p:nvSpPr>
        <p:spPr>
          <a:ln/>
        </p:spPr>
      </p:sp>
      <p:sp>
        <p:nvSpPr>
          <p:cNvPr id="132100" name="Rectangle 3">
            <a:extLst>
              <a:ext uri="{FF2B5EF4-FFF2-40B4-BE49-F238E27FC236}">
                <a16:creationId xmlns:a16="http://schemas.microsoft.com/office/drawing/2014/main" id="{FB5A2738-6C64-A1EB-1814-2A24BF96500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a:extLst>
              <a:ext uri="{FF2B5EF4-FFF2-40B4-BE49-F238E27FC236}">
                <a16:creationId xmlns:a16="http://schemas.microsoft.com/office/drawing/2014/main" id="{91AEB53B-7870-C257-9C04-65401BE58FB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DC6CFBAE-7E6D-4E02-BFE4-530F4FC6B116}" type="slidenum">
              <a:rPr lang="en-US" altLang="en-US" b="0">
                <a:latin typeface="Arial" panose="020B0604020202020204" pitchFamily="34" charset="0"/>
              </a:rPr>
              <a:pPr/>
              <a:t>41</a:t>
            </a:fld>
            <a:endParaRPr lang="en-US" altLang="en-US" b="0">
              <a:latin typeface="Arial" panose="020B0604020202020204" pitchFamily="34" charset="0"/>
            </a:endParaRPr>
          </a:p>
        </p:txBody>
      </p:sp>
      <p:sp>
        <p:nvSpPr>
          <p:cNvPr id="133123" name="Rectangle 2">
            <a:extLst>
              <a:ext uri="{FF2B5EF4-FFF2-40B4-BE49-F238E27FC236}">
                <a16:creationId xmlns:a16="http://schemas.microsoft.com/office/drawing/2014/main" id="{9958F69E-285C-5729-ECCA-F6081DB574BD}"/>
              </a:ext>
            </a:extLst>
          </p:cNvPr>
          <p:cNvSpPr>
            <a:spLocks noGrp="1" noRot="1" noChangeAspect="1" noChangeArrowheads="1" noTextEdit="1"/>
          </p:cNvSpPr>
          <p:nvPr>
            <p:ph type="sldImg"/>
          </p:nvPr>
        </p:nvSpPr>
        <p:spPr>
          <a:ln/>
        </p:spPr>
      </p:sp>
      <p:sp>
        <p:nvSpPr>
          <p:cNvPr id="133124" name="Rectangle 3">
            <a:extLst>
              <a:ext uri="{FF2B5EF4-FFF2-40B4-BE49-F238E27FC236}">
                <a16:creationId xmlns:a16="http://schemas.microsoft.com/office/drawing/2014/main" id="{2F32601D-8B1B-D6A2-CE91-9A1A8D2E736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a:extLst>
              <a:ext uri="{FF2B5EF4-FFF2-40B4-BE49-F238E27FC236}">
                <a16:creationId xmlns:a16="http://schemas.microsoft.com/office/drawing/2014/main" id="{D9D0053C-B116-6AF3-3916-C811FF8AA92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5CBD7CFE-C17A-4B0A-AB59-52B44BE300C8}" type="slidenum">
              <a:rPr lang="en-US" altLang="en-US" b="0">
                <a:latin typeface="Arial" panose="020B0604020202020204" pitchFamily="34" charset="0"/>
              </a:rPr>
              <a:pPr/>
              <a:t>42</a:t>
            </a:fld>
            <a:endParaRPr lang="en-US" altLang="en-US" b="0">
              <a:latin typeface="Arial" panose="020B0604020202020204" pitchFamily="34" charset="0"/>
            </a:endParaRPr>
          </a:p>
        </p:txBody>
      </p:sp>
      <p:sp>
        <p:nvSpPr>
          <p:cNvPr id="134147" name="Rectangle 2">
            <a:extLst>
              <a:ext uri="{FF2B5EF4-FFF2-40B4-BE49-F238E27FC236}">
                <a16:creationId xmlns:a16="http://schemas.microsoft.com/office/drawing/2014/main" id="{804D47EE-9994-9E03-82A6-C1B0169102AB}"/>
              </a:ext>
            </a:extLst>
          </p:cNvPr>
          <p:cNvSpPr>
            <a:spLocks noGrp="1" noRot="1" noChangeAspect="1" noChangeArrowheads="1" noTextEdit="1"/>
          </p:cNvSpPr>
          <p:nvPr>
            <p:ph type="sldImg"/>
          </p:nvPr>
        </p:nvSpPr>
        <p:spPr>
          <a:ln/>
        </p:spPr>
      </p:sp>
      <p:sp>
        <p:nvSpPr>
          <p:cNvPr id="134148" name="Rectangle 3">
            <a:extLst>
              <a:ext uri="{FF2B5EF4-FFF2-40B4-BE49-F238E27FC236}">
                <a16:creationId xmlns:a16="http://schemas.microsoft.com/office/drawing/2014/main" id="{7AF84B09-422F-76D4-2AE9-91FCD39D9EE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a:extLst>
              <a:ext uri="{FF2B5EF4-FFF2-40B4-BE49-F238E27FC236}">
                <a16:creationId xmlns:a16="http://schemas.microsoft.com/office/drawing/2014/main" id="{7227D1D6-61C4-8782-E267-DA059705238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CB5C95FC-7375-44AD-90F0-26222EB9AADF}" type="slidenum">
              <a:rPr lang="en-US" altLang="en-US" b="0">
                <a:latin typeface="Arial" panose="020B0604020202020204" pitchFamily="34" charset="0"/>
              </a:rPr>
              <a:pPr/>
              <a:t>43</a:t>
            </a:fld>
            <a:endParaRPr lang="en-US" altLang="en-US" b="0">
              <a:latin typeface="Arial" panose="020B0604020202020204" pitchFamily="34" charset="0"/>
            </a:endParaRPr>
          </a:p>
        </p:txBody>
      </p:sp>
      <p:sp>
        <p:nvSpPr>
          <p:cNvPr id="135171" name="Rectangle 2">
            <a:extLst>
              <a:ext uri="{FF2B5EF4-FFF2-40B4-BE49-F238E27FC236}">
                <a16:creationId xmlns:a16="http://schemas.microsoft.com/office/drawing/2014/main" id="{77A1301D-B80E-596C-7E9F-A27D5BA87D07}"/>
              </a:ext>
            </a:extLst>
          </p:cNvPr>
          <p:cNvSpPr>
            <a:spLocks noGrp="1" noRot="1" noChangeAspect="1" noChangeArrowheads="1" noTextEdit="1"/>
          </p:cNvSpPr>
          <p:nvPr>
            <p:ph type="sldImg"/>
          </p:nvPr>
        </p:nvSpPr>
        <p:spPr>
          <a:ln/>
        </p:spPr>
      </p:sp>
      <p:sp>
        <p:nvSpPr>
          <p:cNvPr id="135172" name="Rectangle 3">
            <a:extLst>
              <a:ext uri="{FF2B5EF4-FFF2-40B4-BE49-F238E27FC236}">
                <a16:creationId xmlns:a16="http://schemas.microsoft.com/office/drawing/2014/main" id="{DE1E9A55-2BAB-C426-E051-3FA37A564D3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a:extLst>
              <a:ext uri="{FF2B5EF4-FFF2-40B4-BE49-F238E27FC236}">
                <a16:creationId xmlns:a16="http://schemas.microsoft.com/office/drawing/2014/main" id="{1E2C6562-8F9A-ACC1-E3AF-D78FDA9A5A6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4E78B006-1640-4ED1-89D3-468AA4428600}" type="slidenum">
              <a:rPr lang="en-US" altLang="en-US" b="0">
                <a:latin typeface="Arial" panose="020B0604020202020204" pitchFamily="34" charset="0"/>
              </a:rPr>
              <a:pPr/>
              <a:t>47</a:t>
            </a:fld>
            <a:endParaRPr lang="en-US" altLang="en-US" b="0">
              <a:latin typeface="Arial" panose="020B0604020202020204" pitchFamily="34" charset="0"/>
            </a:endParaRPr>
          </a:p>
        </p:txBody>
      </p:sp>
      <p:sp>
        <p:nvSpPr>
          <p:cNvPr id="136195" name="Rectangle 2">
            <a:extLst>
              <a:ext uri="{FF2B5EF4-FFF2-40B4-BE49-F238E27FC236}">
                <a16:creationId xmlns:a16="http://schemas.microsoft.com/office/drawing/2014/main" id="{A9DF5F16-59BA-E0BB-11FF-6F0EB919D874}"/>
              </a:ext>
            </a:extLst>
          </p:cNvPr>
          <p:cNvSpPr>
            <a:spLocks noGrp="1" noRot="1" noChangeAspect="1" noChangeArrowheads="1" noTextEdit="1"/>
          </p:cNvSpPr>
          <p:nvPr>
            <p:ph type="sldImg"/>
          </p:nvPr>
        </p:nvSpPr>
        <p:spPr>
          <a:ln/>
        </p:spPr>
      </p:sp>
      <p:sp>
        <p:nvSpPr>
          <p:cNvPr id="136196" name="Rectangle 3">
            <a:extLst>
              <a:ext uri="{FF2B5EF4-FFF2-40B4-BE49-F238E27FC236}">
                <a16:creationId xmlns:a16="http://schemas.microsoft.com/office/drawing/2014/main" id="{4C7E04C9-3511-C9A7-D817-838A63277B7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a:extLst>
              <a:ext uri="{FF2B5EF4-FFF2-40B4-BE49-F238E27FC236}">
                <a16:creationId xmlns:a16="http://schemas.microsoft.com/office/drawing/2014/main" id="{46FBD45D-E425-CC43-9307-E160295867E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F7FF6D50-A999-45E8-8211-44ADE33B1CD4}" type="slidenum">
              <a:rPr lang="en-US" altLang="en-US" b="0">
                <a:latin typeface="Arial" panose="020B0604020202020204" pitchFamily="34" charset="0"/>
              </a:rPr>
              <a:pPr/>
              <a:t>48</a:t>
            </a:fld>
            <a:endParaRPr lang="en-US" altLang="en-US" b="0">
              <a:latin typeface="Arial" panose="020B0604020202020204" pitchFamily="34" charset="0"/>
            </a:endParaRPr>
          </a:p>
        </p:txBody>
      </p:sp>
      <p:sp>
        <p:nvSpPr>
          <p:cNvPr id="137219" name="Rectangle 2">
            <a:extLst>
              <a:ext uri="{FF2B5EF4-FFF2-40B4-BE49-F238E27FC236}">
                <a16:creationId xmlns:a16="http://schemas.microsoft.com/office/drawing/2014/main" id="{CD54C419-EDC6-3065-42FC-E09E2FEFDC0A}"/>
              </a:ext>
            </a:extLst>
          </p:cNvPr>
          <p:cNvSpPr>
            <a:spLocks noGrp="1" noRot="1" noChangeAspect="1" noChangeArrowheads="1" noTextEdit="1"/>
          </p:cNvSpPr>
          <p:nvPr>
            <p:ph type="sldImg"/>
          </p:nvPr>
        </p:nvSpPr>
        <p:spPr>
          <a:ln/>
        </p:spPr>
      </p:sp>
      <p:sp>
        <p:nvSpPr>
          <p:cNvPr id="137220" name="Rectangle 3">
            <a:extLst>
              <a:ext uri="{FF2B5EF4-FFF2-40B4-BE49-F238E27FC236}">
                <a16:creationId xmlns:a16="http://schemas.microsoft.com/office/drawing/2014/main" id="{34C32C63-684D-3F91-D5C5-3B7AD8F3C20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a:extLst>
              <a:ext uri="{FF2B5EF4-FFF2-40B4-BE49-F238E27FC236}">
                <a16:creationId xmlns:a16="http://schemas.microsoft.com/office/drawing/2014/main" id="{B5601779-A62E-606D-23D9-5B558F3D723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8B8FA8CC-FAA9-467C-A54C-75CC705D04B6}" type="slidenum">
              <a:rPr lang="en-US" altLang="en-US" b="0">
                <a:latin typeface="Arial" panose="020B0604020202020204" pitchFamily="34" charset="0"/>
              </a:rPr>
              <a:pPr/>
              <a:t>49</a:t>
            </a:fld>
            <a:endParaRPr lang="en-US" altLang="en-US" b="0">
              <a:latin typeface="Arial" panose="020B0604020202020204" pitchFamily="34" charset="0"/>
            </a:endParaRPr>
          </a:p>
        </p:txBody>
      </p:sp>
      <p:sp>
        <p:nvSpPr>
          <p:cNvPr id="138243" name="Rectangle 2">
            <a:extLst>
              <a:ext uri="{FF2B5EF4-FFF2-40B4-BE49-F238E27FC236}">
                <a16:creationId xmlns:a16="http://schemas.microsoft.com/office/drawing/2014/main" id="{2376882D-350C-D5E8-18D0-B0D4E8E2E9ED}"/>
              </a:ext>
            </a:extLst>
          </p:cNvPr>
          <p:cNvSpPr>
            <a:spLocks noGrp="1" noRot="1" noChangeAspect="1" noChangeArrowheads="1" noTextEdit="1"/>
          </p:cNvSpPr>
          <p:nvPr>
            <p:ph type="sldImg"/>
          </p:nvPr>
        </p:nvSpPr>
        <p:spPr>
          <a:ln/>
        </p:spPr>
      </p:sp>
      <p:sp>
        <p:nvSpPr>
          <p:cNvPr id="138244" name="Rectangle 3">
            <a:extLst>
              <a:ext uri="{FF2B5EF4-FFF2-40B4-BE49-F238E27FC236}">
                <a16:creationId xmlns:a16="http://schemas.microsoft.com/office/drawing/2014/main" id="{7183AD35-03DE-78B9-CBFB-13333C5C1C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a:extLst>
              <a:ext uri="{FF2B5EF4-FFF2-40B4-BE49-F238E27FC236}">
                <a16:creationId xmlns:a16="http://schemas.microsoft.com/office/drawing/2014/main" id="{2B667693-8938-03BA-BD70-564EFCBE94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7E4A85A3-06E4-4FB6-B78A-8943C58A3F3D}" type="slidenum">
              <a:rPr lang="en-US" altLang="en-US" b="0">
                <a:latin typeface="Arial" panose="020B0604020202020204" pitchFamily="34" charset="0"/>
              </a:rPr>
              <a:pPr/>
              <a:t>50</a:t>
            </a:fld>
            <a:endParaRPr lang="en-US" altLang="en-US" b="0">
              <a:latin typeface="Arial" panose="020B0604020202020204" pitchFamily="34" charset="0"/>
            </a:endParaRPr>
          </a:p>
        </p:txBody>
      </p:sp>
      <p:sp>
        <p:nvSpPr>
          <p:cNvPr id="139267" name="Rectangle 2">
            <a:extLst>
              <a:ext uri="{FF2B5EF4-FFF2-40B4-BE49-F238E27FC236}">
                <a16:creationId xmlns:a16="http://schemas.microsoft.com/office/drawing/2014/main" id="{62292EF5-D293-1B72-6334-78F2449B88EB}"/>
              </a:ext>
            </a:extLst>
          </p:cNvPr>
          <p:cNvSpPr>
            <a:spLocks noGrp="1" noRot="1" noChangeAspect="1" noChangeArrowheads="1" noTextEdit="1"/>
          </p:cNvSpPr>
          <p:nvPr>
            <p:ph type="sldImg"/>
          </p:nvPr>
        </p:nvSpPr>
        <p:spPr>
          <a:ln/>
        </p:spPr>
      </p:sp>
      <p:sp>
        <p:nvSpPr>
          <p:cNvPr id="139268" name="Rectangle 3">
            <a:extLst>
              <a:ext uri="{FF2B5EF4-FFF2-40B4-BE49-F238E27FC236}">
                <a16:creationId xmlns:a16="http://schemas.microsoft.com/office/drawing/2014/main" id="{D57B43DE-8621-23F6-D244-714C3922C72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a:extLst>
              <a:ext uri="{FF2B5EF4-FFF2-40B4-BE49-F238E27FC236}">
                <a16:creationId xmlns:a16="http://schemas.microsoft.com/office/drawing/2014/main" id="{E3B5E2A7-A00C-AAB8-C9B1-D434A390368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7B7B3FF2-E4F9-424F-B2BC-CF9685A17C5A}" type="slidenum">
              <a:rPr lang="en-US" altLang="en-US" b="0">
                <a:latin typeface="Arial" panose="020B0604020202020204" pitchFamily="34" charset="0"/>
              </a:rPr>
              <a:pPr/>
              <a:t>51</a:t>
            </a:fld>
            <a:endParaRPr lang="en-US" altLang="en-US" b="0">
              <a:latin typeface="Arial" panose="020B0604020202020204" pitchFamily="34" charset="0"/>
            </a:endParaRPr>
          </a:p>
        </p:txBody>
      </p:sp>
      <p:sp>
        <p:nvSpPr>
          <p:cNvPr id="140291" name="Rectangle 2">
            <a:extLst>
              <a:ext uri="{FF2B5EF4-FFF2-40B4-BE49-F238E27FC236}">
                <a16:creationId xmlns:a16="http://schemas.microsoft.com/office/drawing/2014/main" id="{72B02548-0331-5AEA-0480-ED83CC85FFA2}"/>
              </a:ext>
            </a:extLst>
          </p:cNvPr>
          <p:cNvSpPr>
            <a:spLocks noGrp="1" noRot="1" noChangeAspect="1" noChangeArrowheads="1" noTextEdit="1"/>
          </p:cNvSpPr>
          <p:nvPr>
            <p:ph type="sldImg"/>
          </p:nvPr>
        </p:nvSpPr>
        <p:spPr>
          <a:ln/>
        </p:spPr>
      </p:sp>
      <p:sp>
        <p:nvSpPr>
          <p:cNvPr id="140292" name="Rectangle 3">
            <a:extLst>
              <a:ext uri="{FF2B5EF4-FFF2-40B4-BE49-F238E27FC236}">
                <a16:creationId xmlns:a16="http://schemas.microsoft.com/office/drawing/2014/main" id="{96261241-422E-8387-5A47-CDC67F66E1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a:extLst>
              <a:ext uri="{FF2B5EF4-FFF2-40B4-BE49-F238E27FC236}">
                <a16:creationId xmlns:a16="http://schemas.microsoft.com/office/drawing/2014/main" id="{5D1324B6-4939-C8A5-18E5-C7CA2C39FD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8FB79D25-2A45-456C-A0C5-E1A8D410CA3F}" type="slidenum">
              <a:rPr lang="en-US" altLang="en-US" b="0">
                <a:latin typeface="Arial" panose="020B0604020202020204" pitchFamily="34" charset="0"/>
              </a:rPr>
              <a:pPr/>
              <a:t>52</a:t>
            </a:fld>
            <a:endParaRPr lang="en-US" altLang="en-US" b="0">
              <a:latin typeface="Arial" panose="020B0604020202020204" pitchFamily="34" charset="0"/>
            </a:endParaRPr>
          </a:p>
        </p:txBody>
      </p:sp>
      <p:sp>
        <p:nvSpPr>
          <p:cNvPr id="141315" name="Rectangle 2">
            <a:extLst>
              <a:ext uri="{FF2B5EF4-FFF2-40B4-BE49-F238E27FC236}">
                <a16:creationId xmlns:a16="http://schemas.microsoft.com/office/drawing/2014/main" id="{6D36322E-A76B-14BD-474F-521C65B5C841}"/>
              </a:ext>
            </a:extLst>
          </p:cNvPr>
          <p:cNvSpPr>
            <a:spLocks noGrp="1" noRot="1" noChangeAspect="1" noChangeArrowheads="1" noTextEdit="1"/>
          </p:cNvSpPr>
          <p:nvPr>
            <p:ph type="sldImg"/>
          </p:nvPr>
        </p:nvSpPr>
        <p:spPr>
          <a:ln/>
        </p:spPr>
      </p:sp>
      <p:sp>
        <p:nvSpPr>
          <p:cNvPr id="141316" name="Rectangle 3">
            <a:extLst>
              <a:ext uri="{FF2B5EF4-FFF2-40B4-BE49-F238E27FC236}">
                <a16:creationId xmlns:a16="http://schemas.microsoft.com/office/drawing/2014/main" id="{5A3E40C3-1A32-52FD-AD51-8ACCA6D5CA1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a:extLst>
              <a:ext uri="{FF2B5EF4-FFF2-40B4-BE49-F238E27FC236}">
                <a16:creationId xmlns:a16="http://schemas.microsoft.com/office/drawing/2014/main" id="{45682FFD-8C5E-C931-3FB5-7A4A1DDD4EB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353B8291-601E-4268-9638-F5EA10BB6262}" type="slidenum">
              <a:rPr lang="en-US" altLang="en-US" b="0">
                <a:latin typeface="Arial" panose="020B0604020202020204" pitchFamily="34" charset="0"/>
              </a:rPr>
              <a:pPr/>
              <a:t>53</a:t>
            </a:fld>
            <a:endParaRPr lang="en-US" altLang="en-US" b="0">
              <a:latin typeface="Arial" panose="020B0604020202020204" pitchFamily="34" charset="0"/>
            </a:endParaRPr>
          </a:p>
        </p:txBody>
      </p:sp>
      <p:sp>
        <p:nvSpPr>
          <p:cNvPr id="142339" name="Rectangle 2">
            <a:extLst>
              <a:ext uri="{FF2B5EF4-FFF2-40B4-BE49-F238E27FC236}">
                <a16:creationId xmlns:a16="http://schemas.microsoft.com/office/drawing/2014/main" id="{E8BE9D2B-1D21-8922-6048-6E9D3C7149AD}"/>
              </a:ext>
            </a:extLst>
          </p:cNvPr>
          <p:cNvSpPr>
            <a:spLocks noGrp="1" noRot="1" noChangeAspect="1" noChangeArrowheads="1" noTextEdit="1"/>
          </p:cNvSpPr>
          <p:nvPr>
            <p:ph type="sldImg"/>
          </p:nvPr>
        </p:nvSpPr>
        <p:spPr>
          <a:ln/>
        </p:spPr>
      </p:sp>
      <p:sp>
        <p:nvSpPr>
          <p:cNvPr id="142340" name="Rectangle 3">
            <a:extLst>
              <a:ext uri="{FF2B5EF4-FFF2-40B4-BE49-F238E27FC236}">
                <a16:creationId xmlns:a16="http://schemas.microsoft.com/office/drawing/2014/main" id="{3494B2E3-E9F1-24A3-48EA-40231429AA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a:extLst>
              <a:ext uri="{FF2B5EF4-FFF2-40B4-BE49-F238E27FC236}">
                <a16:creationId xmlns:a16="http://schemas.microsoft.com/office/drawing/2014/main" id="{30EDC692-175E-3316-22A2-DDF86C6CC88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75CB9150-299B-4B4B-8ACD-63B1E2B0875F}" type="slidenum">
              <a:rPr lang="en-US" altLang="en-US" b="0">
                <a:latin typeface="Arial" panose="020B0604020202020204" pitchFamily="34" charset="0"/>
              </a:rPr>
              <a:pPr/>
              <a:t>54</a:t>
            </a:fld>
            <a:endParaRPr lang="en-US" altLang="en-US" b="0">
              <a:latin typeface="Arial" panose="020B0604020202020204" pitchFamily="34" charset="0"/>
            </a:endParaRPr>
          </a:p>
        </p:txBody>
      </p:sp>
      <p:sp>
        <p:nvSpPr>
          <p:cNvPr id="143363" name="Rectangle 2">
            <a:extLst>
              <a:ext uri="{FF2B5EF4-FFF2-40B4-BE49-F238E27FC236}">
                <a16:creationId xmlns:a16="http://schemas.microsoft.com/office/drawing/2014/main" id="{79126B19-5D9D-E4B9-C951-4D652245ACC6}"/>
              </a:ext>
            </a:extLst>
          </p:cNvPr>
          <p:cNvSpPr>
            <a:spLocks noGrp="1" noRot="1" noChangeAspect="1" noChangeArrowheads="1" noTextEdit="1"/>
          </p:cNvSpPr>
          <p:nvPr>
            <p:ph type="sldImg"/>
          </p:nvPr>
        </p:nvSpPr>
        <p:spPr>
          <a:ln/>
        </p:spPr>
      </p:sp>
      <p:sp>
        <p:nvSpPr>
          <p:cNvPr id="143364" name="Rectangle 3">
            <a:extLst>
              <a:ext uri="{FF2B5EF4-FFF2-40B4-BE49-F238E27FC236}">
                <a16:creationId xmlns:a16="http://schemas.microsoft.com/office/drawing/2014/main" id="{F31987F6-0E02-3C1A-3A5A-DA842DB8E1B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a:extLst>
              <a:ext uri="{FF2B5EF4-FFF2-40B4-BE49-F238E27FC236}">
                <a16:creationId xmlns:a16="http://schemas.microsoft.com/office/drawing/2014/main" id="{29BF38D6-37C4-9220-1D22-F8466FEA3F9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5C0CF66A-7283-417D-B6EE-B29807FCDF1F}" type="slidenum">
              <a:rPr lang="en-US" altLang="en-US" b="0">
                <a:latin typeface="Arial" panose="020B0604020202020204" pitchFamily="34" charset="0"/>
              </a:rPr>
              <a:pPr/>
              <a:t>55</a:t>
            </a:fld>
            <a:endParaRPr lang="en-US" altLang="en-US" b="0">
              <a:latin typeface="Arial" panose="020B0604020202020204" pitchFamily="34" charset="0"/>
            </a:endParaRPr>
          </a:p>
        </p:txBody>
      </p:sp>
      <p:sp>
        <p:nvSpPr>
          <p:cNvPr id="144387" name="Rectangle 2">
            <a:extLst>
              <a:ext uri="{FF2B5EF4-FFF2-40B4-BE49-F238E27FC236}">
                <a16:creationId xmlns:a16="http://schemas.microsoft.com/office/drawing/2014/main" id="{663AD27B-722D-CD91-5BC2-079A1BCE89E8}"/>
              </a:ext>
            </a:extLst>
          </p:cNvPr>
          <p:cNvSpPr>
            <a:spLocks noGrp="1" noRot="1" noChangeAspect="1" noChangeArrowheads="1" noTextEdit="1"/>
          </p:cNvSpPr>
          <p:nvPr>
            <p:ph type="sldImg"/>
          </p:nvPr>
        </p:nvSpPr>
        <p:spPr>
          <a:ln/>
        </p:spPr>
      </p:sp>
      <p:sp>
        <p:nvSpPr>
          <p:cNvPr id="144388" name="Rectangle 3">
            <a:extLst>
              <a:ext uri="{FF2B5EF4-FFF2-40B4-BE49-F238E27FC236}">
                <a16:creationId xmlns:a16="http://schemas.microsoft.com/office/drawing/2014/main" id="{CB33C090-4B4F-14B6-8389-F915DB5C6CF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a:extLst>
              <a:ext uri="{FF2B5EF4-FFF2-40B4-BE49-F238E27FC236}">
                <a16:creationId xmlns:a16="http://schemas.microsoft.com/office/drawing/2014/main" id="{0DC5995A-1931-2161-529A-811B08683F5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3498D393-9FB3-4154-9EB1-A1A93813A359}" type="slidenum">
              <a:rPr lang="en-US" altLang="en-US" b="0">
                <a:latin typeface="Arial" panose="020B0604020202020204" pitchFamily="34" charset="0"/>
              </a:rPr>
              <a:pPr/>
              <a:t>56</a:t>
            </a:fld>
            <a:endParaRPr lang="en-US" altLang="en-US" b="0">
              <a:latin typeface="Arial" panose="020B0604020202020204" pitchFamily="34" charset="0"/>
            </a:endParaRPr>
          </a:p>
        </p:txBody>
      </p:sp>
      <p:sp>
        <p:nvSpPr>
          <p:cNvPr id="145411" name="Rectangle 2">
            <a:extLst>
              <a:ext uri="{FF2B5EF4-FFF2-40B4-BE49-F238E27FC236}">
                <a16:creationId xmlns:a16="http://schemas.microsoft.com/office/drawing/2014/main" id="{BE2F1425-976D-BEE1-5C0F-DF3B135CAFAA}"/>
              </a:ext>
            </a:extLst>
          </p:cNvPr>
          <p:cNvSpPr>
            <a:spLocks noGrp="1" noRot="1" noChangeAspect="1" noChangeArrowheads="1" noTextEdit="1"/>
          </p:cNvSpPr>
          <p:nvPr>
            <p:ph type="sldImg"/>
          </p:nvPr>
        </p:nvSpPr>
        <p:spPr>
          <a:ln/>
        </p:spPr>
      </p:sp>
      <p:sp>
        <p:nvSpPr>
          <p:cNvPr id="145412" name="Rectangle 3">
            <a:extLst>
              <a:ext uri="{FF2B5EF4-FFF2-40B4-BE49-F238E27FC236}">
                <a16:creationId xmlns:a16="http://schemas.microsoft.com/office/drawing/2014/main" id="{9853D8A3-29AB-B214-41E4-2D70DA1A63B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a:extLst>
              <a:ext uri="{FF2B5EF4-FFF2-40B4-BE49-F238E27FC236}">
                <a16:creationId xmlns:a16="http://schemas.microsoft.com/office/drawing/2014/main" id="{CE0D3C3F-1C5D-7B0E-A4AD-93FB387FB52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D47821FA-CDF9-41E6-B746-A7AC824A98E1}" type="slidenum">
              <a:rPr lang="en-US" altLang="en-US" b="0">
                <a:latin typeface="Arial" panose="020B0604020202020204" pitchFamily="34" charset="0"/>
              </a:rPr>
              <a:pPr/>
              <a:t>57</a:t>
            </a:fld>
            <a:endParaRPr lang="en-US" altLang="en-US" b="0">
              <a:latin typeface="Arial" panose="020B0604020202020204" pitchFamily="34" charset="0"/>
            </a:endParaRPr>
          </a:p>
        </p:txBody>
      </p:sp>
      <p:sp>
        <p:nvSpPr>
          <p:cNvPr id="146435" name="Rectangle 2">
            <a:extLst>
              <a:ext uri="{FF2B5EF4-FFF2-40B4-BE49-F238E27FC236}">
                <a16:creationId xmlns:a16="http://schemas.microsoft.com/office/drawing/2014/main" id="{E838B22C-26CF-F940-71A8-83E264744161}"/>
              </a:ext>
            </a:extLst>
          </p:cNvPr>
          <p:cNvSpPr>
            <a:spLocks noGrp="1" noRot="1" noChangeAspect="1" noChangeArrowheads="1" noTextEdit="1"/>
          </p:cNvSpPr>
          <p:nvPr>
            <p:ph type="sldImg"/>
          </p:nvPr>
        </p:nvSpPr>
        <p:spPr>
          <a:ln/>
        </p:spPr>
      </p:sp>
      <p:sp>
        <p:nvSpPr>
          <p:cNvPr id="146436" name="Rectangle 3">
            <a:extLst>
              <a:ext uri="{FF2B5EF4-FFF2-40B4-BE49-F238E27FC236}">
                <a16:creationId xmlns:a16="http://schemas.microsoft.com/office/drawing/2014/main" id="{74668EED-E203-A2AE-6C3D-36D22D5F5B0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a:extLst>
              <a:ext uri="{FF2B5EF4-FFF2-40B4-BE49-F238E27FC236}">
                <a16:creationId xmlns:a16="http://schemas.microsoft.com/office/drawing/2014/main" id="{5A965A81-2EE1-A87F-4966-4994F81345C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B3D6FD90-01A7-4147-9286-11584388355E}" type="slidenum">
              <a:rPr lang="en-US" altLang="en-US" b="0">
                <a:latin typeface="Arial" panose="020B0604020202020204" pitchFamily="34" charset="0"/>
              </a:rPr>
              <a:pPr/>
              <a:t>58</a:t>
            </a:fld>
            <a:endParaRPr lang="en-US" altLang="en-US" b="0">
              <a:latin typeface="Arial" panose="020B0604020202020204" pitchFamily="34" charset="0"/>
            </a:endParaRPr>
          </a:p>
        </p:txBody>
      </p:sp>
      <p:sp>
        <p:nvSpPr>
          <p:cNvPr id="147459" name="Rectangle 2">
            <a:extLst>
              <a:ext uri="{FF2B5EF4-FFF2-40B4-BE49-F238E27FC236}">
                <a16:creationId xmlns:a16="http://schemas.microsoft.com/office/drawing/2014/main" id="{751583F8-E438-6A9D-36EA-C31019969622}"/>
              </a:ext>
            </a:extLst>
          </p:cNvPr>
          <p:cNvSpPr>
            <a:spLocks noGrp="1" noRot="1" noChangeAspect="1" noChangeArrowheads="1" noTextEdit="1"/>
          </p:cNvSpPr>
          <p:nvPr>
            <p:ph type="sldImg"/>
          </p:nvPr>
        </p:nvSpPr>
        <p:spPr>
          <a:ln/>
        </p:spPr>
      </p:sp>
      <p:sp>
        <p:nvSpPr>
          <p:cNvPr id="147460" name="Rectangle 3">
            <a:extLst>
              <a:ext uri="{FF2B5EF4-FFF2-40B4-BE49-F238E27FC236}">
                <a16:creationId xmlns:a16="http://schemas.microsoft.com/office/drawing/2014/main" id="{1C80C99F-6C26-25FF-C6F6-FFFFE028DEF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a:extLst>
              <a:ext uri="{FF2B5EF4-FFF2-40B4-BE49-F238E27FC236}">
                <a16:creationId xmlns:a16="http://schemas.microsoft.com/office/drawing/2014/main" id="{91709905-DCC4-0D50-C885-A39429D6924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AE03F487-E148-4D8E-88E5-4E85C265FEF3}" type="slidenum">
              <a:rPr lang="en-US" altLang="en-US" b="0">
                <a:latin typeface="Arial" panose="020B0604020202020204" pitchFamily="34" charset="0"/>
              </a:rPr>
              <a:pPr/>
              <a:t>59</a:t>
            </a:fld>
            <a:endParaRPr lang="en-US" altLang="en-US" b="0">
              <a:latin typeface="Arial" panose="020B0604020202020204" pitchFamily="34" charset="0"/>
            </a:endParaRPr>
          </a:p>
        </p:txBody>
      </p:sp>
      <p:sp>
        <p:nvSpPr>
          <p:cNvPr id="148483" name="Rectangle 2">
            <a:extLst>
              <a:ext uri="{FF2B5EF4-FFF2-40B4-BE49-F238E27FC236}">
                <a16:creationId xmlns:a16="http://schemas.microsoft.com/office/drawing/2014/main" id="{145B9F06-D923-C48A-09CD-8F228061F277}"/>
              </a:ext>
            </a:extLst>
          </p:cNvPr>
          <p:cNvSpPr>
            <a:spLocks noGrp="1" noRot="1" noChangeAspect="1" noChangeArrowheads="1" noTextEdit="1"/>
          </p:cNvSpPr>
          <p:nvPr>
            <p:ph type="sldImg"/>
          </p:nvPr>
        </p:nvSpPr>
        <p:spPr>
          <a:ln/>
        </p:spPr>
      </p:sp>
      <p:sp>
        <p:nvSpPr>
          <p:cNvPr id="148484" name="Rectangle 3">
            <a:extLst>
              <a:ext uri="{FF2B5EF4-FFF2-40B4-BE49-F238E27FC236}">
                <a16:creationId xmlns:a16="http://schemas.microsoft.com/office/drawing/2014/main" id="{39A7F2CC-3696-63FC-595E-D6F39E847C5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a:extLst>
              <a:ext uri="{FF2B5EF4-FFF2-40B4-BE49-F238E27FC236}">
                <a16:creationId xmlns:a16="http://schemas.microsoft.com/office/drawing/2014/main" id="{25F41F06-CB3D-2D11-4C31-D7343265D4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63565CBB-7AE7-4DC3-967B-88DB302206EA}" type="slidenum">
              <a:rPr lang="en-US" altLang="en-US" b="0">
                <a:latin typeface="Arial" panose="020B0604020202020204" pitchFamily="34" charset="0"/>
              </a:rPr>
              <a:pPr/>
              <a:t>60</a:t>
            </a:fld>
            <a:endParaRPr lang="en-US" altLang="en-US" b="0">
              <a:latin typeface="Arial" panose="020B0604020202020204" pitchFamily="34" charset="0"/>
            </a:endParaRPr>
          </a:p>
        </p:txBody>
      </p:sp>
      <p:sp>
        <p:nvSpPr>
          <p:cNvPr id="149507" name="Rectangle 2">
            <a:extLst>
              <a:ext uri="{FF2B5EF4-FFF2-40B4-BE49-F238E27FC236}">
                <a16:creationId xmlns:a16="http://schemas.microsoft.com/office/drawing/2014/main" id="{3A225CD3-2425-8CD8-9613-876DBFF16D39}"/>
              </a:ext>
            </a:extLst>
          </p:cNvPr>
          <p:cNvSpPr>
            <a:spLocks noGrp="1" noRot="1" noChangeAspect="1" noChangeArrowheads="1" noTextEdit="1"/>
          </p:cNvSpPr>
          <p:nvPr>
            <p:ph type="sldImg"/>
          </p:nvPr>
        </p:nvSpPr>
        <p:spPr>
          <a:ln/>
        </p:spPr>
      </p:sp>
      <p:sp>
        <p:nvSpPr>
          <p:cNvPr id="149508" name="Rectangle 3">
            <a:extLst>
              <a:ext uri="{FF2B5EF4-FFF2-40B4-BE49-F238E27FC236}">
                <a16:creationId xmlns:a16="http://schemas.microsoft.com/office/drawing/2014/main" id="{55103C30-1373-971F-B590-E4391761787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a:extLst>
              <a:ext uri="{FF2B5EF4-FFF2-40B4-BE49-F238E27FC236}">
                <a16:creationId xmlns:a16="http://schemas.microsoft.com/office/drawing/2014/main" id="{E910E11B-7F8A-4C56-8B73-1C4F46CCA4C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1F09AFAA-ECE4-4241-A61F-57499C9790E5}" type="slidenum">
              <a:rPr lang="en-US" altLang="en-US" b="0">
                <a:latin typeface="Arial" panose="020B0604020202020204" pitchFamily="34" charset="0"/>
              </a:rPr>
              <a:pPr/>
              <a:t>61</a:t>
            </a:fld>
            <a:endParaRPr lang="en-US" altLang="en-US" b="0">
              <a:latin typeface="Arial" panose="020B0604020202020204" pitchFamily="34" charset="0"/>
            </a:endParaRPr>
          </a:p>
        </p:txBody>
      </p:sp>
      <p:sp>
        <p:nvSpPr>
          <p:cNvPr id="150531" name="Rectangle 2">
            <a:extLst>
              <a:ext uri="{FF2B5EF4-FFF2-40B4-BE49-F238E27FC236}">
                <a16:creationId xmlns:a16="http://schemas.microsoft.com/office/drawing/2014/main" id="{09F8E35D-7460-233E-CF79-316EA3FC351E}"/>
              </a:ext>
            </a:extLst>
          </p:cNvPr>
          <p:cNvSpPr>
            <a:spLocks noGrp="1" noRot="1" noChangeAspect="1" noChangeArrowheads="1" noTextEdit="1"/>
          </p:cNvSpPr>
          <p:nvPr>
            <p:ph type="sldImg"/>
          </p:nvPr>
        </p:nvSpPr>
        <p:spPr>
          <a:ln/>
        </p:spPr>
      </p:sp>
      <p:sp>
        <p:nvSpPr>
          <p:cNvPr id="150532" name="Rectangle 3">
            <a:extLst>
              <a:ext uri="{FF2B5EF4-FFF2-40B4-BE49-F238E27FC236}">
                <a16:creationId xmlns:a16="http://schemas.microsoft.com/office/drawing/2014/main" id="{7B1CCA60-AB39-433D-DD13-C8CF51D39D4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a:extLst>
              <a:ext uri="{FF2B5EF4-FFF2-40B4-BE49-F238E27FC236}">
                <a16:creationId xmlns:a16="http://schemas.microsoft.com/office/drawing/2014/main" id="{6DD6C470-D6CF-8E7C-EF88-747DA250928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69072230-32DE-46A6-A7BE-2661273C8911}" type="slidenum">
              <a:rPr lang="en-US" altLang="en-US" b="0">
                <a:latin typeface="Arial" panose="020B0604020202020204" pitchFamily="34" charset="0"/>
              </a:rPr>
              <a:pPr/>
              <a:t>62</a:t>
            </a:fld>
            <a:endParaRPr lang="en-US" altLang="en-US" b="0">
              <a:latin typeface="Arial" panose="020B0604020202020204" pitchFamily="34" charset="0"/>
            </a:endParaRPr>
          </a:p>
        </p:txBody>
      </p:sp>
      <p:sp>
        <p:nvSpPr>
          <p:cNvPr id="151555" name="Rectangle 2">
            <a:extLst>
              <a:ext uri="{FF2B5EF4-FFF2-40B4-BE49-F238E27FC236}">
                <a16:creationId xmlns:a16="http://schemas.microsoft.com/office/drawing/2014/main" id="{4277FAE6-C977-9750-D562-FFC9B80AB20A}"/>
              </a:ext>
            </a:extLst>
          </p:cNvPr>
          <p:cNvSpPr>
            <a:spLocks noGrp="1" noRot="1" noChangeAspect="1" noChangeArrowheads="1" noTextEdit="1"/>
          </p:cNvSpPr>
          <p:nvPr>
            <p:ph type="sldImg"/>
          </p:nvPr>
        </p:nvSpPr>
        <p:spPr>
          <a:ln/>
        </p:spPr>
      </p:sp>
      <p:sp>
        <p:nvSpPr>
          <p:cNvPr id="151556" name="Rectangle 3">
            <a:extLst>
              <a:ext uri="{FF2B5EF4-FFF2-40B4-BE49-F238E27FC236}">
                <a16:creationId xmlns:a16="http://schemas.microsoft.com/office/drawing/2014/main" id="{0C109423-4408-D6E0-549D-D7989C02E08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a:extLst>
              <a:ext uri="{FF2B5EF4-FFF2-40B4-BE49-F238E27FC236}">
                <a16:creationId xmlns:a16="http://schemas.microsoft.com/office/drawing/2014/main" id="{B7A259BB-3B3E-883B-E32F-A4AC9F38839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B084CBC4-EF10-4EA3-9AF6-EB52716EE79C}" type="slidenum">
              <a:rPr lang="en-US" altLang="en-US" b="0">
                <a:latin typeface="Arial" panose="020B0604020202020204" pitchFamily="34" charset="0"/>
              </a:rPr>
              <a:pPr/>
              <a:t>63</a:t>
            </a:fld>
            <a:endParaRPr lang="en-US" altLang="en-US" b="0">
              <a:latin typeface="Arial" panose="020B0604020202020204" pitchFamily="34" charset="0"/>
            </a:endParaRPr>
          </a:p>
        </p:txBody>
      </p:sp>
      <p:sp>
        <p:nvSpPr>
          <p:cNvPr id="152579" name="Rectangle 2">
            <a:extLst>
              <a:ext uri="{FF2B5EF4-FFF2-40B4-BE49-F238E27FC236}">
                <a16:creationId xmlns:a16="http://schemas.microsoft.com/office/drawing/2014/main" id="{F3C8CD3F-7DFE-DBFC-311A-24F37C6D439F}"/>
              </a:ext>
            </a:extLst>
          </p:cNvPr>
          <p:cNvSpPr>
            <a:spLocks noGrp="1" noRot="1" noChangeAspect="1" noChangeArrowheads="1" noTextEdit="1"/>
          </p:cNvSpPr>
          <p:nvPr>
            <p:ph type="sldImg"/>
          </p:nvPr>
        </p:nvSpPr>
        <p:spPr>
          <a:ln/>
        </p:spPr>
      </p:sp>
      <p:sp>
        <p:nvSpPr>
          <p:cNvPr id="152580" name="Rectangle 3">
            <a:extLst>
              <a:ext uri="{FF2B5EF4-FFF2-40B4-BE49-F238E27FC236}">
                <a16:creationId xmlns:a16="http://schemas.microsoft.com/office/drawing/2014/main" id="{5EDCB1ED-851B-E801-F94A-DC6BC61226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a:extLst>
              <a:ext uri="{FF2B5EF4-FFF2-40B4-BE49-F238E27FC236}">
                <a16:creationId xmlns:a16="http://schemas.microsoft.com/office/drawing/2014/main" id="{7B84C08D-A37C-B06A-26B4-EB4B54EE941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56FF6BF5-804C-485C-A52E-0752A871590B}" type="slidenum">
              <a:rPr lang="en-US" altLang="en-US" b="0">
                <a:latin typeface="Arial" panose="020B0604020202020204" pitchFamily="34" charset="0"/>
              </a:rPr>
              <a:pPr/>
              <a:t>64</a:t>
            </a:fld>
            <a:endParaRPr lang="en-US" altLang="en-US" b="0">
              <a:latin typeface="Arial" panose="020B0604020202020204" pitchFamily="34" charset="0"/>
            </a:endParaRPr>
          </a:p>
        </p:txBody>
      </p:sp>
      <p:sp>
        <p:nvSpPr>
          <p:cNvPr id="153603" name="Rectangle 2">
            <a:extLst>
              <a:ext uri="{FF2B5EF4-FFF2-40B4-BE49-F238E27FC236}">
                <a16:creationId xmlns:a16="http://schemas.microsoft.com/office/drawing/2014/main" id="{A39BB106-2ACE-E2AF-5C6E-A94C7524932F}"/>
              </a:ext>
            </a:extLst>
          </p:cNvPr>
          <p:cNvSpPr>
            <a:spLocks noGrp="1" noRot="1" noChangeAspect="1" noChangeArrowheads="1" noTextEdit="1"/>
          </p:cNvSpPr>
          <p:nvPr>
            <p:ph type="sldImg"/>
          </p:nvPr>
        </p:nvSpPr>
        <p:spPr>
          <a:ln/>
        </p:spPr>
      </p:sp>
      <p:sp>
        <p:nvSpPr>
          <p:cNvPr id="153604" name="Rectangle 3">
            <a:extLst>
              <a:ext uri="{FF2B5EF4-FFF2-40B4-BE49-F238E27FC236}">
                <a16:creationId xmlns:a16="http://schemas.microsoft.com/office/drawing/2014/main" id="{FEEEE90F-2DCD-FD94-1368-5E284F471F3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a:extLst>
              <a:ext uri="{FF2B5EF4-FFF2-40B4-BE49-F238E27FC236}">
                <a16:creationId xmlns:a16="http://schemas.microsoft.com/office/drawing/2014/main" id="{3705FE14-C9DA-794F-F836-6B831814B15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71E857D4-3B0A-4F4C-9579-E2CFA00A9E5E}" type="slidenum">
              <a:rPr lang="en-US" altLang="en-US" b="0">
                <a:latin typeface="Arial" panose="020B0604020202020204" pitchFamily="34" charset="0"/>
              </a:rPr>
              <a:pPr/>
              <a:t>65</a:t>
            </a:fld>
            <a:endParaRPr lang="en-US" altLang="en-US" b="0">
              <a:latin typeface="Arial" panose="020B0604020202020204" pitchFamily="34" charset="0"/>
            </a:endParaRPr>
          </a:p>
        </p:txBody>
      </p:sp>
      <p:sp>
        <p:nvSpPr>
          <p:cNvPr id="154627" name="Rectangle 2">
            <a:extLst>
              <a:ext uri="{FF2B5EF4-FFF2-40B4-BE49-F238E27FC236}">
                <a16:creationId xmlns:a16="http://schemas.microsoft.com/office/drawing/2014/main" id="{0224AA87-FC26-ECE1-9FB4-22CB515AE098}"/>
              </a:ext>
            </a:extLst>
          </p:cNvPr>
          <p:cNvSpPr>
            <a:spLocks noGrp="1" noRot="1" noChangeAspect="1" noChangeArrowheads="1" noTextEdit="1"/>
          </p:cNvSpPr>
          <p:nvPr>
            <p:ph type="sldImg"/>
          </p:nvPr>
        </p:nvSpPr>
        <p:spPr>
          <a:ln/>
        </p:spPr>
      </p:sp>
      <p:sp>
        <p:nvSpPr>
          <p:cNvPr id="154628" name="Rectangle 3">
            <a:extLst>
              <a:ext uri="{FF2B5EF4-FFF2-40B4-BE49-F238E27FC236}">
                <a16:creationId xmlns:a16="http://schemas.microsoft.com/office/drawing/2014/main" id="{ABD81797-5A6D-6BDC-A08B-FAF77596501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7">
            <a:extLst>
              <a:ext uri="{FF2B5EF4-FFF2-40B4-BE49-F238E27FC236}">
                <a16:creationId xmlns:a16="http://schemas.microsoft.com/office/drawing/2014/main" id="{467FD275-C6ED-8EC6-EA0C-D2ACFF40541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9A1AD377-836D-4057-BAC9-417E356EFB61}" type="slidenum">
              <a:rPr lang="en-US" altLang="en-US" b="0">
                <a:latin typeface="Arial" panose="020B0604020202020204" pitchFamily="34" charset="0"/>
              </a:rPr>
              <a:pPr/>
              <a:t>66</a:t>
            </a:fld>
            <a:endParaRPr lang="en-US" altLang="en-US" b="0">
              <a:latin typeface="Arial" panose="020B0604020202020204" pitchFamily="34" charset="0"/>
            </a:endParaRPr>
          </a:p>
        </p:txBody>
      </p:sp>
      <p:sp>
        <p:nvSpPr>
          <p:cNvPr id="155651" name="Rectangle 2">
            <a:extLst>
              <a:ext uri="{FF2B5EF4-FFF2-40B4-BE49-F238E27FC236}">
                <a16:creationId xmlns:a16="http://schemas.microsoft.com/office/drawing/2014/main" id="{39811D68-7991-D03D-8636-EC9BD2E9BD76}"/>
              </a:ext>
            </a:extLst>
          </p:cNvPr>
          <p:cNvSpPr>
            <a:spLocks noGrp="1" noRot="1" noChangeAspect="1" noChangeArrowheads="1" noTextEdit="1"/>
          </p:cNvSpPr>
          <p:nvPr>
            <p:ph type="sldImg"/>
          </p:nvPr>
        </p:nvSpPr>
        <p:spPr>
          <a:ln/>
        </p:spPr>
      </p:sp>
      <p:sp>
        <p:nvSpPr>
          <p:cNvPr id="155652" name="Rectangle 3">
            <a:extLst>
              <a:ext uri="{FF2B5EF4-FFF2-40B4-BE49-F238E27FC236}">
                <a16:creationId xmlns:a16="http://schemas.microsoft.com/office/drawing/2014/main" id="{4D5BE280-A63B-C6A2-26C3-5DA6221DFC9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a:extLst>
              <a:ext uri="{FF2B5EF4-FFF2-40B4-BE49-F238E27FC236}">
                <a16:creationId xmlns:a16="http://schemas.microsoft.com/office/drawing/2014/main" id="{5D921445-4170-D006-08C2-F9A6F66011D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26C158F7-8ACB-4B6A-BE05-77ED77831007}" type="slidenum">
              <a:rPr lang="en-US" altLang="en-US" b="0">
                <a:latin typeface="Arial" panose="020B0604020202020204" pitchFamily="34" charset="0"/>
              </a:rPr>
              <a:pPr/>
              <a:t>67</a:t>
            </a:fld>
            <a:endParaRPr lang="en-US" altLang="en-US" b="0">
              <a:latin typeface="Arial" panose="020B0604020202020204" pitchFamily="34" charset="0"/>
            </a:endParaRPr>
          </a:p>
        </p:txBody>
      </p:sp>
      <p:sp>
        <p:nvSpPr>
          <p:cNvPr id="156675" name="Rectangle 2">
            <a:extLst>
              <a:ext uri="{FF2B5EF4-FFF2-40B4-BE49-F238E27FC236}">
                <a16:creationId xmlns:a16="http://schemas.microsoft.com/office/drawing/2014/main" id="{94405680-92A7-9604-2E4D-3C0108CE9A2C}"/>
              </a:ext>
            </a:extLst>
          </p:cNvPr>
          <p:cNvSpPr>
            <a:spLocks noGrp="1" noRot="1" noChangeAspect="1" noChangeArrowheads="1" noTextEdit="1"/>
          </p:cNvSpPr>
          <p:nvPr>
            <p:ph type="sldImg"/>
          </p:nvPr>
        </p:nvSpPr>
        <p:spPr>
          <a:ln/>
        </p:spPr>
      </p:sp>
      <p:sp>
        <p:nvSpPr>
          <p:cNvPr id="156676" name="Rectangle 3">
            <a:extLst>
              <a:ext uri="{FF2B5EF4-FFF2-40B4-BE49-F238E27FC236}">
                <a16:creationId xmlns:a16="http://schemas.microsoft.com/office/drawing/2014/main" id="{643B03DE-9760-EF25-7587-B2ADD680282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a:extLst>
              <a:ext uri="{FF2B5EF4-FFF2-40B4-BE49-F238E27FC236}">
                <a16:creationId xmlns:a16="http://schemas.microsoft.com/office/drawing/2014/main" id="{E49949DD-A3C4-A47F-216C-1E9EF3013AF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F6434A4C-3849-4727-9DD9-5ACC746185A2}" type="slidenum">
              <a:rPr lang="en-US" altLang="en-US" b="0">
                <a:latin typeface="Arial" panose="020B0604020202020204" pitchFamily="34" charset="0"/>
              </a:rPr>
              <a:pPr/>
              <a:t>68</a:t>
            </a:fld>
            <a:endParaRPr lang="en-US" altLang="en-US" b="0">
              <a:latin typeface="Arial" panose="020B0604020202020204" pitchFamily="34" charset="0"/>
            </a:endParaRPr>
          </a:p>
        </p:txBody>
      </p:sp>
      <p:sp>
        <p:nvSpPr>
          <p:cNvPr id="157699" name="Rectangle 2">
            <a:extLst>
              <a:ext uri="{FF2B5EF4-FFF2-40B4-BE49-F238E27FC236}">
                <a16:creationId xmlns:a16="http://schemas.microsoft.com/office/drawing/2014/main" id="{22503B46-68E9-16B8-1CC6-DFAF9B2AF652}"/>
              </a:ext>
            </a:extLst>
          </p:cNvPr>
          <p:cNvSpPr>
            <a:spLocks noGrp="1" noRot="1" noChangeAspect="1" noChangeArrowheads="1" noTextEdit="1"/>
          </p:cNvSpPr>
          <p:nvPr>
            <p:ph type="sldImg"/>
          </p:nvPr>
        </p:nvSpPr>
        <p:spPr>
          <a:ln/>
        </p:spPr>
      </p:sp>
      <p:sp>
        <p:nvSpPr>
          <p:cNvPr id="157700" name="Rectangle 3">
            <a:extLst>
              <a:ext uri="{FF2B5EF4-FFF2-40B4-BE49-F238E27FC236}">
                <a16:creationId xmlns:a16="http://schemas.microsoft.com/office/drawing/2014/main" id="{1B20C2A6-34AF-6AD4-723C-D5BCEF0F3F4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7">
            <a:extLst>
              <a:ext uri="{FF2B5EF4-FFF2-40B4-BE49-F238E27FC236}">
                <a16:creationId xmlns:a16="http://schemas.microsoft.com/office/drawing/2014/main" id="{A7B15FC1-B78D-443C-D4EA-089782D81F4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49D23B7E-89AF-4B40-922E-EAAC99AAACE1}" type="slidenum">
              <a:rPr lang="en-US" altLang="en-US" b="0">
                <a:latin typeface="Arial" panose="020B0604020202020204" pitchFamily="34" charset="0"/>
              </a:rPr>
              <a:pPr/>
              <a:t>69</a:t>
            </a:fld>
            <a:endParaRPr lang="en-US" altLang="en-US" b="0">
              <a:latin typeface="Arial" panose="020B0604020202020204" pitchFamily="34" charset="0"/>
            </a:endParaRPr>
          </a:p>
        </p:txBody>
      </p:sp>
      <p:sp>
        <p:nvSpPr>
          <p:cNvPr id="158723" name="Rectangle 2">
            <a:extLst>
              <a:ext uri="{FF2B5EF4-FFF2-40B4-BE49-F238E27FC236}">
                <a16:creationId xmlns:a16="http://schemas.microsoft.com/office/drawing/2014/main" id="{957F3DCA-22A0-7245-F69F-5FA1E9FFC330}"/>
              </a:ext>
            </a:extLst>
          </p:cNvPr>
          <p:cNvSpPr>
            <a:spLocks noGrp="1" noRot="1" noChangeAspect="1" noChangeArrowheads="1" noTextEdit="1"/>
          </p:cNvSpPr>
          <p:nvPr>
            <p:ph type="sldImg"/>
          </p:nvPr>
        </p:nvSpPr>
        <p:spPr>
          <a:ln/>
        </p:spPr>
      </p:sp>
      <p:sp>
        <p:nvSpPr>
          <p:cNvPr id="158724" name="Rectangle 3">
            <a:extLst>
              <a:ext uri="{FF2B5EF4-FFF2-40B4-BE49-F238E27FC236}">
                <a16:creationId xmlns:a16="http://schemas.microsoft.com/office/drawing/2014/main" id="{7E0316A2-EFA0-2B84-6076-E193F81A045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7">
            <a:extLst>
              <a:ext uri="{FF2B5EF4-FFF2-40B4-BE49-F238E27FC236}">
                <a16:creationId xmlns:a16="http://schemas.microsoft.com/office/drawing/2014/main" id="{432B3FA5-D8FC-33CA-5FCB-DE8CE13D28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73EB1BD3-A8F0-40AF-B6FD-C427313CFEFA}" type="slidenum">
              <a:rPr lang="en-US" altLang="en-US" b="0">
                <a:latin typeface="Arial" panose="020B0604020202020204" pitchFamily="34" charset="0"/>
              </a:rPr>
              <a:pPr/>
              <a:t>70</a:t>
            </a:fld>
            <a:endParaRPr lang="en-US" altLang="en-US" b="0">
              <a:latin typeface="Arial" panose="020B0604020202020204" pitchFamily="34" charset="0"/>
            </a:endParaRPr>
          </a:p>
        </p:txBody>
      </p:sp>
      <p:sp>
        <p:nvSpPr>
          <p:cNvPr id="159747" name="Rectangle 2">
            <a:extLst>
              <a:ext uri="{FF2B5EF4-FFF2-40B4-BE49-F238E27FC236}">
                <a16:creationId xmlns:a16="http://schemas.microsoft.com/office/drawing/2014/main" id="{221E13B0-FA16-33BB-EC82-CB1F31304F8E}"/>
              </a:ext>
            </a:extLst>
          </p:cNvPr>
          <p:cNvSpPr>
            <a:spLocks noGrp="1" noRot="1" noChangeAspect="1" noChangeArrowheads="1" noTextEdit="1"/>
          </p:cNvSpPr>
          <p:nvPr>
            <p:ph type="sldImg"/>
          </p:nvPr>
        </p:nvSpPr>
        <p:spPr>
          <a:ln/>
        </p:spPr>
      </p:sp>
      <p:sp>
        <p:nvSpPr>
          <p:cNvPr id="159748" name="Rectangle 3">
            <a:extLst>
              <a:ext uri="{FF2B5EF4-FFF2-40B4-BE49-F238E27FC236}">
                <a16:creationId xmlns:a16="http://schemas.microsoft.com/office/drawing/2014/main" id="{B3F0773A-8A27-4D97-397C-235D51A3006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7">
            <a:extLst>
              <a:ext uri="{FF2B5EF4-FFF2-40B4-BE49-F238E27FC236}">
                <a16:creationId xmlns:a16="http://schemas.microsoft.com/office/drawing/2014/main" id="{E7340370-B7A7-E954-00B9-6DF6AE5EEA7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CDF052DC-0942-4045-989A-FB1F2F75B4F8}" type="slidenum">
              <a:rPr lang="en-US" altLang="en-US" b="0">
                <a:latin typeface="Arial" panose="020B0604020202020204" pitchFamily="34" charset="0"/>
              </a:rPr>
              <a:pPr/>
              <a:t>71</a:t>
            </a:fld>
            <a:endParaRPr lang="en-US" altLang="en-US" b="0">
              <a:latin typeface="Arial" panose="020B0604020202020204" pitchFamily="34" charset="0"/>
            </a:endParaRPr>
          </a:p>
        </p:txBody>
      </p:sp>
      <p:sp>
        <p:nvSpPr>
          <p:cNvPr id="160771" name="Rectangle 2">
            <a:extLst>
              <a:ext uri="{FF2B5EF4-FFF2-40B4-BE49-F238E27FC236}">
                <a16:creationId xmlns:a16="http://schemas.microsoft.com/office/drawing/2014/main" id="{6A4CC0FD-B285-A8FC-98BE-4676712A85B8}"/>
              </a:ext>
            </a:extLst>
          </p:cNvPr>
          <p:cNvSpPr>
            <a:spLocks noGrp="1" noRot="1" noChangeAspect="1" noChangeArrowheads="1" noTextEdit="1"/>
          </p:cNvSpPr>
          <p:nvPr>
            <p:ph type="sldImg"/>
          </p:nvPr>
        </p:nvSpPr>
        <p:spPr>
          <a:ln/>
        </p:spPr>
      </p:sp>
      <p:sp>
        <p:nvSpPr>
          <p:cNvPr id="160772" name="Rectangle 3">
            <a:extLst>
              <a:ext uri="{FF2B5EF4-FFF2-40B4-BE49-F238E27FC236}">
                <a16:creationId xmlns:a16="http://schemas.microsoft.com/office/drawing/2014/main" id="{9F777667-634D-A04B-2FD5-8A74A482BE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7">
            <a:extLst>
              <a:ext uri="{FF2B5EF4-FFF2-40B4-BE49-F238E27FC236}">
                <a16:creationId xmlns:a16="http://schemas.microsoft.com/office/drawing/2014/main" id="{0130F63F-42E3-2B9A-57E3-9FCADF936B1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106EB0EC-26DA-4130-9F52-DED242160026}" type="slidenum">
              <a:rPr lang="en-US" altLang="en-US" b="0">
                <a:latin typeface="Arial" panose="020B0604020202020204" pitchFamily="34" charset="0"/>
              </a:rPr>
              <a:pPr/>
              <a:t>72</a:t>
            </a:fld>
            <a:endParaRPr lang="en-US" altLang="en-US" b="0">
              <a:latin typeface="Arial" panose="020B0604020202020204" pitchFamily="34" charset="0"/>
            </a:endParaRPr>
          </a:p>
        </p:txBody>
      </p:sp>
      <p:sp>
        <p:nvSpPr>
          <p:cNvPr id="161795" name="Rectangle 2">
            <a:extLst>
              <a:ext uri="{FF2B5EF4-FFF2-40B4-BE49-F238E27FC236}">
                <a16:creationId xmlns:a16="http://schemas.microsoft.com/office/drawing/2014/main" id="{DD08AAE2-90DB-C21F-E840-138B13CB9138}"/>
              </a:ext>
            </a:extLst>
          </p:cNvPr>
          <p:cNvSpPr>
            <a:spLocks noGrp="1" noRot="1" noChangeAspect="1" noChangeArrowheads="1" noTextEdit="1"/>
          </p:cNvSpPr>
          <p:nvPr>
            <p:ph type="sldImg"/>
          </p:nvPr>
        </p:nvSpPr>
        <p:spPr>
          <a:ln/>
        </p:spPr>
      </p:sp>
      <p:sp>
        <p:nvSpPr>
          <p:cNvPr id="161796" name="Rectangle 3">
            <a:extLst>
              <a:ext uri="{FF2B5EF4-FFF2-40B4-BE49-F238E27FC236}">
                <a16:creationId xmlns:a16="http://schemas.microsoft.com/office/drawing/2014/main" id="{865B4431-0786-2C1B-0BE5-21434F44F0C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7">
            <a:extLst>
              <a:ext uri="{FF2B5EF4-FFF2-40B4-BE49-F238E27FC236}">
                <a16:creationId xmlns:a16="http://schemas.microsoft.com/office/drawing/2014/main" id="{6D2FDB5A-C013-EA9C-D1CC-D4BAA6A067F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F4375D62-5B51-4B37-ADE7-E6DA5BB7E7E8}" type="slidenum">
              <a:rPr lang="en-US" altLang="en-US" b="0">
                <a:latin typeface="Arial" panose="020B0604020202020204" pitchFamily="34" charset="0"/>
              </a:rPr>
              <a:pPr/>
              <a:t>73</a:t>
            </a:fld>
            <a:endParaRPr lang="en-US" altLang="en-US" b="0">
              <a:latin typeface="Arial" panose="020B0604020202020204" pitchFamily="34" charset="0"/>
            </a:endParaRPr>
          </a:p>
        </p:txBody>
      </p:sp>
      <p:sp>
        <p:nvSpPr>
          <p:cNvPr id="162819" name="Rectangle 2">
            <a:extLst>
              <a:ext uri="{FF2B5EF4-FFF2-40B4-BE49-F238E27FC236}">
                <a16:creationId xmlns:a16="http://schemas.microsoft.com/office/drawing/2014/main" id="{7CDD43EC-7A34-B6E8-D965-C7864E0A78AC}"/>
              </a:ext>
            </a:extLst>
          </p:cNvPr>
          <p:cNvSpPr>
            <a:spLocks noGrp="1" noRot="1" noChangeAspect="1" noChangeArrowheads="1" noTextEdit="1"/>
          </p:cNvSpPr>
          <p:nvPr>
            <p:ph type="sldImg"/>
          </p:nvPr>
        </p:nvSpPr>
        <p:spPr>
          <a:ln/>
        </p:spPr>
      </p:sp>
      <p:sp>
        <p:nvSpPr>
          <p:cNvPr id="162820" name="Rectangle 3">
            <a:extLst>
              <a:ext uri="{FF2B5EF4-FFF2-40B4-BE49-F238E27FC236}">
                <a16:creationId xmlns:a16="http://schemas.microsoft.com/office/drawing/2014/main" id="{7EA955C6-AE5C-C61F-56C5-184EA1B84C5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7">
            <a:extLst>
              <a:ext uri="{FF2B5EF4-FFF2-40B4-BE49-F238E27FC236}">
                <a16:creationId xmlns:a16="http://schemas.microsoft.com/office/drawing/2014/main" id="{9B4DB4E9-9D31-E54B-0497-C5244018D8A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FB567EB6-F088-48A5-9F99-035A9DC6FCCA}" type="slidenum">
              <a:rPr lang="en-US" altLang="en-US" b="0">
                <a:latin typeface="Arial" panose="020B0604020202020204" pitchFamily="34" charset="0"/>
              </a:rPr>
              <a:pPr/>
              <a:t>74</a:t>
            </a:fld>
            <a:endParaRPr lang="en-US" altLang="en-US" b="0">
              <a:latin typeface="Arial" panose="020B0604020202020204" pitchFamily="34" charset="0"/>
            </a:endParaRPr>
          </a:p>
        </p:txBody>
      </p:sp>
      <p:sp>
        <p:nvSpPr>
          <p:cNvPr id="163843" name="Rectangle 2">
            <a:extLst>
              <a:ext uri="{FF2B5EF4-FFF2-40B4-BE49-F238E27FC236}">
                <a16:creationId xmlns:a16="http://schemas.microsoft.com/office/drawing/2014/main" id="{4EDB4100-CEAD-FD83-8072-15FC71162064}"/>
              </a:ext>
            </a:extLst>
          </p:cNvPr>
          <p:cNvSpPr>
            <a:spLocks noGrp="1" noRot="1" noChangeAspect="1" noChangeArrowheads="1" noTextEdit="1"/>
          </p:cNvSpPr>
          <p:nvPr>
            <p:ph type="sldImg"/>
          </p:nvPr>
        </p:nvSpPr>
        <p:spPr>
          <a:ln/>
        </p:spPr>
      </p:sp>
      <p:sp>
        <p:nvSpPr>
          <p:cNvPr id="163844" name="Rectangle 3">
            <a:extLst>
              <a:ext uri="{FF2B5EF4-FFF2-40B4-BE49-F238E27FC236}">
                <a16:creationId xmlns:a16="http://schemas.microsoft.com/office/drawing/2014/main" id="{B9BF6491-675E-585D-2271-BADA81391B2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7">
            <a:extLst>
              <a:ext uri="{FF2B5EF4-FFF2-40B4-BE49-F238E27FC236}">
                <a16:creationId xmlns:a16="http://schemas.microsoft.com/office/drawing/2014/main" id="{FAB18338-D73B-5155-4840-2836E288362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1EBBAF0E-C87B-4640-8241-C36805FC8B84}" type="slidenum">
              <a:rPr lang="en-US" altLang="en-US" b="0">
                <a:latin typeface="Arial" panose="020B0604020202020204" pitchFamily="34" charset="0"/>
              </a:rPr>
              <a:pPr/>
              <a:t>75</a:t>
            </a:fld>
            <a:endParaRPr lang="en-US" altLang="en-US" b="0">
              <a:latin typeface="Arial" panose="020B0604020202020204" pitchFamily="34" charset="0"/>
            </a:endParaRPr>
          </a:p>
        </p:txBody>
      </p:sp>
      <p:sp>
        <p:nvSpPr>
          <p:cNvPr id="164867" name="Rectangle 2">
            <a:extLst>
              <a:ext uri="{FF2B5EF4-FFF2-40B4-BE49-F238E27FC236}">
                <a16:creationId xmlns:a16="http://schemas.microsoft.com/office/drawing/2014/main" id="{49D84E05-2BA7-0E0D-3F0B-F85FE2198BCC}"/>
              </a:ext>
            </a:extLst>
          </p:cNvPr>
          <p:cNvSpPr>
            <a:spLocks noGrp="1" noRot="1" noChangeAspect="1" noChangeArrowheads="1" noTextEdit="1"/>
          </p:cNvSpPr>
          <p:nvPr>
            <p:ph type="sldImg"/>
          </p:nvPr>
        </p:nvSpPr>
        <p:spPr>
          <a:ln/>
        </p:spPr>
      </p:sp>
      <p:sp>
        <p:nvSpPr>
          <p:cNvPr id="164868" name="Rectangle 3">
            <a:extLst>
              <a:ext uri="{FF2B5EF4-FFF2-40B4-BE49-F238E27FC236}">
                <a16:creationId xmlns:a16="http://schemas.microsoft.com/office/drawing/2014/main" id="{1B7A747F-254C-1B74-9E19-59A4CFA3C9D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7">
            <a:extLst>
              <a:ext uri="{FF2B5EF4-FFF2-40B4-BE49-F238E27FC236}">
                <a16:creationId xmlns:a16="http://schemas.microsoft.com/office/drawing/2014/main" id="{562D2B1F-F41C-C045-021E-7A5681FB688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8B85CF0E-A1F8-438C-A14A-16DD0B69F1FD}" type="slidenum">
              <a:rPr lang="en-US" altLang="en-US" b="0">
                <a:latin typeface="Arial" panose="020B0604020202020204" pitchFamily="34" charset="0"/>
              </a:rPr>
              <a:pPr/>
              <a:t>76</a:t>
            </a:fld>
            <a:endParaRPr lang="en-US" altLang="en-US" b="0">
              <a:latin typeface="Arial" panose="020B0604020202020204" pitchFamily="34" charset="0"/>
            </a:endParaRPr>
          </a:p>
        </p:txBody>
      </p:sp>
      <p:sp>
        <p:nvSpPr>
          <p:cNvPr id="165891" name="Rectangle 2">
            <a:extLst>
              <a:ext uri="{FF2B5EF4-FFF2-40B4-BE49-F238E27FC236}">
                <a16:creationId xmlns:a16="http://schemas.microsoft.com/office/drawing/2014/main" id="{AEB823D1-A37B-06F8-190E-E126E95603BB}"/>
              </a:ext>
            </a:extLst>
          </p:cNvPr>
          <p:cNvSpPr>
            <a:spLocks noGrp="1" noRot="1" noChangeAspect="1" noChangeArrowheads="1" noTextEdit="1"/>
          </p:cNvSpPr>
          <p:nvPr>
            <p:ph type="sldImg"/>
          </p:nvPr>
        </p:nvSpPr>
        <p:spPr>
          <a:ln/>
        </p:spPr>
      </p:sp>
      <p:sp>
        <p:nvSpPr>
          <p:cNvPr id="165892" name="Rectangle 3">
            <a:extLst>
              <a:ext uri="{FF2B5EF4-FFF2-40B4-BE49-F238E27FC236}">
                <a16:creationId xmlns:a16="http://schemas.microsoft.com/office/drawing/2014/main" id="{88BC3706-0FB8-767F-3807-A6178E9BF3E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7">
            <a:extLst>
              <a:ext uri="{FF2B5EF4-FFF2-40B4-BE49-F238E27FC236}">
                <a16:creationId xmlns:a16="http://schemas.microsoft.com/office/drawing/2014/main" id="{0A78B074-2A6C-7B8E-2605-95B3524943F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0198BC48-C5F2-4E40-AB59-7D9AA803E50B}" type="slidenum">
              <a:rPr lang="en-US" altLang="en-US" b="0">
                <a:latin typeface="Arial" panose="020B0604020202020204" pitchFamily="34" charset="0"/>
              </a:rPr>
              <a:pPr/>
              <a:t>77</a:t>
            </a:fld>
            <a:endParaRPr lang="en-US" altLang="en-US" b="0">
              <a:latin typeface="Arial" panose="020B0604020202020204" pitchFamily="34" charset="0"/>
            </a:endParaRPr>
          </a:p>
        </p:txBody>
      </p:sp>
      <p:sp>
        <p:nvSpPr>
          <p:cNvPr id="166915" name="Rectangle 2">
            <a:extLst>
              <a:ext uri="{FF2B5EF4-FFF2-40B4-BE49-F238E27FC236}">
                <a16:creationId xmlns:a16="http://schemas.microsoft.com/office/drawing/2014/main" id="{C8058CF4-6493-77E0-EF99-91FF4917C89F}"/>
              </a:ext>
            </a:extLst>
          </p:cNvPr>
          <p:cNvSpPr>
            <a:spLocks noGrp="1" noRot="1" noChangeAspect="1" noChangeArrowheads="1" noTextEdit="1"/>
          </p:cNvSpPr>
          <p:nvPr>
            <p:ph type="sldImg"/>
          </p:nvPr>
        </p:nvSpPr>
        <p:spPr>
          <a:ln/>
        </p:spPr>
      </p:sp>
      <p:sp>
        <p:nvSpPr>
          <p:cNvPr id="166916" name="Rectangle 3">
            <a:extLst>
              <a:ext uri="{FF2B5EF4-FFF2-40B4-BE49-F238E27FC236}">
                <a16:creationId xmlns:a16="http://schemas.microsoft.com/office/drawing/2014/main" id="{7E9A8C0D-1622-8790-D58F-A5434201A1E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7">
            <a:extLst>
              <a:ext uri="{FF2B5EF4-FFF2-40B4-BE49-F238E27FC236}">
                <a16:creationId xmlns:a16="http://schemas.microsoft.com/office/drawing/2014/main" id="{C092E838-3E69-4CC3-71BC-3720D57F563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5BBD968E-6F47-42A1-B25F-44A0D332D7AB}" type="slidenum">
              <a:rPr lang="en-US" altLang="en-US" b="0">
                <a:latin typeface="Arial" panose="020B0604020202020204" pitchFamily="34" charset="0"/>
              </a:rPr>
              <a:pPr/>
              <a:t>78</a:t>
            </a:fld>
            <a:endParaRPr lang="en-US" altLang="en-US" b="0">
              <a:latin typeface="Arial" panose="020B0604020202020204" pitchFamily="34" charset="0"/>
            </a:endParaRPr>
          </a:p>
        </p:txBody>
      </p:sp>
      <p:sp>
        <p:nvSpPr>
          <p:cNvPr id="167939" name="Rectangle 2">
            <a:extLst>
              <a:ext uri="{FF2B5EF4-FFF2-40B4-BE49-F238E27FC236}">
                <a16:creationId xmlns:a16="http://schemas.microsoft.com/office/drawing/2014/main" id="{14D6E40C-AFC6-202F-4199-D391DE8232A7}"/>
              </a:ext>
            </a:extLst>
          </p:cNvPr>
          <p:cNvSpPr>
            <a:spLocks noGrp="1" noRot="1" noChangeAspect="1" noChangeArrowheads="1" noTextEdit="1"/>
          </p:cNvSpPr>
          <p:nvPr>
            <p:ph type="sldImg"/>
          </p:nvPr>
        </p:nvSpPr>
        <p:spPr>
          <a:ln/>
        </p:spPr>
      </p:sp>
      <p:sp>
        <p:nvSpPr>
          <p:cNvPr id="167940" name="Rectangle 3">
            <a:extLst>
              <a:ext uri="{FF2B5EF4-FFF2-40B4-BE49-F238E27FC236}">
                <a16:creationId xmlns:a16="http://schemas.microsoft.com/office/drawing/2014/main" id="{80C90BAE-5529-921D-101F-73528877BB7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7">
            <a:extLst>
              <a:ext uri="{FF2B5EF4-FFF2-40B4-BE49-F238E27FC236}">
                <a16:creationId xmlns:a16="http://schemas.microsoft.com/office/drawing/2014/main" id="{DEF434EC-8AF1-2CAF-E580-533DE787B75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6AC05F8E-9316-4DA1-9F7C-F94BD25A1693}" type="slidenum">
              <a:rPr lang="en-US" altLang="en-US" b="0">
                <a:latin typeface="Arial" panose="020B0604020202020204" pitchFamily="34" charset="0"/>
              </a:rPr>
              <a:pPr/>
              <a:t>79</a:t>
            </a:fld>
            <a:endParaRPr lang="en-US" altLang="en-US" b="0">
              <a:latin typeface="Arial" panose="020B0604020202020204" pitchFamily="34" charset="0"/>
            </a:endParaRPr>
          </a:p>
        </p:txBody>
      </p:sp>
      <p:sp>
        <p:nvSpPr>
          <p:cNvPr id="168963" name="Rectangle 2">
            <a:extLst>
              <a:ext uri="{FF2B5EF4-FFF2-40B4-BE49-F238E27FC236}">
                <a16:creationId xmlns:a16="http://schemas.microsoft.com/office/drawing/2014/main" id="{40C12A2E-6802-FED3-E477-C85ADAE89DC2}"/>
              </a:ext>
            </a:extLst>
          </p:cNvPr>
          <p:cNvSpPr>
            <a:spLocks noGrp="1" noRot="1" noChangeAspect="1" noChangeArrowheads="1" noTextEdit="1"/>
          </p:cNvSpPr>
          <p:nvPr>
            <p:ph type="sldImg"/>
          </p:nvPr>
        </p:nvSpPr>
        <p:spPr>
          <a:ln/>
        </p:spPr>
      </p:sp>
      <p:sp>
        <p:nvSpPr>
          <p:cNvPr id="168964" name="Rectangle 3">
            <a:extLst>
              <a:ext uri="{FF2B5EF4-FFF2-40B4-BE49-F238E27FC236}">
                <a16:creationId xmlns:a16="http://schemas.microsoft.com/office/drawing/2014/main" id="{2C29176C-E628-CAC9-9075-C33756574E4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7">
            <a:extLst>
              <a:ext uri="{FF2B5EF4-FFF2-40B4-BE49-F238E27FC236}">
                <a16:creationId xmlns:a16="http://schemas.microsoft.com/office/drawing/2014/main" id="{194DD104-2E7A-F5EF-80E7-4B662533F5B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F4497B4F-608B-45C3-8E63-558C7C89A281}" type="slidenum">
              <a:rPr lang="en-US" altLang="en-US" b="0">
                <a:latin typeface="Arial" panose="020B0604020202020204" pitchFamily="34" charset="0"/>
              </a:rPr>
              <a:pPr/>
              <a:t>80</a:t>
            </a:fld>
            <a:endParaRPr lang="en-US" altLang="en-US" b="0">
              <a:latin typeface="Arial" panose="020B0604020202020204" pitchFamily="34" charset="0"/>
            </a:endParaRPr>
          </a:p>
        </p:txBody>
      </p:sp>
      <p:sp>
        <p:nvSpPr>
          <p:cNvPr id="169987" name="Rectangle 2">
            <a:extLst>
              <a:ext uri="{FF2B5EF4-FFF2-40B4-BE49-F238E27FC236}">
                <a16:creationId xmlns:a16="http://schemas.microsoft.com/office/drawing/2014/main" id="{5A8CB551-623B-420B-02F5-256E9783E242}"/>
              </a:ext>
            </a:extLst>
          </p:cNvPr>
          <p:cNvSpPr>
            <a:spLocks noGrp="1" noRot="1" noChangeAspect="1" noChangeArrowheads="1" noTextEdit="1"/>
          </p:cNvSpPr>
          <p:nvPr>
            <p:ph type="sldImg"/>
          </p:nvPr>
        </p:nvSpPr>
        <p:spPr>
          <a:ln/>
        </p:spPr>
      </p:sp>
      <p:sp>
        <p:nvSpPr>
          <p:cNvPr id="169988" name="Rectangle 3">
            <a:extLst>
              <a:ext uri="{FF2B5EF4-FFF2-40B4-BE49-F238E27FC236}">
                <a16:creationId xmlns:a16="http://schemas.microsoft.com/office/drawing/2014/main" id="{9AE443CA-C5F1-E817-24D2-EA0FEF8DEB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7">
            <a:extLst>
              <a:ext uri="{FF2B5EF4-FFF2-40B4-BE49-F238E27FC236}">
                <a16:creationId xmlns:a16="http://schemas.microsoft.com/office/drawing/2014/main" id="{8C34AA59-91EF-F201-8A58-95D8A811AF6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0AC8F239-3169-412F-BF18-17C7C13F6A97}" type="slidenum">
              <a:rPr lang="en-US" altLang="en-US" b="0">
                <a:latin typeface="Arial" panose="020B0604020202020204" pitchFamily="34" charset="0"/>
              </a:rPr>
              <a:pPr/>
              <a:t>81</a:t>
            </a:fld>
            <a:endParaRPr lang="en-US" altLang="en-US" b="0">
              <a:latin typeface="Arial" panose="020B0604020202020204" pitchFamily="34" charset="0"/>
            </a:endParaRPr>
          </a:p>
        </p:txBody>
      </p:sp>
      <p:sp>
        <p:nvSpPr>
          <p:cNvPr id="171011" name="Rectangle 2">
            <a:extLst>
              <a:ext uri="{FF2B5EF4-FFF2-40B4-BE49-F238E27FC236}">
                <a16:creationId xmlns:a16="http://schemas.microsoft.com/office/drawing/2014/main" id="{06ED958B-B8DA-F065-0D67-80F9AED57B77}"/>
              </a:ext>
            </a:extLst>
          </p:cNvPr>
          <p:cNvSpPr>
            <a:spLocks noGrp="1" noRot="1" noChangeAspect="1" noChangeArrowheads="1" noTextEdit="1"/>
          </p:cNvSpPr>
          <p:nvPr>
            <p:ph type="sldImg"/>
          </p:nvPr>
        </p:nvSpPr>
        <p:spPr>
          <a:ln/>
        </p:spPr>
      </p:sp>
      <p:sp>
        <p:nvSpPr>
          <p:cNvPr id="171012" name="Rectangle 3">
            <a:extLst>
              <a:ext uri="{FF2B5EF4-FFF2-40B4-BE49-F238E27FC236}">
                <a16:creationId xmlns:a16="http://schemas.microsoft.com/office/drawing/2014/main" id="{81AF8FE0-8BAC-1C57-D77C-306A5197E43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7">
            <a:extLst>
              <a:ext uri="{FF2B5EF4-FFF2-40B4-BE49-F238E27FC236}">
                <a16:creationId xmlns:a16="http://schemas.microsoft.com/office/drawing/2014/main" id="{5DFB35F1-7AE2-0F54-8F3F-EBD6E1FC026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A3FBA2C1-B276-4923-8AEC-22C6C63113EA}" type="slidenum">
              <a:rPr lang="en-US" altLang="en-US" b="0">
                <a:latin typeface="Arial" panose="020B0604020202020204" pitchFamily="34" charset="0"/>
              </a:rPr>
              <a:pPr/>
              <a:t>82</a:t>
            </a:fld>
            <a:endParaRPr lang="en-US" altLang="en-US" b="0">
              <a:latin typeface="Arial" panose="020B0604020202020204" pitchFamily="34" charset="0"/>
            </a:endParaRPr>
          </a:p>
        </p:txBody>
      </p:sp>
      <p:sp>
        <p:nvSpPr>
          <p:cNvPr id="172035" name="Rectangle 2">
            <a:extLst>
              <a:ext uri="{FF2B5EF4-FFF2-40B4-BE49-F238E27FC236}">
                <a16:creationId xmlns:a16="http://schemas.microsoft.com/office/drawing/2014/main" id="{8C69B607-4CFD-20C1-1F62-535040F8CDF4}"/>
              </a:ext>
            </a:extLst>
          </p:cNvPr>
          <p:cNvSpPr>
            <a:spLocks noGrp="1" noRot="1" noChangeAspect="1" noChangeArrowheads="1" noTextEdit="1"/>
          </p:cNvSpPr>
          <p:nvPr>
            <p:ph type="sldImg"/>
          </p:nvPr>
        </p:nvSpPr>
        <p:spPr>
          <a:ln/>
        </p:spPr>
      </p:sp>
      <p:sp>
        <p:nvSpPr>
          <p:cNvPr id="172036" name="Rectangle 3">
            <a:extLst>
              <a:ext uri="{FF2B5EF4-FFF2-40B4-BE49-F238E27FC236}">
                <a16:creationId xmlns:a16="http://schemas.microsoft.com/office/drawing/2014/main" id="{1DC3E8E4-0F09-5761-0189-BE7DD8D06D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7">
            <a:extLst>
              <a:ext uri="{FF2B5EF4-FFF2-40B4-BE49-F238E27FC236}">
                <a16:creationId xmlns:a16="http://schemas.microsoft.com/office/drawing/2014/main" id="{65AAF03D-6A94-331A-FCD1-050D49469D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0D8831BC-2A3F-4761-8519-80593369A91C}" type="slidenum">
              <a:rPr lang="en-US" altLang="en-US" b="0">
                <a:latin typeface="Arial" panose="020B0604020202020204" pitchFamily="34" charset="0"/>
              </a:rPr>
              <a:pPr/>
              <a:t>83</a:t>
            </a:fld>
            <a:endParaRPr lang="en-US" altLang="en-US" b="0">
              <a:latin typeface="Arial" panose="020B0604020202020204" pitchFamily="34" charset="0"/>
            </a:endParaRPr>
          </a:p>
        </p:txBody>
      </p:sp>
      <p:sp>
        <p:nvSpPr>
          <p:cNvPr id="173059" name="Rectangle 2">
            <a:extLst>
              <a:ext uri="{FF2B5EF4-FFF2-40B4-BE49-F238E27FC236}">
                <a16:creationId xmlns:a16="http://schemas.microsoft.com/office/drawing/2014/main" id="{51A17E15-E0C5-243F-134E-5000E4F59C0C}"/>
              </a:ext>
            </a:extLst>
          </p:cNvPr>
          <p:cNvSpPr>
            <a:spLocks noGrp="1" noRot="1" noChangeAspect="1" noChangeArrowheads="1" noTextEdit="1"/>
          </p:cNvSpPr>
          <p:nvPr>
            <p:ph type="sldImg"/>
          </p:nvPr>
        </p:nvSpPr>
        <p:spPr>
          <a:ln/>
        </p:spPr>
      </p:sp>
      <p:sp>
        <p:nvSpPr>
          <p:cNvPr id="173060" name="Rectangle 3">
            <a:extLst>
              <a:ext uri="{FF2B5EF4-FFF2-40B4-BE49-F238E27FC236}">
                <a16:creationId xmlns:a16="http://schemas.microsoft.com/office/drawing/2014/main" id="{D246BA98-329D-7BCF-269C-D7A461FC1B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7">
            <a:extLst>
              <a:ext uri="{FF2B5EF4-FFF2-40B4-BE49-F238E27FC236}">
                <a16:creationId xmlns:a16="http://schemas.microsoft.com/office/drawing/2014/main" id="{CC952645-7826-7BBC-BCD4-367D0D66B9D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D0B1E022-7F17-4588-81F9-7C8CA6C81AF4}" type="slidenum">
              <a:rPr lang="en-US" altLang="en-US" b="0">
                <a:latin typeface="Arial" panose="020B0604020202020204" pitchFamily="34" charset="0"/>
              </a:rPr>
              <a:pPr/>
              <a:t>84</a:t>
            </a:fld>
            <a:endParaRPr lang="en-US" altLang="en-US" b="0">
              <a:latin typeface="Arial" panose="020B0604020202020204" pitchFamily="34" charset="0"/>
            </a:endParaRPr>
          </a:p>
        </p:txBody>
      </p:sp>
      <p:sp>
        <p:nvSpPr>
          <p:cNvPr id="174083" name="Rectangle 2">
            <a:extLst>
              <a:ext uri="{FF2B5EF4-FFF2-40B4-BE49-F238E27FC236}">
                <a16:creationId xmlns:a16="http://schemas.microsoft.com/office/drawing/2014/main" id="{19AD4433-3175-40C3-8DA3-E06CAA23627B}"/>
              </a:ext>
            </a:extLst>
          </p:cNvPr>
          <p:cNvSpPr>
            <a:spLocks noGrp="1" noRot="1" noChangeAspect="1" noChangeArrowheads="1" noTextEdit="1"/>
          </p:cNvSpPr>
          <p:nvPr>
            <p:ph type="sldImg"/>
          </p:nvPr>
        </p:nvSpPr>
        <p:spPr>
          <a:ln/>
        </p:spPr>
      </p:sp>
      <p:sp>
        <p:nvSpPr>
          <p:cNvPr id="174084" name="Rectangle 3">
            <a:extLst>
              <a:ext uri="{FF2B5EF4-FFF2-40B4-BE49-F238E27FC236}">
                <a16:creationId xmlns:a16="http://schemas.microsoft.com/office/drawing/2014/main" id="{63D3B581-CC65-4420-13AB-3AE4B50DA38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7">
            <a:extLst>
              <a:ext uri="{FF2B5EF4-FFF2-40B4-BE49-F238E27FC236}">
                <a16:creationId xmlns:a16="http://schemas.microsoft.com/office/drawing/2014/main" id="{11D1CE88-8695-7666-9A40-3EEB147E384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CDCCB298-CB7C-43BC-A6ED-D3441480449A}" type="slidenum">
              <a:rPr lang="en-US" altLang="en-US" b="0">
                <a:latin typeface="Arial" panose="020B0604020202020204" pitchFamily="34" charset="0"/>
              </a:rPr>
              <a:pPr/>
              <a:t>85</a:t>
            </a:fld>
            <a:endParaRPr lang="en-US" altLang="en-US" b="0">
              <a:latin typeface="Arial" panose="020B0604020202020204" pitchFamily="34" charset="0"/>
            </a:endParaRPr>
          </a:p>
        </p:txBody>
      </p:sp>
      <p:sp>
        <p:nvSpPr>
          <p:cNvPr id="175107" name="Rectangle 2">
            <a:extLst>
              <a:ext uri="{FF2B5EF4-FFF2-40B4-BE49-F238E27FC236}">
                <a16:creationId xmlns:a16="http://schemas.microsoft.com/office/drawing/2014/main" id="{051D8AB4-7BB8-74C2-701A-2FACB3D93319}"/>
              </a:ext>
            </a:extLst>
          </p:cNvPr>
          <p:cNvSpPr>
            <a:spLocks noGrp="1" noRot="1" noChangeAspect="1" noChangeArrowheads="1" noTextEdit="1"/>
          </p:cNvSpPr>
          <p:nvPr>
            <p:ph type="sldImg"/>
          </p:nvPr>
        </p:nvSpPr>
        <p:spPr>
          <a:ln/>
        </p:spPr>
      </p:sp>
      <p:sp>
        <p:nvSpPr>
          <p:cNvPr id="175108" name="Rectangle 3">
            <a:extLst>
              <a:ext uri="{FF2B5EF4-FFF2-40B4-BE49-F238E27FC236}">
                <a16:creationId xmlns:a16="http://schemas.microsoft.com/office/drawing/2014/main" id="{6176CECA-CDE7-2B42-B1C4-5D34A362634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7">
            <a:extLst>
              <a:ext uri="{FF2B5EF4-FFF2-40B4-BE49-F238E27FC236}">
                <a16:creationId xmlns:a16="http://schemas.microsoft.com/office/drawing/2014/main" id="{280F8412-5221-1215-774B-EFFF5424031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C76699BD-583D-4169-AB79-378640932240}" type="slidenum">
              <a:rPr lang="en-US" altLang="en-US" b="0">
                <a:latin typeface="Arial" panose="020B0604020202020204" pitchFamily="34" charset="0"/>
              </a:rPr>
              <a:pPr/>
              <a:t>86</a:t>
            </a:fld>
            <a:endParaRPr lang="en-US" altLang="en-US" b="0">
              <a:latin typeface="Arial" panose="020B0604020202020204" pitchFamily="34" charset="0"/>
            </a:endParaRPr>
          </a:p>
        </p:txBody>
      </p:sp>
      <p:sp>
        <p:nvSpPr>
          <p:cNvPr id="176131" name="Rectangle 2">
            <a:extLst>
              <a:ext uri="{FF2B5EF4-FFF2-40B4-BE49-F238E27FC236}">
                <a16:creationId xmlns:a16="http://schemas.microsoft.com/office/drawing/2014/main" id="{51BA2E74-AEBC-F291-1F6D-1506547FD53A}"/>
              </a:ext>
            </a:extLst>
          </p:cNvPr>
          <p:cNvSpPr>
            <a:spLocks noGrp="1" noRot="1" noChangeAspect="1" noChangeArrowheads="1" noTextEdit="1"/>
          </p:cNvSpPr>
          <p:nvPr>
            <p:ph type="sldImg"/>
          </p:nvPr>
        </p:nvSpPr>
        <p:spPr>
          <a:ln/>
        </p:spPr>
      </p:sp>
      <p:sp>
        <p:nvSpPr>
          <p:cNvPr id="176132" name="Rectangle 3">
            <a:extLst>
              <a:ext uri="{FF2B5EF4-FFF2-40B4-BE49-F238E27FC236}">
                <a16:creationId xmlns:a16="http://schemas.microsoft.com/office/drawing/2014/main" id="{6813908E-89EF-8542-46BA-12CB80D496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7">
            <a:extLst>
              <a:ext uri="{FF2B5EF4-FFF2-40B4-BE49-F238E27FC236}">
                <a16:creationId xmlns:a16="http://schemas.microsoft.com/office/drawing/2014/main" id="{BC1D0FFA-7876-9491-B54B-EE081A375B5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6CA24A3A-6F3B-4555-A0CA-601F8C4B18BD}" type="slidenum">
              <a:rPr lang="en-US" altLang="en-US" b="0">
                <a:latin typeface="Arial" panose="020B0604020202020204" pitchFamily="34" charset="0"/>
              </a:rPr>
              <a:pPr/>
              <a:t>87</a:t>
            </a:fld>
            <a:endParaRPr lang="en-US" altLang="en-US" b="0">
              <a:latin typeface="Arial" panose="020B0604020202020204" pitchFamily="34" charset="0"/>
            </a:endParaRPr>
          </a:p>
        </p:txBody>
      </p:sp>
      <p:sp>
        <p:nvSpPr>
          <p:cNvPr id="177155" name="Rectangle 2">
            <a:extLst>
              <a:ext uri="{FF2B5EF4-FFF2-40B4-BE49-F238E27FC236}">
                <a16:creationId xmlns:a16="http://schemas.microsoft.com/office/drawing/2014/main" id="{8B5BBB76-8A0C-9CFF-0CB8-3DF87733C768}"/>
              </a:ext>
            </a:extLst>
          </p:cNvPr>
          <p:cNvSpPr>
            <a:spLocks noGrp="1" noRot="1" noChangeAspect="1" noChangeArrowheads="1" noTextEdit="1"/>
          </p:cNvSpPr>
          <p:nvPr>
            <p:ph type="sldImg"/>
          </p:nvPr>
        </p:nvSpPr>
        <p:spPr>
          <a:ln/>
        </p:spPr>
      </p:sp>
      <p:sp>
        <p:nvSpPr>
          <p:cNvPr id="177156" name="Rectangle 3">
            <a:extLst>
              <a:ext uri="{FF2B5EF4-FFF2-40B4-BE49-F238E27FC236}">
                <a16:creationId xmlns:a16="http://schemas.microsoft.com/office/drawing/2014/main" id="{DCF75EB2-8888-5ED9-E380-0865A98D7E7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7">
            <a:extLst>
              <a:ext uri="{FF2B5EF4-FFF2-40B4-BE49-F238E27FC236}">
                <a16:creationId xmlns:a16="http://schemas.microsoft.com/office/drawing/2014/main" id="{9721BCEA-90E0-4D9A-DB34-FE516DC671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9EA3B875-E47E-45F8-AEDF-F318DBA3ECEF}" type="slidenum">
              <a:rPr lang="en-US" altLang="en-US" b="0">
                <a:latin typeface="Arial" panose="020B0604020202020204" pitchFamily="34" charset="0"/>
              </a:rPr>
              <a:pPr/>
              <a:t>88</a:t>
            </a:fld>
            <a:endParaRPr lang="en-US" altLang="en-US" b="0">
              <a:latin typeface="Arial" panose="020B0604020202020204" pitchFamily="34" charset="0"/>
            </a:endParaRPr>
          </a:p>
        </p:txBody>
      </p:sp>
      <p:sp>
        <p:nvSpPr>
          <p:cNvPr id="178179" name="Rectangle 2">
            <a:extLst>
              <a:ext uri="{FF2B5EF4-FFF2-40B4-BE49-F238E27FC236}">
                <a16:creationId xmlns:a16="http://schemas.microsoft.com/office/drawing/2014/main" id="{CD18C829-C051-D517-2241-7C26AE2E1A06}"/>
              </a:ext>
            </a:extLst>
          </p:cNvPr>
          <p:cNvSpPr>
            <a:spLocks noGrp="1" noRot="1" noChangeAspect="1" noChangeArrowheads="1" noTextEdit="1"/>
          </p:cNvSpPr>
          <p:nvPr>
            <p:ph type="sldImg"/>
          </p:nvPr>
        </p:nvSpPr>
        <p:spPr>
          <a:ln/>
        </p:spPr>
      </p:sp>
      <p:sp>
        <p:nvSpPr>
          <p:cNvPr id="178180" name="Rectangle 3">
            <a:extLst>
              <a:ext uri="{FF2B5EF4-FFF2-40B4-BE49-F238E27FC236}">
                <a16:creationId xmlns:a16="http://schemas.microsoft.com/office/drawing/2014/main" id="{FD06B753-BBD7-E06A-945E-DD989E031B8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7">
            <a:extLst>
              <a:ext uri="{FF2B5EF4-FFF2-40B4-BE49-F238E27FC236}">
                <a16:creationId xmlns:a16="http://schemas.microsoft.com/office/drawing/2014/main" id="{B4579250-1A3A-784D-5416-D4D9100E16F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C8356B81-5731-4EA9-909C-A3335C02FD3F}" type="slidenum">
              <a:rPr lang="en-US" altLang="en-US" b="0">
                <a:latin typeface="Arial" panose="020B0604020202020204" pitchFamily="34" charset="0"/>
              </a:rPr>
              <a:pPr/>
              <a:t>89</a:t>
            </a:fld>
            <a:endParaRPr lang="en-US" altLang="en-US" b="0">
              <a:latin typeface="Arial" panose="020B0604020202020204" pitchFamily="34" charset="0"/>
            </a:endParaRPr>
          </a:p>
        </p:txBody>
      </p:sp>
      <p:sp>
        <p:nvSpPr>
          <p:cNvPr id="179203" name="Rectangle 2">
            <a:extLst>
              <a:ext uri="{FF2B5EF4-FFF2-40B4-BE49-F238E27FC236}">
                <a16:creationId xmlns:a16="http://schemas.microsoft.com/office/drawing/2014/main" id="{1471D8CD-3F4A-B744-3BD7-D90463535DBB}"/>
              </a:ext>
            </a:extLst>
          </p:cNvPr>
          <p:cNvSpPr>
            <a:spLocks noGrp="1" noRot="1" noChangeAspect="1" noChangeArrowheads="1" noTextEdit="1"/>
          </p:cNvSpPr>
          <p:nvPr>
            <p:ph type="sldImg"/>
          </p:nvPr>
        </p:nvSpPr>
        <p:spPr>
          <a:ln/>
        </p:spPr>
      </p:sp>
      <p:sp>
        <p:nvSpPr>
          <p:cNvPr id="179204" name="Rectangle 3">
            <a:extLst>
              <a:ext uri="{FF2B5EF4-FFF2-40B4-BE49-F238E27FC236}">
                <a16:creationId xmlns:a16="http://schemas.microsoft.com/office/drawing/2014/main" id="{E0EE6A89-19CD-AB4B-CD08-FF4845048E0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7">
            <a:extLst>
              <a:ext uri="{FF2B5EF4-FFF2-40B4-BE49-F238E27FC236}">
                <a16:creationId xmlns:a16="http://schemas.microsoft.com/office/drawing/2014/main" id="{8E91A8E3-229C-2DB5-AB64-0BDBE4DDC64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0525F39D-5D08-4A81-8845-C49CCE6D0D88}" type="slidenum">
              <a:rPr lang="en-US" altLang="en-US" b="0">
                <a:latin typeface="Arial" panose="020B0604020202020204" pitchFamily="34" charset="0"/>
              </a:rPr>
              <a:pPr/>
              <a:t>90</a:t>
            </a:fld>
            <a:endParaRPr lang="en-US" altLang="en-US" b="0">
              <a:latin typeface="Arial" panose="020B0604020202020204" pitchFamily="34" charset="0"/>
            </a:endParaRPr>
          </a:p>
        </p:txBody>
      </p:sp>
      <p:sp>
        <p:nvSpPr>
          <p:cNvPr id="180227" name="Rectangle 2">
            <a:extLst>
              <a:ext uri="{FF2B5EF4-FFF2-40B4-BE49-F238E27FC236}">
                <a16:creationId xmlns:a16="http://schemas.microsoft.com/office/drawing/2014/main" id="{61B2268C-1365-B105-2672-6D4DC7588203}"/>
              </a:ext>
            </a:extLst>
          </p:cNvPr>
          <p:cNvSpPr>
            <a:spLocks noGrp="1" noRot="1" noChangeAspect="1" noChangeArrowheads="1" noTextEdit="1"/>
          </p:cNvSpPr>
          <p:nvPr>
            <p:ph type="sldImg"/>
          </p:nvPr>
        </p:nvSpPr>
        <p:spPr>
          <a:ln/>
        </p:spPr>
      </p:sp>
      <p:sp>
        <p:nvSpPr>
          <p:cNvPr id="180228" name="Rectangle 3">
            <a:extLst>
              <a:ext uri="{FF2B5EF4-FFF2-40B4-BE49-F238E27FC236}">
                <a16:creationId xmlns:a16="http://schemas.microsoft.com/office/drawing/2014/main" id="{6B697D4F-3211-B41D-FB14-9696B3D1EC0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7">
            <a:extLst>
              <a:ext uri="{FF2B5EF4-FFF2-40B4-BE49-F238E27FC236}">
                <a16:creationId xmlns:a16="http://schemas.microsoft.com/office/drawing/2014/main" id="{BA61EBA3-B7C3-8B55-B407-3844ED453E2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815B07CB-FB59-48C9-AB09-80A291130C44}" type="slidenum">
              <a:rPr lang="en-US" altLang="en-US" b="0">
                <a:latin typeface="Arial" panose="020B0604020202020204" pitchFamily="34" charset="0"/>
              </a:rPr>
              <a:pPr/>
              <a:t>91</a:t>
            </a:fld>
            <a:endParaRPr lang="en-US" altLang="en-US" b="0">
              <a:latin typeface="Arial" panose="020B0604020202020204" pitchFamily="34" charset="0"/>
            </a:endParaRPr>
          </a:p>
        </p:txBody>
      </p:sp>
      <p:sp>
        <p:nvSpPr>
          <p:cNvPr id="181251" name="Rectangle 2">
            <a:extLst>
              <a:ext uri="{FF2B5EF4-FFF2-40B4-BE49-F238E27FC236}">
                <a16:creationId xmlns:a16="http://schemas.microsoft.com/office/drawing/2014/main" id="{7052CE19-2E94-EE0A-27F9-25BC105C2949}"/>
              </a:ext>
            </a:extLst>
          </p:cNvPr>
          <p:cNvSpPr>
            <a:spLocks noGrp="1" noRot="1" noChangeAspect="1" noChangeArrowheads="1" noTextEdit="1"/>
          </p:cNvSpPr>
          <p:nvPr>
            <p:ph type="sldImg"/>
          </p:nvPr>
        </p:nvSpPr>
        <p:spPr>
          <a:ln/>
        </p:spPr>
      </p:sp>
      <p:sp>
        <p:nvSpPr>
          <p:cNvPr id="181252" name="Rectangle 3">
            <a:extLst>
              <a:ext uri="{FF2B5EF4-FFF2-40B4-BE49-F238E27FC236}">
                <a16:creationId xmlns:a16="http://schemas.microsoft.com/office/drawing/2014/main" id="{C41DACD5-9125-0A37-36EF-C2369DA831B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7">
            <a:extLst>
              <a:ext uri="{FF2B5EF4-FFF2-40B4-BE49-F238E27FC236}">
                <a16:creationId xmlns:a16="http://schemas.microsoft.com/office/drawing/2014/main" id="{7F6FC6EA-11B0-5425-52A1-9708449346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6EAE3D01-3CD8-407A-94BA-7EAA3997C9D2}" type="slidenum">
              <a:rPr lang="en-US" altLang="en-US" b="0">
                <a:latin typeface="Arial" panose="020B0604020202020204" pitchFamily="34" charset="0"/>
              </a:rPr>
              <a:pPr/>
              <a:t>92</a:t>
            </a:fld>
            <a:endParaRPr lang="en-US" altLang="en-US" b="0">
              <a:latin typeface="Arial" panose="020B0604020202020204" pitchFamily="34" charset="0"/>
            </a:endParaRPr>
          </a:p>
        </p:txBody>
      </p:sp>
      <p:sp>
        <p:nvSpPr>
          <p:cNvPr id="182275" name="Rectangle 2">
            <a:extLst>
              <a:ext uri="{FF2B5EF4-FFF2-40B4-BE49-F238E27FC236}">
                <a16:creationId xmlns:a16="http://schemas.microsoft.com/office/drawing/2014/main" id="{00DFDEFE-A94F-07FD-7811-A1FCDAA3F872}"/>
              </a:ext>
            </a:extLst>
          </p:cNvPr>
          <p:cNvSpPr>
            <a:spLocks noGrp="1" noRot="1" noChangeAspect="1" noChangeArrowheads="1" noTextEdit="1"/>
          </p:cNvSpPr>
          <p:nvPr>
            <p:ph type="sldImg"/>
          </p:nvPr>
        </p:nvSpPr>
        <p:spPr>
          <a:ln/>
        </p:spPr>
      </p:sp>
      <p:sp>
        <p:nvSpPr>
          <p:cNvPr id="182276" name="Rectangle 3">
            <a:extLst>
              <a:ext uri="{FF2B5EF4-FFF2-40B4-BE49-F238E27FC236}">
                <a16:creationId xmlns:a16="http://schemas.microsoft.com/office/drawing/2014/main" id="{1B18C661-8B15-1A7C-E356-4D9177576E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7">
            <a:extLst>
              <a:ext uri="{FF2B5EF4-FFF2-40B4-BE49-F238E27FC236}">
                <a16:creationId xmlns:a16="http://schemas.microsoft.com/office/drawing/2014/main" id="{CE5893C1-946A-598A-DE23-9A478651901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1D0A9C73-8A71-477D-BD3F-5CC2418F8B76}" type="slidenum">
              <a:rPr lang="en-US" altLang="en-US" b="0">
                <a:latin typeface="Arial" panose="020B0604020202020204" pitchFamily="34" charset="0"/>
              </a:rPr>
              <a:pPr/>
              <a:t>93</a:t>
            </a:fld>
            <a:endParaRPr lang="en-US" altLang="en-US" b="0">
              <a:latin typeface="Arial" panose="020B0604020202020204" pitchFamily="34" charset="0"/>
            </a:endParaRPr>
          </a:p>
        </p:txBody>
      </p:sp>
      <p:sp>
        <p:nvSpPr>
          <p:cNvPr id="183299" name="Rectangle 2">
            <a:extLst>
              <a:ext uri="{FF2B5EF4-FFF2-40B4-BE49-F238E27FC236}">
                <a16:creationId xmlns:a16="http://schemas.microsoft.com/office/drawing/2014/main" id="{82A45ACD-4B56-DDB5-22FA-C3269FAE65A5}"/>
              </a:ext>
            </a:extLst>
          </p:cNvPr>
          <p:cNvSpPr>
            <a:spLocks noGrp="1" noRot="1" noChangeAspect="1" noChangeArrowheads="1" noTextEdit="1"/>
          </p:cNvSpPr>
          <p:nvPr>
            <p:ph type="sldImg"/>
          </p:nvPr>
        </p:nvSpPr>
        <p:spPr>
          <a:ln/>
        </p:spPr>
      </p:sp>
      <p:sp>
        <p:nvSpPr>
          <p:cNvPr id="183300" name="Rectangle 3">
            <a:extLst>
              <a:ext uri="{FF2B5EF4-FFF2-40B4-BE49-F238E27FC236}">
                <a16:creationId xmlns:a16="http://schemas.microsoft.com/office/drawing/2014/main" id="{422B25DA-A8C7-708E-C0A6-184E76F694E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7">
            <a:extLst>
              <a:ext uri="{FF2B5EF4-FFF2-40B4-BE49-F238E27FC236}">
                <a16:creationId xmlns:a16="http://schemas.microsoft.com/office/drawing/2014/main" id="{8F44492D-04C2-CC9E-5A14-B0C7B36D565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9A328E68-D94B-4385-B0EA-627EA8095240}" type="slidenum">
              <a:rPr lang="en-US" altLang="en-US" b="0">
                <a:latin typeface="Arial" panose="020B0604020202020204" pitchFamily="34" charset="0"/>
              </a:rPr>
              <a:pPr/>
              <a:t>94</a:t>
            </a:fld>
            <a:endParaRPr lang="en-US" altLang="en-US" b="0">
              <a:latin typeface="Arial" panose="020B0604020202020204" pitchFamily="34" charset="0"/>
            </a:endParaRPr>
          </a:p>
        </p:txBody>
      </p:sp>
      <p:sp>
        <p:nvSpPr>
          <p:cNvPr id="184323" name="Rectangle 2">
            <a:extLst>
              <a:ext uri="{FF2B5EF4-FFF2-40B4-BE49-F238E27FC236}">
                <a16:creationId xmlns:a16="http://schemas.microsoft.com/office/drawing/2014/main" id="{E7F25559-30B0-2620-1CC5-C638D6D8A561}"/>
              </a:ext>
            </a:extLst>
          </p:cNvPr>
          <p:cNvSpPr>
            <a:spLocks noGrp="1" noRot="1" noChangeAspect="1" noChangeArrowheads="1" noTextEdit="1"/>
          </p:cNvSpPr>
          <p:nvPr>
            <p:ph type="sldImg"/>
          </p:nvPr>
        </p:nvSpPr>
        <p:spPr>
          <a:ln/>
        </p:spPr>
      </p:sp>
      <p:sp>
        <p:nvSpPr>
          <p:cNvPr id="184324" name="Rectangle 3">
            <a:extLst>
              <a:ext uri="{FF2B5EF4-FFF2-40B4-BE49-F238E27FC236}">
                <a16:creationId xmlns:a16="http://schemas.microsoft.com/office/drawing/2014/main" id="{EF3248DE-040E-56BA-DC60-B968705254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7">
            <a:extLst>
              <a:ext uri="{FF2B5EF4-FFF2-40B4-BE49-F238E27FC236}">
                <a16:creationId xmlns:a16="http://schemas.microsoft.com/office/drawing/2014/main" id="{BCE35090-5AE5-E6C5-0964-F8091CB1469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4E8D5303-7812-452B-825F-DA5C68FBD233}" type="slidenum">
              <a:rPr lang="en-US" altLang="en-US" b="0">
                <a:latin typeface="Arial" panose="020B0604020202020204" pitchFamily="34" charset="0"/>
              </a:rPr>
              <a:pPr/>
              <a:t>95</a:t>
            </a:fld>
            <a:endParaRPr lang="en-US" altLang="en-US" b="0">
              <a:latin typeface="Arial" panose="020B0604020202020204" pitchFamily="34" charset="0"/>
            </a:endParaRPr>
          </a:p>
        </p:txBody>
      </p:sp>
      <p:sp>
        <p:nvSpPr>
          <p:cNvPr id="185347" name="Rectangle 2">
            <a:extLst>
              <a:ext uri="{FF2B5EF4-FFF2-40B4-BE49-F238E27FC236}">
                <a16:creationId xmlns:a16="http://schemas.microsoft.com/office/drawing/2014/main" id="{53F45F88-FCB2-6B27-88FD-7D599C150DE1}"/>
              </a:ext>
            </a:extLst>
          </p:cNvPr>
          <p:cNvSpPr>
            <a:spLocks noGrp="1" noRot="1" noChangeAspect="1" noChangeArrowheads="1" noTextEdit="1"/>
          </p:cNvSpPr>
          <p:nvPr>
            <p:ph type="sldImg"/>
          </p:nvPr>
        </p:nvSpPr>
        <p:spPr>
          <a:ln/>
        </p:spPr>
      </p:sp>
      <p:sp>
        <p:nvSpPr>
          <p:cNvPr id="185348" name="Rectangle 3">
            <a:extLst>
              <a:ext uri="{FF2B5EF4-FFF2-40B4-BE49-F238E27FC236}">
                <a16:creationId xmlns:a16="http://schemas.microsoft.com/office/drawing/2014/main" id="{0ADA0158-9350-3CA2-F4C9-046BADDC233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7">
            <a:extLst>
              <a:ext uri="{FF2B5EF4-FFF2-40B4-BE49-F238E27FC236}">
                <a16:creationId xmlns:a16="http://schemas.microsoft.com/office/drawing/2014/main" id="{DD6D9168-F479-388D-4AC1-CE7F49B58B2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60D48BC9-9AD1-45B9-9693-7710379C8767}" type="slidenum">
              <a:rPr lang="en-US" altLang="en-US" b="0">
                <a:latin typeface="Arial" panose="020B0604020202020204" pitchFamily="34" charset="0"/>
              </a:rPr>
              <a:pPr/>
              <a:t>96</a:t>
            </a:fld>
            <a:endParaRPr lang="en-US" altLang="en-US" b="0">
              <a:latin typeface="Arial" panose="020B0604020202020204" pitchFamily="34" charset="0"/>
            </a:endParaRPr>
          </a:p>
        </p:txBody>
      </p:sp>
      <p:sp>
        <p:nvSpPr>
          <p:cNvPr id="186371" name="Rectangle 2">
            <a:extLst>
              <a:ext uri="{FF2B5EF4-FFF2-40B4-BE49-F238E27FC236}">
                <a16:creationId xmlns:a16="http://schemas.microsoft.com/office/drawing/2014/main" id="{D2C82004-B2E7-0200-6B68-6C8BB121F2FA}"/>
              </a:ext>
            </a:extLst>
          </p:cNvPr>
          <p:cNvSpPr>
            <a:spLocks noGrp="1" noRot="1" noChangeAspect="1" noChangeArrowheads="1" noTextEdit="1"/>
          </p:cNvSpPr>
          <p:nvPr>
            <p:ph type="sldImg"/>
          </p:nvPr>
        </p:nvSpPr>
        <p:spPr>
          <a:ln/>
        </p:spPr>
      </p:sp>
      <p:sp>
        <p:nvSpPr>
          <p:cNvPr id="186372" name="Rectangle 3">
            <a:extLst>
              <a:ext uri="{FF2B5EF4-FFF2-40B4-BE49-F238E27FC236}">
                <a16:creationId xmlns:a16="http://schemas.microsoft.com/office/drawing/2014/main" id="{F6C90D02-B6EE-FE9C-FC9B-CB2A3F3769B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7">
            <a:extLst>
              <a:ext uri="{FF2B5EF4-FFF2-40B4-BE49-F238E27FC236}">
                <a16:creationId xmlns:a16="http://schemas.microsoft.com/office/drawing/2014/main" id="{9D8E914C-B11F-43C6-6B22-EF656FAA9AC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a:defRPr b="1">
                <a:solidFill>
                  <a:schemeClr val="tx1"/>
                </a:solidFill>
                <a:latin typeface="Tahoma" panose="020B0604030504040204" pitchFamily="34" charset="0"/>
              </a:defRPr>
            </a:lvl1pPr>
            <a:lvl2pPr marL="742950" indent="-285750" defTabSz="946150">
              <a:defRPr b="1">
                <a:solidFill>
                  <a:schemeClr val="tx1"/>
                </a:solidFill>
                <a:latin typeface="Tahoma" panose="020B0604030504040204" pitchFamily="34" charset="0"/>
              </a:defRPr>
            </a:lvl2pPr>
            <a:lvl3pPr marL="1143000" indent="-228600" defTabSz="946150">
              <a:defRPr b="1">
                <a:solidFill>
                  <a:schemeClr val="tx1"/>
                </a:solidFill>
                <a:latin typeface="Tahoma" panose="020B0604030504040204" pitchFamily="34" charset="0"/>
              </a:defRPr>
            </a:lvl3pPr>
            <a:lvl4pPr marL="1600200" indent="-228600" defTabSz="946150">
              <a:defRPr b="1">
                <a:solidFill>
                  <a:schemeClr val="tx1"/>
                </a:solidFill>
                <a:latin typeface="Tahoma" panose="020B0604030504040204" pitchFamily="34" charset="0"/>
              </a:defRPr>
            </a:lvl4pPr>
            <a:lvl5pPr marL="2057400" indent="-228600" defTabSz="946150">
              <a:defRPr b="1">
                <a:solidFill>
                  <a:schemeClr val="tx1"/>
                </a:solidFill>
                <a:latin typeface="Tahoma" panose="020B0604030504040204" pitchFamily="34" charset="0"/>
              </a:defRPr>
            </a:lvl5pPr>
            <a:lvl6pPr marL="2514600" indent="-228600" algn="ctr" defTabSz="946150" eaLnBrk="0" fontAlgn="base" hangingPunct="0">
              <a:spcBef>
                <a:spcPct val="0"/>
              </a:spcBef>
              <a:spcAft>
                <a:spcPct val="0"/>
              </a:spcAft>
              <a:defRPr b="1">
                <a:solidFill>
                  <a:schemeClr val="tx1"/>
                </a:solidFill>
                <a:latin typeface="Tahoma" panose="020B0604030504040204" pitchFamily="34" charset="0"/>
              </a:defRPr>
            </a:lvl6pPr>
            <a:lvl7pPr marL="2971800" indent="-228600" algn="ctr" defTabSz="946150" eaLnBrk="0" fontAlgn="base" hangingPunct="0">
              <a:spcBef>
                <a:spcPct val="0"/>
              </a:spcBef>
              <a:spcAft>
                <a:spcPct val="0"/>
              </a:spcAft>
              <a:defRPr b="1">
                <a:solidFill>
                  <a:schemeClr val="tx1"/>
                </a:solidFill>
                <a:latin typeface="Tahoma" panose="020B0604030504040204" pitchFamily="34" charset="0"/>
              </a:defRPr>
            </a:lvl7pPr>
            <a:lvl8pPr marL="3429000" indent="-228600" algn="ctr" defTabSz="946150" eaLnBrk="0" fontAlgn="base" hangingPunct="0">
              <a:spcBef>
                <a:spcPct val="0"/>
              </a:spcBef>
              <a:spcAft>
                <a:spcPct val="0"/>
              </a:spcAft>
              <a:defRPr b="1">
                <a:solidFill>
                  <a:schemeClr val="tx1"/>
                </a:solidFill>
                <a:latin typeface="Tahoma" panose="020B0604030504040204" pitchFamily="34" charset="0"/>
              </a:defRPr>
            </a:lvl8pPr>
            <a:lvl9pPr marL="3886200" indent="-228600" algn="ctr" defTabSz="946150" eaLnBrk="0" fontAlgn="base" hangingPunct="0">
              <a:spcBef>
                <a:spcPct val="0"/>
              </a:spcBef>
              <a:spcAft>
                <a:spcPct val="0"/>
              </a:spcAft>
              <a:defRPr b="1">
                <a:solidFill>
                  <a:schemeClr val="tx1"/>
                </a:solidFill>
                <a:latin typeface="Tahoma" panose="020B0604030504040204" pitchFamily="34" charset="0"/>
              </a:defRPr>
            </a:lvl9pPr>
          </a:lstStyle>
          <a:p>
            <a:fld id="{7FB5B6CE-8404-4BAC-9083-7CE68450EC11}" type="slidenum">
              <a:rPr lang="en-US" altLang="en-US" b="0">
                <a:latin typeface="Arial" panose="020B0604020202020204" pitchFamily="34" charset="0"/>
              </a:rPr>
              <a:pPr/>
              <a:t>97</a:t>
            </a:fld>
            <a:endParaRPr lang="en-US" altLang="en-US" b="0">
              <a:latin typeface="Arial" panose="020B0604020202020204" pitchFamily="34" charset="0"/>
            </a:endParaRPr>
          </a:p>
        </p:txBody>
      </p:sp>
      <p:sp>
        <p:nvSpPr>
          <p:cNvPr id="187395" name="Rectangle 2">
            <a:extLst>
              <a:ext uri="{FF2B5EF4-FFF2-40B4-BE49-F238E27FC236}">
                <a16:creationId xmlns:a16="http://schemas.microsoft.com/office/drawing/2014/main" id="{6174A36B-CA3E-9BA8-4626-F60DB47F0928}"/>
              </a:ext>
            </a:extLst>
          </p:cNvPr>
          <p:cNvSpPr>
            <a:spLocks noGrp="1" noRot="1" noChangeAspect="1" noChangeArrowheads="1" noTextEdit="1"/>
          </p:cNvSpPr>
          <p:nvPr>
            <p:ph type="sldImg"/>
          </p:nvPr>
        </p:nvSpPr>
        <p:spPr>
          <a:ln/>
        </p:spPr>
      </p:sp>
      <p:sp>
        <p:nvSpPr>
          <p:cNvPr id="187396" name="Rectangle 3">
            <a:extLst>
              <a:ext uri="{FF2B5EF4-FFF2-40B4-BE49-F238E27FC236}">
                <a16:creationId xmlns:a16="http://schemas.microsoft.com/office/drawing/2014/main" id="{84B6D8E2-300B-AFBB-B29D-95AFFDD590D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B8AB722E-E8F7-64E9-BC53-A327FBFB0CA1}"/>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588EF04D-8023-8207-2043-4AD8955F6F28}"/>
                </a:ext>
              </a:extLst>
            </p:cNvPr>
            <p:cNvGrpSpPr>
              <a:grpSpLocks/>
            </p:cNvGrpSpPr>
            <p:nvPr/>
          </p:nvGrpSpPr>
          <p:grpSpPr bwMode="auto">
            <a:xfrm>
              <a:off x="183" y="1604"/>
              <a:ext cx="448" cy="299"/>
              <a:chOff x="720" y="336"/>
              <a:chExt cx="624" cy="432"/>
            </a:xfrm>
          </p:grpSpPr>
          <p:sp>
            <p:nvSpPr>
              <p:cNvPr id="10" name="Rectangle 4">
                <a:extLst>
                  <a:ext uri="{FF2B5EF4-FFF2-40B4-BE49-F238E27FC236}">
                    <a16:creationId xmlns:a16="http://schemas.microsoft.com/office/drawing/2014/main" id="{DD6AB7AE-42B4-0AD1-286E-F32DD37FD9F2}"/>
                  </a:ext>
                </a:extLst>
              </p:cNvPr>
              <p:cNvSpPr>
                <a:spLocks noChangeArrowheads="1"/>
              </p:cNvSpPr>
              <p:nvPr/>
            </p:nvSpPr>
            <p:spPr bwMode="auto">
              <a:xfrm>
                <a:off x="720" y="336"/>
                <a:ext cx="384" cy="432"/>
              </a:xfrm>
              <a:prstGeom prst="rect">
                <a:avLst/>
              </a:prstGeom>
              <a:solidFill>
                <a:schemeClr val="folHlink"/>
              </a:solidFill>
              <a:ln w="9525">
                <a:noFill/>
                <a:miter lim="800000"/>
                <a:headEnd/>
                <a:tailEnd/>
              </a:ln>
              <a:effectLst/>
            </p:spPr>
            <p:txBody>
              <a:bodyPr wrap="none" anchor="ctr"/>
              <a:lstStyle/>
              <a:p>
                <a:pPr>
                  <a:defRPr/>
                </a:pPr>
                <a:endParaRPr lang="en-US"/>
              </a:p>
            </p:txBody>
          </p:sp>
          <p:sp>
            <p:nvSpPr>
              <p:cNvPr id="11" name="Rectangle 5">
                <a:extLst>
                  <a:ext uri="{FF2B5EF4-FFF2-40B4-BE49-F238E27FC236}">
                    <a16:creationId xmlns:a16="http://schemas.microsoft.com/office/drawing/2014/main" id="{5FEB0456-78E0-C2EE-8D19-87E18204BC56}"/>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defRPr/>
                </a:pPr>
                <a:endParaRPr lang="en-US"/>
              </a:p>
            </p:txBody>
          </p:sp>
        </p:grpSp>
        <p:grpSp>
          <p:nvGrpSpPr>
            <p:cNvPr id="4" name="Group 6">
              <a:extLst>
                <a:ext uri="{FF2B5EF4-FFF2-40B4-BE49-F238E27FC236}">
                  <a16:creationId xmlns:a16="http://schemas.microsoft.com/office/drawing/2014/main" id="{F714A312-2F1E-56EC-4471-E761F7A74678}"/>
                </a:ext>
              </a:extLst>
            </p:cNvPr>
            <p:cNvGrpSpPr>
              <a:grpSpLocks/>
            </p:cNvGrpSpPr>
            <p:nvPr/>
          </p:nvGrpSpPr>
          <p:grpSpPr bwMode="auto">
            <a:xfrm>
              <a:off x="261" y="1870"/>
              <a:ext cx="465" cy="299"/>
              <a:chOff x="912" y="2640"/>
              <a:chExt cx="672" cy="432"/>
            </a:xfrm>
          </p:grpSpPr>
          <p:sp>
            <p:nvSpPr>
              <p:cNvPr id="8" name="Rectangle 7">
                <a:extLst>
                  <a:ext uri="{FF2B5EF4-FFF2-40B4-BE49-F238E27FC236}">
                    <a16:creationId xmlns:a16="http://schemas.microsoft.com/office/drawing/2014/main" id="{9C13E103-BA9D-0890-652E-DF3040076E0F}"/>
                  </a:ext>
                </a:extLst>
              </p:cNvPr>
              <p:cNvSpPr>
                <a:spLocks noChangeArrowheads="1"/>
              </p:cNvSpPr>
              <p:nvPr/>
            </p:nvSpPr>
            <p:spPr bwMode="auto">
              <a:xfrm>
                <a:off x="912" y="2640"/>
                <a:ext cx="384" cy="432"/>
              </a:xfrm>
              <a:prstGeom prst="rect">
                <a:avLst/>
              </a:prstGeom>
              <a:solidFill>
                <a:schemeClr val="accent2"/>
              </a:solidFill>
              <a:ln w="9525">
                <a:noFill/>
                <a:miter lim="800000"/>
                <a:headEnd/>
                <a:tailEnd/>
              </a:ln>
              <a:effectLst/>
            </p:spPr>
            <p:txBody>
              <a:bodyPr wrap="none" anchor="ctr"/>
              <a:lstStyle/>
              <a:p>
                <a:pPr>
                  <a:defRPr/>
                </a:pPr>
                <a:endParaRPr lang="en-US"/>
              </a:p>
            </p:txBody>
          </p:sp>
          <p:sp>
            <p:nvSpPr>
              <p:cNvPr id="9" name="Rectangle 8">
                <a:extLst>
                  <a:ext uri="{FF2B5EF4-FFF2-40B4-BE49-F238E27FC236}">
                    <a16:creationId xmlns:a16="http://schemas.microsoft.com/office/drawing/2014/main" id="{522D76B4-960B-B465-9085-5C69042B01BB}"/>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defRPr/>
                </a:pPr>
                <a:endParaRPr lang="en-US"/>
              </a:p>
            </p:txBody>
          </p:sp>
        </p:grpSp>
        <p:sp>
          <p:nvSpPr>
            <p:cNvPr id="5" name="Rectangle 9">
              <a:extLst>
                <a:ext uri="{FF2B5EF4-FFF2-40B4-BE49-F238E27FC236}">
                  <a16:creationId xmlns:a16="http://schemas.microsoft.com/office/drawing/2014/main" id="{0719756B-2A7D-5397-AAAC-4777E62171E7}"/>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defRPr/>
              </a:pPr>
              <a:endParaRPr lang="en-US"/>
            </a:p>
          </p:txBody>
        </p:sp>
        <p:sp>
          <p:nvSpPr>
            <p:cNvPr id="6" name="Rectangle 10">
              <a:extLst>
                <a:ext uri="{FF2B5EF4-FFF2-40B4-BE49-F238E27FC236}">
                  <a16:creationId xmlns:a16="http://schemas.microsoft.com/office/drawing/2014/main" id="{73798E2E-DBB8-8CB2-5B5D-11716523F694}"/>
                </a:ext>
              </a:extLst>
            </p:cNvPr>
            <p:cNvSpPr>
              <a:spLocks noChangeArrowheads="1"/>
            </p:cNvSpPr>
            <p:nvPr/>
          </p:nvSpPr>
          <p:spPr bwMode="auto">
            <a:xfrm>
              <a:off x="400" y="1536"/>
              <a:ext cx="20" cy="663"/>
            </a:xfrm>
            <a:prstGeom prst="rect">
              <a:avLst/>
            </a:prstGeom>
            <a:solidFill>
              <a:schemeClr val="bg2"/>
            </a:solidFill>
            <a:ln w="9525">
              <a:noFill/>
              <a:miter lim="800000"/>
              <a:headEnd/>
              <a:tailEnd/>
            </a:ln>
            <a:effectLst/>
          </p:spPr>
          <p:txBody>
            <a:bodyPr wrap="none" anchor="ctr"/>
            <a:lstStyle/>
            <a:p>
              <a:pPr>
                <a:defRPr/>
              </a:pPr>
              <a:endParaRPr lang="en-US"/>
            </a:p>
          </p:txBody>
        </p:sp>
        <p:sp>
          <p:nvSpPr>
            <p:cNvPr id="7" name="Rectangle 11">
              <a:extLst>
                <a:ext uri="{FF2B5EF4-FFF2-40B4-BE49-F238E27FC236}">
                  <a16:creationId xmlns:a16="http://schemas.microsoft.com/office/drawing/2014/main" id="{BD7FA838-A51E-771C-2A5C-7A1BBCC2627B}"/>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defRPr/>
              </a:pPr>
              <a:endParaRPr lang="en-US"/>
            </a:p>
          </p:txBody>
        </p:sp>
      </p:grpSp>
      <p:sp>
        <p:nvSpPr>
          <p:cNvPr id="71692" name="Rectangle 12"/>
          <p:cNvSpPr>
            <a:spLocks noGrp="1" noChangeArrowheads="1"/>
          </p:cNvSpPr>
          <p:nvPr>
            <p:ph type="ctrTitle"/>
          </p:nvPr>
        </p:nvSpPr>
        <p:spPr>
          <a:xfrm>
            <a:off x="990600" y="1676400"/>
            <a:ext cx="7772400" cy="1462088"/>
          </a:xfrm>
        </p:spPr>
        <p:txBody>
          <a:bodyPr/>
          <a:lstStyle>
            <a:lvl1pPr>
              <a:defRPr/>
            </a:lvl1pPr>
          </a:lstStyle>
          <a:p>
            <a:r>
              <a:rPr lang="en-US"/>
              <a:t>Click to edit Master title style</a:t>
            </a:r>
          </a:p>
        </p:txBody>
      </p:sp>
      <p:sp>
        <p:nvSpPr>
          <p:cNvPr id="71693"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12" name="Rectangle 14">
            <a:extLst>
              <a:ext uri="{FF2B5EF4-FFF2-40B4-BE49-F238E27FC236}">
                <a16:creationId xmlns:a16="http://schemas.microsoft.com/office/drawing/2014/main" id="{77BBA331-738F-CAD9-1EAA-0843D86EB266}"/>
              </a:ext>
            </a:extLst>
          </p:cNvPr>
          <p:cNvSpPr>
            <a:spLocks noGrp="1" noChangeArrowheads="1"/>
          </p:cNvSpPr>
          <p:nvPr>
            <p:ph type="dt" sz="half" idx="10"/>
          </p:nvPr>
        </p:nvSpPr>
        <p:spPr>
          <a:xfrm>
            <a:off x="990600" y="6248400"/>
            <a:ext cx="1905000" cy="457200"/>
          </a:xfrm>
        </p:spPr>
        <p:txBody>
          <a:bodyPr/>
          <a:lstStyle>
            <a:lvl1pPr>
              <a:defRPr smtClean="0">
                <a:solidFill>
                  <a:schemeClr val="bg2"/>
                </a:solidFill>
              </a:defRPr>
            </a:lvl1pPr>
          </a:lstStyle>
          <a:p>
            <a:pPr>
              <a:defRPr/>
            </a:pPr>
            <a:endParaRPr lang="en-US"/>
          </a:p>
        </p:txBody>
      </p:sp>
      <p:sp>
        <p:nvSpPr>
          <p:cNvPr id="13" name="Rectangle 15">
            <a:extLst>
              <a:ext uri="{FF2B5EF4-FFF2-40B4-BE49-F238E27FC236}">
                <a16:creationId xmlns:a16="http://schemas.microsoft.com/office/drawing/2014/main" id="{208CCE6B-4D55-733C-0FD1-EC50A04B2C58}"/>
              </a:ext>
            </a:extLst>
          </p:cNvPr>
          <p:cNvSpPr>
            <a:spLocks noGrp="1" noChangeArrowheads="1"/>
          </p:cNvSpPr>
          <p:nvPr>
            <p:ph type="ftr" sz="quarter" idx="11"/>
          </p:nvPr>
        </p:nvSpPr>
        <p:spPr>
          <a:xfrm>
            <a:off x="3429000" y="6248400"/>
            <a:ext cx="2895600" cy="457200"/>
          </a:xfrm>
        </p:spPr>
        <p:txBody>
          <a:bodyPr/>
          <a:lstStyle>
            <a:lvl1pPr>
              <a:defRPr smtClean="0">
                <a:solidFill>
                  <a:schemeClr val="bg2"/>
                </a:solidFill>
              </a:defRPr>
            </a:lvl1pPr>
          </a:lstStyle>
          <a:p>
            <a:pPr>
              <a:defRPr/>
            </a:pPr>
            <a:endParaRPr lang="en-US"/>
          </a:p>
        </p:txBody>
      </p:sp>
      <p:sp>
        <p:nvSpPr>
          <p:cNvPr id="14" name="Rectangle 16">
            <a:extLst>
              <a:ext uri="{FF2B5EF4-FFF2-40B4-BE49-F238E27FC236}">
                <a16:creationId xmlns:a16="http://schemas.microsoft.com/office/drawing/2014/main" id="{1C7CEAF1-A3DD-1FF8-7F79-FBA27ADEF1B6}"/>
              </a:ext>
            </a:extLst>
          </p:cNvPr>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fld id="{49767D85-D95D-4C44-9EBE-4F620432254F}" type="slidenum">
              <a:rPr lang="en-US" altLang="en-US"/>
              <a:pPr/>
              <a:t>‹#›</a:t>
            </a:fld>
            <a:endParaRPr lang="en-US" altLang="en-US"/>
          </a:p>
        </p:txBody>
      </p:sp>
    </p:spTree>
    <p:extLst>
      <p:ext uri="{BB962C8B-B14F-4D97-AF65-F5344CB8AC3E}">
        <p14:creationId xmlns:p14="http://schemas.microsoft.com/office/powerpoint/2010/main" val="1403618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CDB47629-78B1-90E3-6ED5-2DE1CA407435}"/>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E8CB7E33-CA50-D3C3-265C-B91886A92CC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1EDD7CEF-FA70-6ED5-1FC8-34D2DA441A13}"/>
              </a:ext>
            </a:extLst>
          </p:cNvPr>
          <p:cNvSpPr>
            <a:spLocks noGrp="1" noChangeArrowheads="1"/>
          </p:cNvSpPr>
          <p:nvPr>
            <p:ph type="sldNum" sz="quarter" idx="12"/>
          </p:nvPr>
        </p:nvSpPr>
        <p:spPr>
          <a:ln/>
        </p:spPr>
        <p:txBody>
          <a:bodyPr/>
          <a:lstStyle>
            <a:lvl1pPr>
              <a:defRPr/>
            </a:lvl1pPr>
          </a:lstStyle>
          <a:p>
            <a:fld id="{A8EA3C4F-0BDC-4CD3-A1C6-F3C48B56D6A3}" type="slidenum">
              <a:rPr lang="en-US" altLang="en-US"/>
              <a:pPr/>
              <a:t>‹#›</a:t>
            </a:fld>
            <a:endParaRPr lang="en-US" altLang="en-US"/>
          </a:p>
        </p:txBody>
      </p:sp>
    </p:spTree>
    <p:extLst>
      <p:ext uri="{BB962C8B-B14F-4D97-AF65-F5344CB8AC3E}">
        <p14:creationId xmlns:p14="http://schemas.microsoft.com/office/powerpoint/2010/main" val="28624663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a:extLst>
              <a:ext uri="{FF2B5EF4-FFF2-40B4-BE49-F238E27FC236}">
                <a16:creationId xmlns:a16="http://schemas.microsoft.com/office/drawing/2014/main" id="{606828A7-85D8-5228-CDB7-992ED5A087E9}"/>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0D216852-1DFB-5812-F281-D35FA169646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B8064A9B-DA11-6CDE-835A-7461E03BA9FD}"/>
              </a:ext>
            </a:extLst>
          </p:cNvPr>
          <p:cNvSpPr>
            <a:spLocks noGrp="1" noChangeArrowheads="1"/>
          </p:cNvSpPr>
          <p:nvPr>
            <p:ph type="sldNum" sz="quarter" idx="12"/>
          </p:nvPr>
        </p:nvSpPr>
        <p:spPr>
          <a:ln/>
        </p:spPr>
        <p:txBody>
          <a:bodyPr/>
          <a:lstStyle>
            <a:lvl1pPr>
              <a:defRPr/>
            </a:lvl1pPr>
          </a:lstStyle>
          <a:p>
            <a:fld id="{3D0DC82C-5891-46C2-92DE-4708D6817F29}" type="slidenum">
              <a:rPr lang="en-US" altLang="en-US"/>
              <a:pPr/>
              <a:t>‹#›</a:t>
            </a:fld>
            <a:endParaRPr lang="en-US" altLang="en-US"/>
          </a:p>
        </p:txBody>
      </p:sp>
    </p:spTree>
    <p:extLst>
      <p:ext uri="{BB962C8B-B14F-4D97-AF65-F5344CB8AC3E}">
        <p14:creationId xmlns:p14="http://schemas.microsoft.com/office/powerpoint/2010/main" val="26162952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62000" y="1676400"/>
            <a:ext cx="4019550" cy="4456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33950" y="1676400"/>
            <a:ext cx="4021138" cy="4456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1">
            <a:extLst>
              <a:ext uri="{FF2B5EF4-FFF2-40B4-BE49-F238E27FC236}">
                <a16:creationId xmlns:a16="http://schemas.microsoft.com/office/drawing/2014/main" id="{D4DC7A5F-58ED-2B91-1551-C85A9094A2EF}"/>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69AB4A90-C585-AB07-E2A9-32A7A21755E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22B80F35-C35A-FB46-5CF9-46FB567EA2AD}"/>
              </a:ext>
            </a:extLst>
          </p:cNvPr>
          <p:cNvSpPr>
            <a:spLocks noGrp="1" noChangeArrowheads="1"/>
          </p:cNvSpPr>
          <p:nvPr>
            <p:ph type="sldNum" sz="quarter" idx="12"/>
          </p:nvPr>
        </p:nvSpPr>
        <p:spPr>
          <a:ln/>
        </p:spPr>
        <p:txBody>
          <a:bodyPr/>
          <a:lstStyle>
            <a:lvl1pPr>
              <a:defRPr/>
            </a:lvl1pPr>
          </a:lstStyle>
          <a:p>
            <a:fld id="{334263F8-B326-46C6-9064-6AB3F4CA627C}" type="slidenum">
              <a:rPr lang="en-US" altLang="en-US"/>
              <a:pPr/>
              <a:t>‹#›</a:t>
            </a:fld>
            <a:endParaRPr lang="en-US" altLang="en-US"/>
          </a:p>
        </p:txBody>
      </p:sp>
    </p:spTree>
    <p:extLst>
      <p:ext uri="{BB962C8B-B14F-4D97-AF65-F5344CB8AC3E}">
        <p14:creationId xmlns:p14="http://schemas.microsoft.com/office/powerpoint/2010/main" val="13800641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1">
            <a:extLst>
              <a:ext uri="{FF2B5EF4-FFF2-40B4-BE49-F238E27FC236}">
                <a16:creationId xmlns:a16="http://schemas.microsoft.com/office/drawing/2014/main" id="{58B885C4-B87B-62FB-DCF4-26F515E150FC}"/>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12">
            <a:extLst>
              <a:ext uri="{FF2B5EF4-FFF2-40B4-BE49-F238E27FC236}">
                <a16:creationId xmlns:a16="http://schemas.microsoft.com/office/drawing/2014/main" id="{75C5185F-AD61-73E4-05E6-D313A57D9C4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13">
            <a:extLst>
              <a:ext uri="{FF2B5EF4-FFF2-40B4-BE49-F238E27FC236}">
                <a16:creationId xmlns:a16="http://schemas.microsoft.com/office/drawing/2014/main" id="{3EA2759E-FB19-012A-0580-D5B069B15239}"/>
              </a:ext>
            </a:extLst>
          </p:cNvPr>
          <p:cNvSpPr>
            <a:spLocks noGrp="1" noChangeArrowheads="1"/>
          </p:cNvSpPr>
          <p:nvPr>
            <p:ph type="sldNum" sz="quarter" idx="12"/>
          </p:nvPr>
        </p:nvSpPr>
        <p:spPr>
          <a:ln/>
        </p:spPr>
        <p:txBody>
          <a:bodyPr/>
          <a:lstStyle>
            <a:lvl1pPr>
              <a:defRPr/>
            </a:lvl1pPr>
          </a:lstStyle>
          <a:p>
            <a:fld id="{705D71A6-7932-4FB0-B965-9D8BEC1190E5}" type="slidenum">
              <a:rPr lang="en-US" altLang="en-US"/>
              <a:pPr/>
              <a:t>‹#›</a:t>
            </a:fld>
            <a:endParaRPr lang="en-US" altLang="en-US"/>
          </a:p>
        </p:txBody>
      </p:sp>
    </p:spTree>
    <p:extLst>
      <p:ext uri="{BB962C8B-B14F-4D97-AF65-F5344CB8AC3E}">
        <p14:creationId xmlns:p14="http://schemas.microsoft.com/office/powerpoint/2010/main" val="38298930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1">
            <a:extLst>
              <a:ext uri="{FF2B5EF4-FFF2-40B4-BE49-F238E27FC236}">
                <a16:creationId xmlns:a16="http://schemas.microsoft.com/office/drawing/2014/main" id="{7789EFA2-78EF-C634-55D4-41FB82A53209}"/>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12">
            <a:extLst>
              <a:ext uri="{FF2B5EF4-FFF2-40B4-BE49-F238E27FC236}">
                <a16:creationId xmlns:a16="http://schemas.microsoft.com/office/drawing/2014/main" id="{5C9084EB-E130-A9D6-8544-DB5D2697DEF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13">
            <a:extLst>
              <a:ext uri="{FF2B5EF4-FFF2-40B4-BE49-F238E27FC236}">
                <a16:creationId xmlns:a16="http://schemas.microsoft.com/office/drawing/2014/main" id="{4CE22E43-70C9-886F-6D44-FBA74F062F85}"/>
              </a:ext>
            </a:extLst>
          </p:cNvPr>
          <p:cNvSpPr>
            <a:spLocks noGrp="1" noChangeArrowheads="1"/>
          </p:cNvSpPr>
          <p:nvPr>
            <p:ph type="sldNum" sz="quarter" idx="12"/>
          </p:nvPr>
        </p:nvSpPr>
        <p:spPr>
          <a:ln/>
        </p:spPr>
        <p:txBody>
          <a:bodyPr/>
          <a:lstStyle>
            <a:lvl1pPr>
              <a:defRPr/>
            </a:lvl1pPr>
          </a:lstStyle>
          <a:p>
            <a:fld id="{E6E87B71-4181-4E65-91C8-17F104051018}" type="slidenum">
              <a:rPr lang="en-US" altLang="en-US"/>
              <a:pPr/>
              <a:t>‹#›</a:t>
            </a:fld>
            <a:endParaRPr lang="en-US" altLang="en-US"/>
          </a:p>
        </p:txBody>
      </p:sp>
    </p:spTree>
    <p:extLst>
      <p:ext uri="{BB962C8B-B14F-4D97-AF65-F5344CB8AC3E}">
        <p14:creationId xmlns:p14="http://schemas.microsoft.com/office/powerpoint/2010/main" val="2107560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A4C06CC1-FE00-8962-30D4-471C9E474D86}"/>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12">
            <a:extLst>
              <a:ext uri="{FF2B5EF4-FFF2-40B4-BE49-F238E27FC236}">
                <a16:creationId xmlns:a16="http://schemas.microsoft.com/office/drawing/2014/main" id="{BBA80AE4-4ABF-5F13-BD3B-24CB46AD26F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13">
            <a:extLst>
              <a:ext uri="{FF2B5EF4-FFF2-40B4-BE49-F238E27FC236}">
                <a16:creationId xmlns:a16="http://schemas.microsoft.com/office/drawing/2014/main" id="{516512FB-949E-9F38-0950-8E00E652B597}"/>
              </a:ext>
            </a:extLst>
          </p:cNvPr>
          <p:cNvSpPr>
            <a:spLocks noGrp="1" noChangeArrowheads="1"/>
          </p:cNvSpPr>
          <p:nvPr>
            <p:ph type="sldNum" sz="quarter" idx="12"/>
          </p:nvPr>
        </p:nvSpPr>
        <p:spPr>
          <a:ln/>
        </p:spPr>
        <p:txBody>
          <a:bodyPr/>
          <a:lstStyle>
            <a:lvl1pPr>
              <a:defRPr/>
            </a:lvl1pPr>
          </a:lstStyle>
          <a:p>
            <a:fld id="{18594BC7-EB3F-4943-B938-471A211A48A3}" type="slidenum">
              <a:rPr lang="en-US" altLang="en-US"/>
              <a:pPr/>
              <a:t>‹#›</a:t>
            </a:fld>
            <a:endParaRPr lang="en-US" altLang="en-US"/>
          </a:p>
        </p:txBody>
      </p:sp>
    </p:spTree>
    <p:extLst>
      <p:ext uri="{BB962C8B-B14F-4D97-AF65-F5344CB8AC3E}">
        <p14:creationId xmlns:p14="http://schemas.microsoft.com/office/powerpoint/2010/main" val="12615914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8C4CFAAE-5957-DD40-1EA5-DBA3D9B9D737}"/>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ABDF1D9D-C93B-0990-820D-64D5CD015CA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CAFD4F20-22F1-248B-EC9E-99F82A14B1AC}"/>
              </a:ext>
            </a:extLst>
          </p:cNvPr>
          <p:cNvSpPr>
            <a:spLocks noGrp="1" noChangeArrowheads="1"/>
          </p:cNvSpPr>
          <p:nvPr>
            <p:ph type="sldNum" sz="quarter" idx="12"/>
          </p:nvPr>
        </p:nvSpPr>
        <p:spPr>
          <a:ln/>
        </p:spPr>
        <p:txBody>
          <a:bodyPr/>
          <a:lstStyle>
            <a:lvl1pPr>
              <a:defRPr/>
            </a:lvl1pPr>
          </a:lstStyle>
          <a:p>
            <a:fld id="{841B962E-508C-42A4-A56E-F8314C456189}" type="slidenum">
              <a:rPr lang="en-US" altLang="en-US"/>
              <a:pPr/>
              <a:t>‹#›</a:t>
            </a:fld>
            <a:endParaRPr lang="en-US" altLang="en-US"/>
          </a:p>
        </p:txBody>
      </p:sp>
    </p:spTree>
    <p:extLst>
      <p:ext uri="{BB962C8B-B14F-4D97-AF65-F5344CB8AC3E}">
        <p14:creationId xmlns:p14="http://schemas.microsoft.com/office/powerpoint/2010/main" val="1110207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3C17F3BC-DA11-2AE2-D2C9-4CAA6777E129}"/>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FDFC9ED1-6ACE-41F3-1D7F-1C8E80CAAAA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59DC329D-4C23-4B97-F8FC-43BDE87A272B}"/>
              </a:ext>
            </a:extLst>
          </p:cNvPr>
          <p:cNvSpPr>
            <a:spLocks noGrp="1" noChangeArrowheads="1"/>
          </p:cNvSpPr>
          <p:nvPr>
            <p:ph type="sldNum" sz="quarter" idx="12"/>
          </p:nvPr>
        </p:nvSpPr>
        <p:spPr>
          <a:ln/>
        </p:spPr>
        <p:txBody>
          <a:bodyPr/>
          <a:lstStyle>
            <a:lvl1pPr>
              <a:defRPr/>
            </a:lvl1pPr>
          </a:lstStyle>
          <a:p>
            <a:fld id="{EEB92D24-A72A-448E-9CB4-9E6E517D533A}" type="slidenum">
              <a:rPr lang="en-US" altLang="en-US"/>
              <a:pPr/>
              <a:t>‹#›</a:t>
            </a:fld>
            <a:endParaRPr lang="en-US" altLang="en-US"/>
          </a:p>
        </p:txBody>
      </p:sp>
    </p:spTree>
    <p:extLst>
      <p:ext uri="{BB962C8B-B14F-4D97-AF65-F5344CB8AC3E}">
        <p14:creationId xmlns:p14="http://schemas.microsoft.com/office/powerpoint/2010/main" val="23066907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449F0CD6-C08C-A908-96B4-A86E2D4774FF}"/>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A2879B20-E15C-63C0-DAA9-8ABCD30E365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DB573599-2685-9CB5-6824-A7876003A50F}"/>
              </a:ext>
            </a:extLst>
          </p:cNvPr>
          <p:cNvSpPr>
            <a:spLocks noGrp="1" noChangeArrowheads="1"/>
          </p:cNvSpPr>
          <p:nvPr>
            <p:ph type="sldNum" sz="quarter" idx="12"/>
          </p:nvPr>
        </p:nvSpPr>
        <p:spPr>
          <a:ln/>
        </p:spPr>
        <p:txBody>
          <a:bodyPr/>
          <a:lstStyle>
            <a:lvl1pPr>
              <a:defRPr/>
            </a:lvl1pPr>
          </a:lstStyle>
          <a:p>
            <a:fld id="{57EAC72E-2781-4FF8-AE2D-7C5F738E8573}" type="slidenum">
              <a:rPr lang="en-US" altLang="en-US"/>
              <a:pPr/>
              <a:t>‹#›</a:t>
            </a:fld>
            <a:endParaRPr lang="en-US" altLang="en-US"/>
          </a:p>
        </p:txBody>
      </p:sp>
    </p:spTree>
    <p:extLst>
      <p:ext uri="{BB962C8B-B14F-4D97-AF65-F5344CB8AC3E}">
        <p14:creationId xmlns:p14="http://schemas.microsoft.com/office/powerpoint/2010/main" val="15059026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07213" y="152400"/>
            <a:ext cx="2047875" cy="59801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2000" y="152400"/>
            <a:ext cx="5992813" cy="59801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E47270AD-5EAE-BB69-270D-39B18CF8BB4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1EEF199B-7C3A-C484-BCF5-C0E28E061C0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B750255B-7A49-2978-F46D-6F0B5BEE2043}"/>
              </a:ext>
            </a:extLst>
          </p:cNvPr>
          <p:cNvSpPr>
            <a:spLocks noGrp="1" noChangeArrowheads="1"/>
          </p:cNvSpPr>
          <p:nvPr>
            <p:ph type="sldNum" sz="quarter" idx="12"/>
          </p:nvPr>
        </p:nvSpPr>
        <p:spPr>
          <a:ln/>
        </p:spPr>
        <p:txBody>
          <a:bodyPr/>
          <a:lstStyle>
            <a:lvl1pPr>
              <a:defRPr/>
            </a:lvl1pPr>
          </a:lstStyle>
          <a:p>
            <a:fld id="{22C126AD-ECA4-4D6A-99A3-E7AF2AF20D26}" type="slidenum">
              <a:rPr lang="en-US" altLang="en-US"/>
              <a:pPr/>
              <a:t>‹#›</a:t>
            </a:fld>
            <a:endParaRPr lang="en-US" altLang="en-US"/>
          </a:p>
        </p:txBody>
      </p:sp>
    </p:spTree>
    <p:extLst>
      <p:ext uri="{BB962C8B-B14F-4D97-AF65-F5344CB8AC3E}">
        <p14:creationId xmlns:p14="http://schemas.microsoft.com/office/powerpoint/2010/main" val="10688023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50938" y="152400"/>
            <a:ext cx="7793037" cy="1004888"/>
          </a:xfrm>
        </p:spPr>
        <p:txBody>
          <a:bodyPr/>
          <a:lstStyle/>
          <a:p>
            <a:r>
              <a:rPr lang="en-US"/>
              <a:t>Click to edit Master title style</a:t>
            </a:r>
          </a:p>
        </p:txBody>
      </p:sp>
      <p:sp>
        <p:nvSpPr>
          <p:cNvPr id="3" name="Text Placeholder 2"/>
          <p:cNvSpPr>
            <a:spLocks noGrp="1"/>
          </p:cNvSpPr>
          <p:nvPr>
            <p:ph type="body" sz="half" idx="1"/>
          </p:nvPr>
        </p:nvSpPr>
        <p:spPr>
          <a:xfrm>
            <a:off x="762000" y="1676400"/>
            <a:ext cx="4019550" cy="44561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33950" y="1676400"/>
            <a:ext cx="4021138" cy="44561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1">
            <a:extLst>
              <a:ext uri="{FF2B5EF4-FFF2-40B4-BE49-F238E27FC236}">
                <a16:creationId xmlns:a16="http://schemas.microsoft.com/office/drawing/2014/main" id="{FAFC9512-E043-C65A-713D-F3683AD9C25C}"/>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F3AD0D2A-6B06-0CCE-26E2-06108FB8649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05797C69-B5E4-64BC-2DF1-D311D301B94C}"/>
              </a:ext>
            </a:extLst>
          </p:cNvPr>
          <p:cNvSpPr>
            <a:spLocks noGrp="1" noChangeArrowheads="1"/>
          </p:cNvSpPr>
          <p:nvPr>
            <p:ph type="sldNum" sz="quarter" idx="12"/>
          </p:nvPr>
        </p:nvSpPr>
        <p:spPr>
          <a:ln/>
        </p:spPr>
        <p:txBody>
          <a:bodyPr/>
          <a:lstStyle>
            <a:lvl1pPr>
              <a:defRPr/>
            </a:lvl1pPr>
          </a:lstStyle>
          <a:p>
            <a:fld id="{09662B55-4E06-4492-9DFD-91DF4AFA72D9}" type="slidenum">
              <a:rPr lang="en-US" altLang="en-US"/>
              <a:pPr/>
              <a:t>‹#›</a:t>
            </a:fld>
            <a:endParaRPr lang="en-US" altLang="en-US"/>
          </a:p>
        </p:txBody>
      </p:sp>
    </p:spTree>
    <p:extLst>
      <p:ext uri="{BB962C8B-B14F-4D97-AF65-F5344CB8AC3E}">
        <p14:creationId xmlns:p14="http://schemas.microsoft.com/office/powerpoint/2010/main" val="30364043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150938" y="152400"/>
            <a:ext cx="7793037" cy="1004888"/>
          </a:xfrm>
        </p:spPr>
        <p:txBody>
          <a:bodyPr/>
          <a:lstStyle/>
          <a:p>
            <a:r>
              <a:rPr lang="en-US"/>
              <a:t>Click to edit Master title style</a:t>
            </a:r>
          </a:p>
        </p:txBody>
      </p:sp>
      <p:sp>
        <p:nvSpPr>
          <p:cNvPr id="3" name="Table Placeholder 2"/>
          <p:cNvSpPr>
            <a:spLocks noGrp="1"/>
          </p:cNvSpPr>
          <p:nvPr>
            <p:ph type="tbl" idx="1"/>
          </p:nvPr>
        </p:nvSpPr>
        <p:spPr>
          <a:xfrm>
            <a:off x="762000" y="1676400"/>
            <a:ext cx="8193088" cy="4456113"/>
          </a:xfrm>
        </p:spPr>
        <p:txBody>
          <a:bodyPr/>
          <a:lstStyle/>
          <a:p>
            <a:pPr lvl="0"/>
            <a:endParaRPr lang="en-US" noProof="0"/>
          </a:p>
        </p:txBody>
      </p:sp>
      <p:sp>
        <p:nvSpPr>
          <p:cNvPr id="4" name="Rectangle 11">
            <a:extLst>
              <a:ext uri="{FF2B5EF4-FFF2-40B4-BE49-F238E27FC236}">
                <a16:creationId xmlns:a16="http://schemas.microsoft.com/office/drawing/2014/main" id="{722448E1-20EF-033F-50D8-4A0B9D830644}"/>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A13F9D91-CD02-3E57-CCAC-95BDC740446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7C05F54A-EEF5-1861-20B5-259D8398BC1D}"/>
              </a:ext>
            </a:extLst>
          </p:cNvPr>
          <p:cNvSpPr>
            <a:spLocks noGrp="1" noChangeArrowheads="1"/>
          </p:cNvSpPr>
          <p:nvPr>
            <p:ph type="sldNum" sz="quarter" idx="12"/>
          </p:nvPr>
        </p:nvSpPr>
        <p:spPr>
          <a:ln/>
        </p:spPr>
        <p:txBody>
          <a:bodyPr/>
          <a:lstStyle>
            <a:lvl1pPr>
              <a:defRPr/>
            </a:lvl1pPr>
          </a:lstStyle>
          <a:p>
            <a:fld id="{124DBBF0-2049-4701-9E57-F3BA6BBB0BF4}" type="slidenum">
              <a:rPr lang="en-US" altLang="en-US"/>
              <a:pPr/>
              <a:t>‹#›</a:t>
            </a:fld>
            <a:endParaRPr lang="en-US" altLang="en-US"/>
          </a:p>
        </p:txBody>
      </p:sp>
    </p:spTree>
    <p:extLst>
      <p:ext uri="{BB962C8B-B14F-4D97-AF65-F5344CB8AC3E}">
        <p14:creationId xmlns:p14="http://schemas.microsoft.com/office/powerpoint/2010/main" val="9958615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D81BA3C7-9F04-8130-7A51-6AC9A87A0C44}"/>
              </a:ext>
            </a:extLst>
          </p:cNvPr>
          <p:cNvSpPr>
            <a:spLocks noChangeArrowheads="1"/>
          </p:cNvSpPr>
          <p:nvPr/>
        </p:nvSpPr>
        <p:spPr bwMode="ltGray">
          <a:xfrm>
            <a:off x="417513" y="565150"/>
            <a:ext cx="438150" cy="474663"/>
          </a:xfrm>
          <a:prstGeom prst="rect">
            <a:avLst/>
          </a:prstGeom>
          <a:solidFill>
            <a:schemeClr val="accent2"/>
          </a:solidFill>
          <a:ln w="9525">
            <a:noFill/>
            <a:miter lim="800000"/>
            <a:headEnd/>
            <a:tailEnd/>
          </a:ln>
          <a:effectLst/>
        </p:spPr>
        <p:txBody>
          <a:bodyPr wrap="none" anchor="ctr"/>
          <a:lstStyle/>
          <a:p>
            <a:pPr eaLnBrk="1" hangingPunct="1">
              <a:defRPr/>
            </a:pPr>
            <a:endParaRPr kumimoji="1" lang="en-US" sz="2400" b="0"/>
          </a:p>
        </p:txBody>
      </p:sp>
      <p:sp>
        <p:nvSpPr>
          <p:cNvPr id="70659" name="Rectangle 3">
            <a:extLst>
              <a:ext uri="{FF2B5EF4-FFF2-40B4-BE49-F238E27FC236}">
                <a16:creationId xmlns:a16="http://schemas.microsoft.com/office/drawing/2014/main" id="{A7461AB5-E917-B3E9-34B3-B3530EBD69C7}"/>
              </a:ext>
            </a:extLst>
          </p:cNvPr>
          <p:cNvSpPr>
            <a:spLocks noChangeArrowheads="1"/>
          </p:cNvSpPr>
          <p:nvPr/>
        </p:nvSpPr>
        <p:spPr bwMode="ltGray">
          <a:xfrm>
            <a:off x="800100" y="5651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eaLnBrk="1" hangingPunct="1">
              <a:defRPr/>
            </a:pPr>
            <a:endParaRPr kumimoji="1" lang="en-US" sz="2400" b="0"/>
          </a:p>
        </p:txBody>
      </p:sp>
      <p:sp>
        <p:nvSpPr>
          <p:cNvPr id="70660" name="Rectangle 4">
            <a:extLst>
              <a:ext uri="{FF2B5EF4-FFF2-40B4-BE49-F238E27FC236}">
                <a16:creationId xmlns:a16="http://schemas.microsoft.com/office/drawing/2014/main" id="{F8AAC6B0-8E7C-E07F-2AB7-EE1252F48113}"/>
              </a:ext>
            </a:extLst>
          </p:cNvPr>
          <p:cNvSpPr>
            <a:spLocks noChangeArrowheads="1"/>
          </p:cNvSpPr>
          <p:nvPr/>
        </p:nvSpPr>
        <p:spPr bwMode="ltGray">
          <a:xfrm>
            <a:off x="541338" y="987425"/>
            <a:ext cx="422275" cy="474663"/>
          </a:xfrm>
          <a:prstGeom prst="rect">
            <a:avLst/>
          </a:prstGeom>
          <a:solidFill>
            <a:schemeClr val="folHlink"/>
          </a:solidFill>
          <a:ln w="9525">
            <a:noFill/>
            <a:miter lim="800000"/>
            <a:headEnd/>
            <a:tailEnd/>
          </a:ln>
          <a:effectLst/>
        </p:spPr>
        <p:txBody>
          <a:bodyPr wrap="none" anchor="ctr"/>
          <a:lstStyle/>
          <a:p>
            <a:pPr eaLnBrk="1" hangingPunct="1">
              <a:defRPr/>
            </a:pPr>
            <a:endParaRPr kumimoji="1" lang="en-US" sz="2400" b="0"/>
          </a:p>
        </p:txBody>
      </p:sp>
      <p:sp>
        <p:nvSpPr>
          <p:cNvPr id="70661" name="Rectangle 5">
            <a:extLst>
              <a:ext uri="{FF2B5EF4-FFF2-40B4-BE49-F238E27FC236}">
                <a16:creationId xmlns:a16="http://schemas.microsoft.com/office/drawing/2014/main" id="{FDA4EC68-BF10-A008-3F30-9BD87878EFD1}"/>
              </a:ext>
            </a:extLst>
          </p:cNvPr>
          <p:cNvSpPr>
            <a:spLocks noChangeArrowheads="1"/>
          </p:cNvSpPr>
          <p:nvPr/>
        </p:nvSpPr>
        <p:spPr bwMode="ltGray">
          <a:xfrm>
            <a:off x="911225" y="9874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eaLnBrk="1" hangingPunct="1">
              <a:defRPr/>
            </a:pPr>
            <a:endParaRPr kumimoji="1" lang="en-US" sz="2400" b="0"/>
          </a:p>
        </p:txBody>
      </p:sp>
      <p:sp>
        <p:nvSpPr>
          <p:cNvPr id="70662" name="Rectangle 6">
            <a:extLst>
              <a:ext uri="{FF2B5EF4-FFF2-40B4-BE49-F238E27FC236}">
                <a16:creationId xmlns:a16="http://schemas.microsoft.com/office/drawing/2014/main" id="{97EA88D1-D7A5-05DB-93CF-AAE374CCB0FA}"/>
              </a:ext>
            </a:extLst>
          </p:cNvPr>
          <p:cNvSpPr>
            <a:spLocks noChangeArrowheads="1"/>
          </p:cNvSpPr>
          <p:nvPr/>
        </p:nvSpPr>
        <p:spPr bwMode="ltGray">
          <a:xfrm>
            <a:off x="127000" y="9144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eaLnBrk="1" hangingPunct="1">
              <a:defRPr/>
            </a:pPr>
            <a:endParaRPr kumimoji="1" lang="en-US" sz="2400" b="0"/>
          </a:p>
        </p:txBody>
      </p:sp>
      <p:sp>
        <p:nvSpPr>
          <p:cNvPr id="70663" name="Rectangle 7">
            <a:extLst>
              <a:ext uri="{FF2B5EF4-FFF2-40B4-BE49-F238E27FC236}">
                <a16:creationId xmlns:a16="http://schemas.microsoft.com/office/drawing/2014/main" id="{940452FA-5F94-70DC-823D-320188A3230C}"/>
              </a:ext>
            </a:extLst>
          </p:cNvPr>
          <p:cNvSpPr>
            <a:spLocks noChangeArrowheads="1"/>
          </p:cNvSpPr>
          <p:nvPr/>
        </p:nvSpPr>
        <p:spPr bwMode="gray">
          <a:xfrm>
            <a:off x="762000" y="457200"/>
            <a:ext cx="31750" cy="1052513"/>
          </a:xfrm>
          <a:prstGeom prst="rect">
            <a:avLst/>
          </a:prstGeom>
          <a:solidFill>
            <a:schemeClr val="bg2"/>
          </a:solidFill>
          <a:ln w="9525">
            <a:noFill/>
            <a:miter lim="800000"/>
            <a:headEnd/>
            <a:tailEnd/>
          </a:ln>
          <a:effectLst/>
        </p:spPr>
        <p:txBody>
          <a:bodyPr wrap="none" anchor="ctr"/>
          <a:lstStyle/>
          <a:p>
            <a:pPr eaLnBrk="1" hangingPunct="1">
              <a:defRPr/>
            </a:pPr>
            <a:endParaRPr kumimoji="1" lang="en-US" sz="2400" b="0"/>
          </a:p>
        </p:txBody>
      </p:sp>
      <p:sp>
        <p:nvSpPr>
          <p:cNvPr id="70664" name="Rectangle 8">
            <a:extLst>
              <a:ext uri="{FF2B5EF4-FFF2-40B4-BE49-F238E27FC236}">
                <a16:creationId xmlns:a16="http://schemas.microsoft.com/office/drawing/2014/main" id="{6BAFCEFE-9499-5110-0729-B45708FE9113}"/>
              </a:ext>
            </a:extLst>
          </p:cNvPr>
          <p:cNvSpPr>
            <a:spLocks noChangeArrowheads="1"/>
          </p:cNvSpPr>
          <p:nvPr/>
        </p:nvSpPr>
        <p:spPr bwMode="gray">
          <a:xfrm>
            <a:off x="442913" y="1247775"/>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eaLnBrk="1" hangingPunct="1">
              <a:defRPr/>
            </a:pPr>
            <a:endParaRPr kumimoji="1" lang="en-US" sz="2400" b="0"/>
          </a:p>
        </p:txBody>
      </p:sp>
      <p:sp>
        <p:nvSpPr>
          <p:cNvPr id="3081" name="Rectangle 9">
            <a:extLst>
              <a:ext uri="{FF2B5EF4-FFF2-40B4-BE49-F238E27FC236}">
                <a16:creationId xmlns:a16="http://schemas.microsoft.com/office/drawing/2014/main" id="{2A48208D-B4E6-60BD-5462-D29FED673953}"/>
              </a:ext>
            </a:extLst>
          </p:cNvPr>
          <p:cNvSpPr>
            <a:spLocks noGrp="1" noChangeArrowheads="1"/>
          </p:cNvSpPr>
          <p:nvPr>
            <p:ph type="title"/>
          </p:nvPr>
        </p:nvSpPr>
        <p:spPr bwMode="auto">
          <a:xfrm>
            <a:off x="1150938" y="152400"/>
            <a:ext cx="7793037"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3082" name="Rectangle 10">
            <a:extLst>
              <a:ext uri="{FF2B5EF4-FFF2-40B4-BE49-F238E27FC236}">
                <a16:creationId xmlns:a16="http://schemas.microsoft.com/office/drawing/2014/main" id="{27E36266-BA65-A835-C0FC-59DFF7F449CA}"/>
              </a:ext>
            </a:extLst>
          </p:cNvPr>
          <p:cNvSpPr>
            <a:spLocks noGrp="1" noChangeArrowheads="1"/>
          </p:cNvSpPr>
          <p:nvPr>
            <p:ph type="body" idx="1"/>
          </p:nvPr>
        </p:nvSpPr>
        <p:spPr bwMode="auto">
          <a:xfrm>
            <a:off x="762000" y="1676400"/>
            <a:ext cx="8193088" cy="445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70667" name="Rectangle 11">
            <a:extLst>
              <a:ext uri="{FF2B5EF4-FFF2-40B4-BE49-F238E27FC236}">
                <a16:creationId xmlns:a16="http://schemas.microsoft.com/office/drawing/2014/main" id="{1D4FCA98-61DA-3F30-7C30-4FFB70285817}"/>
              </a:ext>
            </a:extLst>
          </p:cNvPr>
          <p:cNvSpPr>
            <a:spLocks noGrp="1" noChangeArrowheads="1"/>
          </p:cNvSpPr>
          <p:nvPr>
            <p:ph type="dt" sz="half" idx="2"/>
          </p:nvPr>
        </p:nvSpPr>
        <p:spPr bwMode="auto">
          <a:xfrm>
            <a:off x="1162050" y="6243638"/>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400" b="0" smtClean="0"/>
            </a:lvl1pPr>
          </a:lstStyle>
          <a:p>
            <a:pPr>
              <a:defRPr/>
            </a:pPr>
            <a:endParaRPr lang="en-US"/>
          </a:p>
        </p:txBody>
      </p:sp>
      <p:sp>
        <p:nvSpPr>
          <p:cNvPr id="70668" name="Rectangle 12">
            <a:extLst>
              <a:ext uri="{FF2B5EF4-FFF2-40B4-BE49-F238E27FC236}">
                <a16:creationId xmlns:a16="http://schemas.microsoft.com/office/drawing/2014/main" id="{CF5F238B-03DA-71AD-C903-C7B846D76AF7}"/>
              </a:ext>
            </a:extLst>
          </p:cNvPr>
          <p:cNvSpPr>
            <a:spLocks noGrp="1" noChangeArrowheads="1"/>
          </p:cNvSpPr>
          <p:nvPr>
            <p:ph type="ftr" sz="quarter" idx="3"/>
          </p:nvPr>
        </p:nvSpPr>
        <p:spPr bwMode="auto">
          <a:xfrm>
            <a:off x="3657600" y="6243638"/>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400" b="0" smtClean="0"/>
            </a:lvl1pPr>
          </a:lstStyle>
          <a:p>
            <a:pPr>
              <a:defRPr/>
            </a:pPr>
            <a:endParaRPr lang="en-US"/>
          </a:p>
        </p:txBody>
      </p:sp>
      <p:sp>
        <p:nvSpPr>
          <p:cNvPr id="70669" name="Rectangle 13">
            <a:extLst>
              <a:ext uri="{FF2B5EF4-FFF2-40B4-BE49-F238E27FC236}">
                <a16:creationId xmlns:a16="http://schemas.microsoft.com/office/drawing/2014/main" id="{E7681495-1DB7-10D3-05AC-A24F421C70BE}"/>
              </a:ext>
            </a:extLst>
          </p:cNvPr>
          <p:cNvSpPr>
            <a:spLocks noGrp="1" noChangeArrowheads="1"/>
          </p:cNvSpPr>
          <p:nvPr>
            <p:ph type="sldNum" sz="quarter" idx="4"/>
          </p:nvPr>
        </p:nvSpPr>
        <p:spPr bwMode="auto">
          <a:xfrm>
            <a:off x="7042150" y="6243638"/>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400" b="0"/>
            </a:lvl1pPr>
          </a:lstStyle>
          <a:p>
            <a:fld id="{06276A6B-CBC5-4DBA-91F1-DC39A2A5CF2E}"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712"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Lst>
  <p:hf hdr="0" ftr="0" dt="0"/>
  <p:txStyles>
    <p:titleStyle>
      <a:lvl1pPr algn="l" rtl="0" eaLnBrk="0" fontAlgn="base" hangingPunct="0">
        <a:spcBef>
          <a:spcPct val="0"/>
        </a:spcBef>
        <a:spcAft>
          <a:spcPct val="0"/>
        </a:spcAft>
        <a:defRPr sz="3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Tahoma" pitchFamily="34" charset="0"/>
        </a:defRPr>
      </a:lvl2pPr>
      <a:lvl3pPr algn="l" rtl="0" eaLnBrk="0" fontAlgn="base" hangingPunct="0">
        <a:spcBef>
          <a:spcPct val="0"/>
        </a:spcBef>
        <a:spcAft>
          <a:spcPct val="0"/>
        </a:spcAft>
        <a:defRPr sz="3200">
          <a:solidFill>
            <a:schemeClr val="tx2"/>
          </a:solidFill>
          <a:latin typeface="Tahoma" pitchFamily="34" charset="0"/>
        </a:defRPr>
      </a:lvl3pPr>
      <a:lvl4pPr algn="l" rtl="0" eaLnBrk="0" fontAlgn="base" hangingPunct="0">
        <a:spcBef>
          <a:spcPct val="0"/>
        </a:spcBef>
        <a:spcAft>
          <a:spcPct val="0"/>
        </a:spcAft>
        <a:defRPr sz="3200">
          <a:solidFill>
            <a:schemeClr val="tx2"/>
          </a:solidFill>
          <a:latin typeface="Tahoma" pitchFamily="34" charset="0"/>
        </a:defRPr>
      </a:lvl4pPr>
      <a:lvl5pPr algn="l" rtl="0" eaLnBrk="0" fontAlgn="base" hangingPunct="0">
        <a:spcBef>
          <a:spcPct val="0"/>
        </a:spcBef>
        <a:spcAft>
          <a:spcPct val="0"/>
        </a:spcAft>
        <a:defRPr sz="3200">
          <a:solidFill>
            <a:schemeClr val="tx2"/>
          </a:solidFill>
          <a:latin typeface="Tahoma" pitchFamily="34" charset="0"/>
        </a:defRPr>
      </a:lvl5pPr>
      <a:lvl6pPr marL="457200" algn="l" rtl="0" fontAlgn="base">
        <a:spcBef>
          <a:spcPct val="0"/>
        </a:spcBef>
        <a:spcAft>
          <a:spcPct val="0"/>
        </a:spcAft>
        <a:defRPr sz="3200">
          <a:solidFill>
            <a:schemeClr val="tx2"/>
          </a:solidFill>
          <a:latin typeface="Tahoma" pitchFamily="34" charset="0"/>
        </a:defRPr>
      </a:lvl6pPr>
      <a:lvl7pPr marL="914400" algn="l" rtl="0" fontAlgn="base">
        <a:spcBef>
          <a:spcPct val="0"/>
        </a:spcBef>
        <a:spcAft>
          <a:spcPct val="0"/>
        </a:spcAft>
        <a:defRPr sz="3200">
          <a:solidFill>
            <a:schemeClr val="tx2"/>
          </a:solidFill>
          <a:latin typeface="Tahoma" pitchFamily="34" charset="0"/>
        </a:defRPr>
      </a:lvl7pPr>
      <a:lvl8pPr marL="1371600" algn="l" rtl="0" fontAlgn="base">
        <a:spcBef>
          <a:spcPct val="0"/>
        </a:spcBef>
        <a:spcAft>
          <a:spcPct val="0"/>
        </a:spcAft>
        <a:defRPr sz="3200">
          <a:solidFill>
            <a:schemeClr val="tx2"/>
          </a:solidFill>
          <a:latin typeface="Tahoma" pitchFamily="34" charset="0"/>
        </a:defRPr>
      </a:lvl8pPr>
      <a:lvl9pPr marL="1828800" algn="l" rtl="0" fontAlgn="base">
        <a:spcBef>
          <a:spcPct val="0"/>
        </a:spcBef>
        <a:spcAft>
          <a:spcPct val="0"/>
        </a:spcAft>
        <a:defRPr sz="3200">
          <a:solidFill>
            <a:schemeClr val="tx2"/>
          </a:solidFill>
          <a:latin typeface="Tahoma"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5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70.xml"/><Relationship Id="rId1" Type="http://schemas.openxmlformats.org/officeDocument/2006/relationships/slideLayout" Target="../slideLayouts/slideLayout2.xml"/><Relationship Id="rId4" Type="http://schemas.openxmlformats.org/officeDocument/2006/relationships/image" Target="../media/image32.emf"/></Relationships>
</file>

<file path=ppt/slides/_rels/slide7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77.xml"/><Relationship Id="rId1" Type="http://schemas.openxmlformats.org/officeDocument/2006/relationships/slideLayout" Target="../slideLayouts/slideLayout2.xml"/><Relationship Id="rId4" Type="http://schemas.openxmlformats.org/officeDocument/2006/relationships/image" Target="../media/image39.emf"/></Relationships>
</file>

<file path=ppt/slides/_rels/slide8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86.xml"/><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6">
            <a:extLst>
              <a:ext uri="{FF2B5EF4-FFF2-40B4-BE49-F238E27FC236}">
                <a16:creationId xmlns:a16="http://schemas.microsoft.com/office/drawing/2014/main" id="{8828CEEA-648C-0BB9-177D-57C211A3303D}"/>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340F7E8E-39C2-4596-A118-FA1249DC39F0}" type="slidenum">
              <a:rPr lang="en-US" altLang="en-US" b="0">
                <a:solidFill>
                  <a:schemeClr val="bg2"/>
                </a:solidFill>
              </a:rPr>
              <a:pPr/>
              <a:t>1</a:t>
            </a:fld>
            <a:endParaRPr lang="en-US" altLang="en-US" b="0">
              <a:solidFill>
                <a:schemeClr val="bg2"/>
              </a:solidFill>
            </a:endParaRPr>
          </a:p>
        </p:txBody>
      </p:sp>
      <p:sp>
        <p:nvSpPr>
          <p:cNvPr id="5123" name="Rectangle 6">
            <a:extLst>
              <a:ext uri="{FF2B5EF4-FFF2-40B4-BE49-F238E27FC236}">
                <a16:creationId xmlns:a16="http://schemas.microsoft.com/office/drawing/2014/main" id="{0FC0172B-354A-5C14-9A6B-009E1FE738CB}"/>
              </a:ext>
            </a:extLst>
          </p:cNvPr>
          <p:cNvSpPr>
            <a:spLocks noChangeArrowheads="1"/>
          </p:cNvSpPr>
          <p:nvPr/>
        </p:nvSpPr>
        <p:spPr bwMode="auto">
          <a:xfrm>
            <a:off x="76200" y="1905000"/>
            <a:ext cx="9067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pPr eaLnBrk="1" hangingPunct="1"/>
            <a:r>
              <a:rPr lang="en-US" altLang="en-US" sz="2400">
                <a:solidFill>
                  <a:schemeClr val="tx2"/>
                </a:solidFill>
              </a:rPr>
              <a:t>QUẢN LÝ DỰ ÁN CÔNG NGHỆ THÔNG TIN </a:t>
            </a:r>
          </a:p>
        </p:txBody>
      </p:sp>
      <p:sp>
        <p:nvSpPr>
          <p:cNvPr id="5124" name="Rectangle 9">
            <a:extLst>
              <a:ext uri="{FF2B5EF4-FFF2-40B4-BE49-F238E27FC236}">
                <a16:creationId xmlns:a16="http://schemas.microsoft.com/office/drawing/2014/main" id="{7BA4017C-0759-E0E5-0674-40B0589F9886}"/>
              </a:ext>
            </a:extLst>
          </p:cNvPr>
          <p:cNvSpPr>
            <a:spLocks noGrp="1" noChangeArrowheads="1"/>
          </p:cNvSpPr>
          <p:nvPr>
            <p:ph type="ctrTitle"/>
          </p:nvPr>
        </p:nvSpPr>
        <p:spPr>
          <a:xfrm>
            <a:off x="152400" y="3810000"/>
            <a:ext cx="8763000" cy="533400"/>
          </a:xfrm>
          <a:noFill/>
        </p:spPr>
        <p:txBody>
          <a:bodyPr/>
          <a:lstStyle/>
          <a:p>
            <a:pPr algn="ctr" eaLnBrk="1" hangingPunct="1"/>
            <a:r>
              <a:rPr lang="en-US" altLang="en-US" sz="2800" b="1">
                <a:solidFill>
                  <a:srgbClr val="003366"/>
                </a:solidFill>
              </a:rPr>
              <a:t>CH</a:t>
            </a:r>
            <a:r>
              <a:rPr lang="vi-VN" altLang="en-US" sz="2800" b="1">
                <a:solidFill>
                  <a:srgbClr val="003366"/>
                </a:solidFill>
              </a:rPr>
              <a:t>ƯƠ</a:t>
            </a:r>
            <a:r>
              <a:rPr lang="en-US" altLang="en-US" sz="2800" b="1">
                <a:solidFill>
                  <a:srgbClr val="003366"/>
                </a:solidFill>
              </a:rPr>
              <a:t>NG 3</a:t>
            </a:r>
          </a:p>
        </p:txBody>
      </p:sp>
      <p:sp>
        <p:nvSpPr>
          <p:cNvPr id="5125" name="Rectangle 10">
            <a:extLst>
              <a:ext uri="{FF2B5EF4-FFF2-40B4-BE49-F238E27FC236}">
                <a16:creationId xmlns:a16="http://schemas.microsoft.com/office/drawing/2014/main" id="{24594F5C-DAAD-A1D9-974F-4D907B86E13D}"/>
              </a:ext>
            </a:extLst>
          </p:cNvPr>
          <p:cNvSpPr>
            <a:spLocks noChangeArrowheads="1"/>
          </p:cNvSpPr>
          <p:nvPr/>
        </p:nvSpPr>
        <p:spPr bwMode="auto">
          <a:xfrm>
            <a:off x="76200" y="4953000"/>
            <a:ext cx="90678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pPr eaLnBrk="1" hangingPunct="1"/>
            <a:r>
              <a:rPr lang="en-US" altLang="en-US" sz="4000">
                <a:solidFill>
                  <a:srgbClr val="003366"/>
                </a:solidFill>
              </a:rPr>
              <a:t>QUẢN LÝ THỜI GIAN </a:t>
            </a:r>
            <a:br>
              <a:rPr lang="en-US" altLang="en-US" sz="4000">
                <a:solidFill>
                  <a:srgbClr val="003366"/>
                </a:solidFill>
              </a:rPr>
            </a:br>
            <a:r>
              <a:rPr lang="en-US" altLang="en-US" sz="3200">
                <a:solidFill>
                  <a:srgbClr val="003366"/>
                </a:solidFill>
              </a:rPr>
              <a:t>(PROJECT TIME MANAGEMENT)</a:t>
            </a:r>
          </a:p>
        </p:txBody>
      </p:sp>
      <p:pic>
        <p:nvPicPr>
          <p:cNvPr id="5126" name="Picture 12">
            <a:extLst>
              <a:ext uri="{FF2B5EF4-FFF2-40B4-BE49-F238E27FC236}">
                <a16:creationId xmlns:a16="http://schemas.microsoft.com/office/drawing/2014/main" id="{26D9C475-174F-4AD9-7D04-9E81DE64F2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7800" y="0"/>
            <a:ext cx="3886200" cy="190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5">
            <a:extLst>
              <a:ext uri="{FF2B5EF4-FFF2-40B4-BE49-F238E27FC236}">
                <a16:creationId xmlns:a16="http://schemas.microsoft.com/office/drawing/2014/main" id="{7A1CF44E-F215-51EA-E52A-F503EB5938F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D35E002A-43A6-4A3D-90E5-B95B8611CC52}" type="slidenum">
              <a:rPr lang="en-US" altLang="en-US" b="0"/>
              <a:pPr/>
              <a:t>2</a:t>
            </a:fld>
            <a:endParaRPr lang="en-US" altLang="en-US" b="0"/>
          </a:p>
        </p:txBody>
      </p:sp>
      <p:sp>
        <p:nvSpPr>
          <p:cNvPr id="6147" name="Rectangle 2">
            <a:extLst>
              <a:ext uri="{FF2B5EF4-FFF2-40B4-BE49-F238E27FC236}">
                <a16:creationId xmlns:a16="http://schemas.microsoft.com/office/drawing/2014/main" id="{8ECF4E78-8B1D-00D9-B316-535D02A53DF2}"/>
              </a:ext>
            </a:extLst>
          </p:cNvPr>
          <p:cNvSpPr>
            <a:spLocks noGrp="1" noChangeArrowheads="1"/>
          </p:cNvSpPr>
          <p:nvPr>
            <p:ph type="title"/>
          </p:nvPr>
        </p:nvSpPr>
        <p:spPr/>
        <p:txBody>
          <a:bodyPr/>
          <a:lstStyle/>
          <a:p>
            <a:pPr eaLnBrk="1" hangingPunct="1"/>
            <a:r>
              <a:rPr lang="en-US" altLang="en-US" b="1"/>
              <a:t>MỤC ĐÍCH</a:t>
            </a:r>
          </a:p>
        </p:txBody>
      </p:sp>
      <p:sp>
        <p:nvSpPr>
          <p:cNvPr id="6148" name="Rectangle 5">
            <a:extLst>
              <a:ext uri="{FF2B5EF4-FFF2-40B4-BE49-F238E27FC236}">
                <a16:creationId xmlns:a16="http://schemas.microsoft.com/office/drawing/2014/main" id="{2E47EDC7-F0EB-198D-1B30-1AE1EEEF8F2D}"/>
              </a:ext>
            </a:extLst>
          </p:cNvPr>
          <p:cNvSpPr>
            <a:spLocks noGrp="1" noChangeArrowheads="1"/>
          </p:cNvSpPr>
          <p:nvPr>
            <p:ph type="body" idx="1"/>
          </p:nvPr>
        </p:nvSpPr>
        <p:spPr>
          <a:xfrm>
            <a:off x="762000" y="1563688"/>
            <a:ext cx="8229600" cy="4837112"/>
          </a:xfrm>
          <a:noFill/>
        </p:spPr>
        <p:txBody>
          <a:bodyPr/>
          <a:lstStyle/>
          <a:p>
            <a:pPr marL="533400" indent="-533400" eaLnBrk="1" hangingPunct="1"/>
            <a:r>
              <a:rPr lang="en-US" altLang="en-US" sz="2800"/>
              <a:t>Hiểu được tầm quan trọng của việc quản lý thời gian dự án</a:t>
            </a:r>
          </a:p>
          <a:p>
            <a:pPr marL="533400" indent="-533400" eaLnBrk="1" hangingPunct="1"/>
            <a:r>
              <a:rPr lang="en-US" altLang="en-US" sz="2800"/>
              <a:t>Hiểu được các qui trình quản lý thời gian.</a:t>
            </a:r>
          </a:p>
          <a:p>
            <a:pPr marL="533400" indent="-533400" eaLnBrk="1" hangingPunct="1"/>
            <a:r>
              <a:rPr lang="en-US" altLang="en-US" sz="2800"/>
              <a:t>Hiểu được các Phương pháp dùng để quản lý thời gian: </a:t>
            </a:r>
          </a:p>
          <a:p>
            <a:pPr marL="914400" lvl="1" indent="-457200" eaLnBrk="1" hangingPunct="1"/>
            <a:r>
              <a:rPr lang="en-US" altLang="en-US" sz="2400"/>
              <a:t>CPM (Critical Path Method), </a:t>
            </a:r>
          </a:p>
          <a:p>
            <a:pPr marL="914400" lvl="1" indent="-457200" eaLnBrk="1" hangingPunct="1"/>
            <a:r>
              <a:rPr lang="en-US" altLang="en-US" sz="2400"/>
              <a:t>PERT (Program Evaluation and Review Technique).</a:t>
            </a:r>
          </a:p>
          <a:p>
            <a:pPr marL="533400" indent="-533400" eaLnBrk="1" hangingPunct="1"/>
            <a:endParaRPr lang="en-US" altLang="en-US" sz="2400"/>
          </a:p>
          <a:p>
            <a:pPr marL="533400" indent="-533400" eaLnBrk="1" hangingPunct="1"/>
            <a:endParaRPr lang="en-US" altLang="en-US" sz="2400"/>
          </a:p>
          <a:p>
            <a:pPr marL="533400" indent="-533400" eaLnBrk="1" hangingPunct="1"/>
            <a:endParaRPr lang="en-US" altLang="en-US" sz="2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5">
            <a:extLst>
              <a:ext uri="{FF2B5EF4-FFF2-40B4-BE49-F238E27FC236}">
                <a16:creationId xmlns:a16="http://schemas.microsoft.com/office/drawing/2014/main" id="{D104F555-BC9B-3AB3-B710-C1828619300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DA6DFF87-6133-4155-973A-3F9A9F25DAF9}" type="slidenum">
              <a:rPr lang="en-US" altLang="en-US" b="0"/>
              <a:pPr/>
              <a:t>3</a:t>
            </a:fld>
            <a:endParaRPr lang="en-US" altLang="en-US" b="0"/>
          </a:p>
        </p:txBody>
      </p:sp>
      <p:sp>
        <p:nvSpPr>
          <p:cNvPr id="7171" name="Rectangle 2">
            <a:extLst>
              <a:ext uri="{FF2B5EF4-FFF2-40B4-BE49-F238E27FC236}">
                <a16:creationId xmlns:a16="http://schemas.microsoft.com/office/drawing/2014/main" id="{850D5126-D8A8-51A0-44FD-A9D45FFAF9CC}"/>
              </a:ext>
            </a:extLst>
          </p:cNvPr>
          <p:cNvSpPr>
            <a:spLocks noGrp="1" noChangeArrowheads="1"/>
          </p:cNvSpPr>
          <p:nvPr>
            <p:ph type="title"/>
          </p:nvPr>
        </p:nvSpPr>
        <p:spPr/>
        <p:txBody>
          <a:bodyPr/>
          <a:lstStyle/>
          <a:p>
            <a:pPr eaLnBrk="1" hangingPunct="1"/>
            <a:r>
              <a:rPr lang="en-US" altLang="en-US" b="1"/>
              <a:t>GIỚI THIỆU CHUNG</a:t>
            </a:r>
          </a:p>
        </p:txBody>
      </p:sp>
      <p:sp>
        <p:nvSpPr>
          <p:cNvPr id="7172" name="Rectangle 3">
            <a:extLst>
              <a:ext uri="{FF2B5EF4-FFF2-40B4-BE49-F238E27FC236}">
                <a16:creationId xmlns:a16="http://schemas.microsoft.com/office/drawing/2014/main" id="{559C2D6E-F6FA-A772-7687-D16FC225CE66}"/>
              </a:ext>
            </a:extLst>
          </p:cNvPr>
          <p:cNvSpPr>
            <a:spLocks noGrp="1" noChangeArrowheads="1"/>
          </p:cNvSpPr>
          <p:nvPr>
            <p:ph type="body" idx="1"/>
          </p:nvPr>
        </p:nvSpPr>
        <p:spPr>
          <a:xfrm>
            <a:off x="609600" y="1295400"/>
            <a:ext cx="8382000" cy="5029200"/>
          </a:xfrm>
        </p:spPr>
        <p:txBody>
          <a:bodyPr/>
          <a:lstStyle/>
          <a:p>
            <a:pPr marL="533400" indent="-533400" eaLnBrk="1" hangingPunct="1">
              <a:buSzTx/>
              <a:buFont typeface="Wingdings" panose="05000000000000000000" pitchFamily="2" charset="2"/>
              <a:buAutoNum type="arabicPeriod"/>
            </a:pPr>
            <a:endParaRPr lang="en-US" altLang="en-US" sz="2800"/>
          </a:p>
          <a:p>
            <a:pPr marL="533400" indent="-533400" eaLnBrk="1" hangingPunct="1"/>
            <a:r>
              <a:rPr lang="en-US" altLang="en-US" b="1">
                <a:solidFill>
                  <a:srgbClr val="FF0066"/>
                </a:solidFill>
              </a:rPr>
              <a:t>Tầm quan trọng của việc QL thời gian</a:t>
            </a:r>
            <a:r>
              <a:rPr lang="en-US" altLang="en-US"/>
              <a:t> </a:t>
            </a:r>
          </a:p>
          <a:p>
            <a:pPr marL="914400" lvl="1" indent="-457200" eaLnBrk="1" hangingPunct="1"/>
            <a:r>
              <a:rPr lang="en-US" altLang="en-US"/>
              <a:t>Kết thúc dự án đúng hạn là một trong những thách thức lớn nhất</a:t>
            </a:r>
          </a:p>
          <a:p>
            <a:pPr marL="914400" lvl="1" indent="-457200" eaLnBrk="1" hangingPunct="1"/>
            <a:r>
              <a:rPr lang="en-US" altLang="en-US"/>
              <a:t>Thời gian có độ linh hoạt bé nhất; nó trôi qua bất kể điều gì xảy ra</a:t>
            </a:r>
          </a:p>
          <a:p>
            <a:pPr marL="914400" lvl="1" indent="-457200" eaLnBrk="1" hangingPunct="1"/>
            <a:r>
              <a:rPr lang="en-US" altLang="en-US"/>
              <a:t>Các vấn đề lịch biểu là lý do chính dẫn đến xung đột trong dự án, đặc biệt là trong nửa sau của dự án</a:t>
            </a:r>
          </a:p>
          <a:p>
            <a:pPr marL="914400" lvl="1" indent="-457200" eaLnBrk="1" hangingPunct="1"/>
            <a:endParaRPr lang="en-US" altLang="en-US"/>
          </a:p>
          <a:p>
            <a:pPr marL="914400" lvl="1" indent="-457200" eaLnBrk="1" hangingPunct="1"/>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a:extLst>
              <a:ext uri="{FF2B5EF4-FFF2-40B4-BE49-F238E27FC236}">
                <a16:creationId xmlns:a16="http://schemas.microsoft.com/office/drawing/2014/main" id="{E19E1BF3-1E14-AB4D-D795-CAE98A399CD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D76C10E8-E51C-43A6-A2AE-73A3B3449506}" type="slidenum">
              <a:rPr lang="en-US" altLang="en-US" b="0"/>
              <a:pPr/>
              <a:t>4</a:t>
            </a:fld>
            <a:endParaRPr lang="en-US" altLang="en-US" b="0"/>
          </a:p>
        </p:txBody>
      </p:sp>
      <p:sp>
        <p:nvSpPr>
          <p:cNvPr id="8195" name="Rectangle 2">
            <a:extLst>
              <a:ext uri="{FF2B5EF4-FFF2-40B4-BE49-F238E27FC236}">
                <a16:creationId xmlns:a16="http://schemas.microsoft.com/office/drawing/2014/main" id="{3C5121DA-8B70-098D-2ECF-7DCF21548A47}"/>
              </a:ext>
            </a:extLst>
          </p:cNvPr>
          <p:cNvSpPr>
            <a:spLocks noGrp="1" noChangeArrowheads="1"/>
          </p:cNvSpPr>
          <p:nvPr>
            <p:ph type="title"/>
          </p:nvPr>
        </p:nvSpPr>
        <p:spPr/>
        <p:txBody>
          <a:bodyPr/>
          <a:lstStyle/>
          <a:p>
            <a:pPr eaLnBrk="1" hangingPunct="1"/>
            <a:r>
              <a:rPr lang="en-US" altLang="en-US" b="1"/>
              <a:t>GIỚI THIỆU CHUNG</a:t>
            </a:r>
          </a:p>
        </p:txBody>
      </p:sp>
      <p:sp>
        <p:nvSpPr>
          <p:cNvPr id="8196" name="Rectangle 3">
            <a:extLst>
              <a:ext uri="{FF2B5EF4-FFF2-40B4-BE49-F238E27FC236}">
                <a16:creationId xmlns:a16="http://schemas.microsoft.com/office/drawing/2014/main" id="{E3DF04E0-50E7-2038-2E78-AE58F5FF431D}"/>
              </a:ext>
            </a:extLst>
          </p:cNvPr>
          <p:cNvSpPr>
            <a:spLocks noGrp="1" noChangeArrowheads="1"/>
          </p:cNvSpPr>
          <p:nvPr>
            <p:ph type="body" idx="1"/>
          </p:nvPr>
        </p:nvSpPr>
        <p:spPr>
          <a:xfrm>
            <a:off x="609600" y="1295400"/>
            <a:ext cx="8382000" cy="5029200"/>
          </a:xfrm>
        </p:spPr>
        <p:txBody>
          <a:bodyPr/>
          <a:lstStyle/>
          <a:p>
            <a:pPr marL="533400" indent="-533400" eaLnBrk="1" hangingPunct="1">
              <a:lnSpc>
                <a:spcPct val="90000"/>
              </a:lnSpc>
              <a:buSzTx/>
              <a:buFont typeface="Wingdings" panose="05000000000000000000" pitchFamily="2" charset="2"/>
              <a:buAutoNum type="arabicPeriod"/>
            </a:pPr>
            <a:endParaRPr lang="en-US" altLang="en-US" sz="2400"/>
          </a:p>
          <a:p>
            <a:pPr marL="533400" indent="-533400" eaLnBrk="1" hangingPunct="1">
              <a:lnSpc>
                <a:spcPct val="90000"/>
              </a:lnSpc>
            </a:pPr>
            <a:r>
              <a:rPr lang="en-US" altLang="en-US" b="1">
                <a:solidFill>
                  <a:srgbClr val="FF0066"/>
                </a:solidFill>
              </a:rPr>
              <a:t>Khái niệm QL thời gian</a:t>
            </a:r>
            <a:r>
              <a:rPr lang="en-US" altLang="en-US"/>
              <a:t> </a:t>
            </a:r>
          </a:p>
          <a:p>
            <a:pPr marL="914400" lvl="1" indent="-457200" eaLnBrk="1" hangingPunct="1">
              <a:lnSpc>
                <a:spcPct val="90000"/>
              </a:lnSpc>
            </a:pPr>
            <a:r>
              <a:rPr lang="en-US" altLang="en-US" sz="2400"/>
              <a:t>QL thời gian nhằm bảo đảm cho dự án tạo ra kết quả chuyển giao đúng thời hạn</a:t>
            </a:r>
          </a:p>
          <a:p>
            <a:pPr marL="914400" lvl="1" indent="-457200" eaLnBrk="1" hangingPunct="1">
              <a:lnSpc>
                <a:spcPct val="90000"/>
              </a:lnSpc>
            </a:pPr>
            <a:r>
              <a:rPr lang="en-US" altLang="en-US" sz="2400"/>
              <a:t>Thời hạn đặt ra cho DA là để DA có các chuyển giao cần thiết tại một thời điểm đã xác định</a:t>
            </a:r>
          </a:p>
          <a:p>
            <a:pPr marL="914400" lvl="1" indent="-457200" eaLnBrk="1" hangingPunct="1">
              <a:lnSpc>
                <a:spcPct val="90000"/>
              </a:lnSpc>
            </a:pPr>
            <a:r>
              <a:rPr lang="en-US" altLang="en-US" sz="2400"/>
              <a:t>Các yếu tố phụ thuộc:</a:t>
            </a:r>
          </a:p>
          <a:p>
            <a:pPr marL="1295400" lvl="2" indent="-381000" eaLnBrk="1" hangingPunct="1">
              <a:lnSpc>
                <a:spcPct val="90000"/>
              </a:lnSpc>
            </a:pPr>
            <a:r>
              <a:rPr lang="en-US" altLang="en-US" sz="2000"/>
              <a:t>Những công việc nào cần thiết phải thực hiện.</a:t>
            </a:r>
          </a:p>
          <a:p>
            <a:pPr marL="1295400" lvl="2" indent="-381000" eaLnBrk="1" hangingPunct="1">
              <a:lnSpc>
                <a:spcPct val="90000"/>
              </a:lnSpc>
            </a:pPr>
            <a:r>
              <a:rPr lang="en-US" altLang="en-US" sz="2000"/>
              <a:t>Khối lượng công việc mà mỗi tiến trình phải hoàn thành với một nguồn lực cụ thể được cấp phát cho tiến trình đó.</a:t>
            </a:r>
          </a:p>
          <a:p>
            <a:pPr marL="1714500" lvl="3" indent="-342900" eaLnBrk="1" hangingPunct="1">
              <a:lnSpc>
                <a:spcPct val="90000"/>
              </a:lnSpc>
            </a:pPr>
            <a:r>
              <a:rPr lang="en-US" altLang="en-US" sz="1800"/>
              <a:t>Thời gian thực hiện 1 công việc phụ thuộc vào:	</a:t>
            </a:r>
          </a:p>
          <a:p>
            <a:pPr marL="2171700" lvl="4" indent="-342900" eaLnBrk="1" hangingPunct="1">
              <a:lnSpc>
                <a:spcPct val="90000"/>
              </a:lnSpc>
            </a:pPr>
            <a:r>
              <a:rPr lang="en-US" altLang="en-US" sz="1800"/>
              <a:t>Tính chất công việc (khối lượng, độ phức tạp)</a:t>
            </a:r>
          </a:p>
          <a:p>
            <a:pPr marL="2171700" lvl="4" indent="-342900" eaLnBrk="1" hangingPunct="1">
              <a:lnSpc>
                <a:spcPct val="90000"/>
              </a:lnSpc>
            </a:pPr>
            <a:r>
              <a:rPr lang="en-US" altLang="en-US" sz="1800"/>
              <a:t>Tính chất của nguồn lực cấp phát cho công việc (có năng lực cao hay thấp đối với công việc)</a:t>
            </a:r>
          </a:p>
          <a:p>
            <a:pPr marL="914400" lvl="1" indent="-457200" eaLnBrk="1" hangingPunct="1">
              <a:lnSpc>
                <a:spcPct val="90000"/>
              </a:lnSpc>
            </a:pPr>
            <a:endParaRPr lang="en-US" altLang="en-US" sz="2400"/>
          </a:p>
          <a:p>
            <a:pPr marL="914400" lvl="1" indent="-457200" eaLnBrk="1" hangingPunct="1">
              <a:lnSpc>
                <a:spcPct val="90000"/>
              </a:lnSpc>
            </a:pPr>
            <a:endParaRPr lang="en-US" altLang="en-US" sz="2400"/>
          </a:p>
          <a:p>
            <a:pPr marL="914400" lvl="1" indent="-457200" eaLnBrk="1" hangingPunct="1">
              <a:lnSpc>
                <a:spcPct val="90000"/>
              </a:lnSpc>
            </a:pPr>
            <a:endParaRPr lang="en-US" altLang="en-US" sz="2400"/>
          </a:p>
          <a:p>
            <a:pPr marL="914400" lvl="1" indent="-457200" eaLnBrk="1" hangingPunct="1">
              <a:lnSpc>
                <a:spcPct val="90000"/>
              </a:lnSpc>
            </a:pPr>
            <a:endParaRPr lang="en-US" altLang="en-US" sz="2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648CEDAE-9BFD-28A7-3907-8A2D79A7423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62D70CAF-1548-409F-BB14-F7ACFF1F6FE1}" type="slidenum">
              <a:rPr lang="en-US" altLang="en-US" b="0"/>
              <a:pPr/>
              <a:t>5</a:t>
            </a:fld>
            <a:endParaRPr lang="en-US" altLang="en-US" b="0"/>
          </a:p>
        </p:txBody>
      </p:sp>
      <p:sp>
        <p:nvSpPr>
          <p:cNvPr id="9219" name="Rectangle 2">
            <a:extLst>
              <a:ext uri="{FF2B5EF4-FFF2-40B4-BE49-F238E27FC236}">
                <a16:creationId xmlns:a16="http://schemas.microsoft.com/office/drawing/2014/main" id="{A0281A77-E010-D882-EBC7-D54508159512}"/>
              </a:ext>
            </a:extLst>
          </p:cNvPr>
          <p:cNvSpPr>
            <a:spLocks noGrp="1" noChangeArrowheads="1"/>
          </p:cNvSpPr>
          <p:nvPr>
            <p:ph type="title"/>
          </p:nvPr>
        </p:nvSpPr>
        <p:spPr/>
        <p:txBody>
          <a:bodyPr/>
          <a:lstStyle/>
          <a:p>
            <a:pPr eaLnBrk="1" hangingPunct="1"/>
            <a:r>
              <a:rPr lang="en-US" altLang="en-US" b="1"/>
              <a:t>GIỚI THIỆU CHUNG</a:t>
            </a:r>
          </a:p>
        </p:txBody>
      </p:sp>
      <p:sp>
        <p:nvSpPr>
          <p:cNvPr id="9220" name="Rectangle 3">
            <a:extLst>
              <a:ext uri="{FF2B5EF4-FFF2-40B4-BE49-F238E27FC236}">
                <a16:creationId xmlns:a16="http://schemas.microsoft.com/office/drawing/2014/main" id="{E08B53EA-FD9A-2F21-DC0E-C0FAC0E846AB}"/>
              </a:ext>
            </a:extLst>
          </p:cNvPr>
          <p:cNvSpPr>
            <a:spLocks noGrp="1" noChangeArrowheads="1"/>
          </p:cNvSpPr>
          <p:nvPr>
            <p:ph type="body" idx="1"/>
          </p:nvPr>
        </p:nvSpPr>
        <p:spPr>
          <a:xfrm>
            <a:off x="609600" y="1295400"/>
            <a:ext cx="8382000" cy="5029200"/>
          </a:xfrm>
        </p:spPr>
        <p:txBody>
          <a:bodyPr/>
          <a:lstStyle/>
          <a:p>
            <a:pPr marL="533400" indent="-533400" eaLnBrk="1" hangingPunct="1">
              <a:buSzTx/>
              <a:buFont typeface="Wingdings" panose="05000000000000000000" pitchFamily="2" charset="2"/>
              <a:buAutoNum type="arabicPeriod"/>
            </a:pPr>
            <a:endParaRPr lang="en-US" altLang="en-US" sz="2800"/>
          </a:p>
          <a:p>
            <a:pPr marL="533400" indent="-533400" eaLnBrk="1" hangingPunct="1"/>
            <a:r>
              <a:rPr lang="en-US" altLang="en-US" b="1">
                <a:solidFill>
                  <a:srgbClr val="FF0066"/>
                </a:solidFill>
              </a:rPr>
              <a:t>Khái niệm QL thời gian</a:t>
            </a:r>
            <a:r>
              <a:rPr lang="en-US" altLang="en-US"/>
              <a:t> </a:t>
            </a:r>
          </a:p>
          <a:p>
            <a:pPr marL="1295400" lvl="2" indent="-381000" eaLnBrk="1" hangingPunct="1"/>
            <a:r>
              <a:rPr lang="en-US" altLang="en-US"/>
              <a:t>Các tiến trình liên kết với nhau như thế nào để tạo ra kết quả chuyển giao nhanh nhất, vì chúng bị phụ thuộc nhau:</a:t>
            </a:r>
          </a:p>
          <a:p>
            <a:pPr marL="1714500" lvl="3" indent="-342900" eaLnBrk="1" hangingPunct="1"/>
            <a:r>
              <a:rPr lang="en-US" altLang="en-US"/>
              <a:t>Tác động lên cùng một đối tượng, và </a:t>
            </a:r>
          </a:p>
          <a:p>
            <a:pPr marL="1714500" lvl="3" indent="-342900" eaLnBrk="1" hangingPunct="1"/>
            <a:r>
              <a:rPr lang="en-US" altLang="en-US"/>
              <a:t>Sử dụng chung nguồn lực.</a:t>
            </a:r>
          </a:p>
          <a:p>
            <a:pPr marL="1295400" lvl="2" indent="-381000" eaLnBrk="1" hangingPunct="1"/>
            <a:r>
              <a:rPr lang="en-US" altLang="en-US"/>
              <a:t>Khả năng sử dụng được tối đa nguồn lực (con người, phương pháp, công cụ) sẵn có của dự án cho các công việc phải làm của dự án</a:t>
            </a:r>
          </a:p>
          <a:p>
            <a:pPr marL="914400" lvl="1" indent="-457200" eaLnBrk="1" hangingPunct="1"/>
            <a:endParaRPr lang="en-US" altLang="en-US"/>
          </a:p>
          <a:p>
            <a:pPr marL="914400" lvl="1" indent="-457200" eaLnBrk="1" hangingPunct="1"/>
            <a:endParaRPr lang="en-US" altLang="en-US"/>
          </a:p>
          <a:p>
            <a:pPr marL="914400" lvl="1" indent="-457200" eaLnBrk="1" hangingPunct="1"/>
            <a:endParaRPr lang="en-US" altLang="en-US"/>
          </a:p>
          <a:p>
            <a:pPr marL="914400" lvl="1" indent="-457200" eaLnBrk="1" hangingPunct="1"/>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5">
            <a:extLst>
              <a:ext uri="{FF2B5EF4-FFF2-40B4-BE49-F238E27FC236}">
                <a16:creationId xmlns:a16="http://schemas.microsoft.com/office/drawing/2014/main" id="{516DD3A9-CE93-AC6F-27CA-D1A45604335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4A0642B5-DA73-4FE2-9247-96C9D1353726}" type="slidenum">
              <a:rPr lang="en-US" altLang="en-US" b="0"/>
              <a:pPr/>
              <a:t>6</a:t>
            </a:fld>
            <a:endParaRPr lang="en-US" altLang="en-US" b="0"/>
          </a:p>
        </p:txBody>
      </p:sp>
      <p:sp>
        <p:nvSpPr>
          <p:cNvPr id="10243" name="Rectangle 2">
            <a:extLst>
              <a:ext uri="{FF2B5EF4-FFF2-40B4-BE49-F238E27FC236}">
                <a16:creationId xmlns:a16="http://schemas.microsoft.com/office/drawing/2014/main" id="{216A45D7-71C3-85CE-80AA-82B172EF6B6E}"/>
              </a:ext>
            </a:extLst>
          </p:cNvPr>
          <p:cNvSpPr>
            <a:spLocks noGrp="1" noChangeArrowheads="1"/>
          </p:cNvSpPr>
          <p:nvPr>
            <p:ph type="title"/>
          </p:nvPr>
        </p:nvSpPr>
        <p:spPr/>
        <p:txBody>
          <a:bodyPr/>
          <a:lstStyle/>
          <a:p>
            <a:pPr eaLnBrk="1" hangingPunct="1"/>
            <a:r>
              <a:rPr lang="en-US" altLang="en-US" b="1"/>
              <a:t>GIỚI THIỆU CHUNG</a:t>
            </a:r>
          </a:p>
        </p:txBody>
      </p:sp>
      <p:sp>
        <p:nvSpPr>
          <p:cNvPr id="10244" name="Rectangle 3">
            <a:extLst>
              <a:ext uri="{FF2B5EF4-FFF2-40B4-BE49-F238E27FC236}">
                <a16:creationId xmlns:a16="http://schemas.microsoft.com/office/drawing/2014/main" id="{5A1DE805-B00F-9BF5-94A2-298D2C965559}"/>
              </a:ext>
            </a:extLst>
          </p:cNvPr>
          <p:cNvSpPr>
            <a:spLocks noGrp="1" noChangeArrowheads="1"/>
          </p:cNvSpPr>
          <p:nvPr>
            <p:ph type="body" idx="1"/>
          </p:nvPr>
        </p:nvSpPr>
        <p:spPr>
          <a:xfrm>
            <a:off x="609600" y="1295400"/>
            <a:ext cx="8382000" cy="5029200"/>
          </a:xfrm>
        </p:spPr>
        <p:txBody>
          <a:bodyPr/>
          <a:lstStyle/>
          <a:p>
            <a:pPr marL="533400" indent="-533400" eaLnBrk="1" hangingPunct="1">
              <a:lnSpc>
                <a:spcPct val="90000"/>
              </a:lnSpc>
              <a:buSzTx/>
              <a:buFont typeface="Wingdings" panose="05000000000000000000" pitchFamily="2" charset="2"/>
              <a:buAutoNum type="arabicPeriod"/>
            </a:pPr>
            <a:endParaRPr lang="en-US" altLang="en-US" sz="2800"/>
          </a:p>
          <a:p>
            <a:pPr marL="533400" indent="-533400" eaLnBrk="1" hangingPunct="1">
              <a:lnSpc>
                <a:spcPct val="90000"/>
              </a:lnSpc>
            </a:pPr>
            <a:r>
              <a:rPr lang="en-US" altLang="en-US" b="1">
                <a:solidFill>
                  <a:srgbClr val="FF0066"/>
                </a:solidFill>
              </a:rPr>
              <a:t>Các qui trình QL thời gian dự án</a:t>
            </a:r>
            <a:endParaRPr lang="en-US" altLang="en-US"/>
          </a:p>
          <a:p>
            <a:pPr marL="914400" lvl="1" indent="-457200" eaLnBrk="1" hangingPunct="1">
              <a:lnSpc>
                <a:spcPct val="90000"/>
              </a:lnSpc>
            </a:pPr>
            <a:r>
              <a:rPr lang="en-US" altLang="en-US"/>
              <a:t>Quản lý thời gian dự án gồm những qui trình bảo đảm hoàn tất dự án đúng hạn </a:t>
            </a:r>
          </a:p>
          <a:p>
            <a:pPr marL="914400" lvl="1" indent="-457200" eaLnBrk="1" hangingPunct="1">
              <a:lnSpc>
                <a:spcPct val="90000"/>
              </a:lnSpc>
            </a:pPr>
            <a:r>
              <a:rPr lang="en-US" altLang="en-US"/>
              <a:t>Những qui trình này gồm:</a:t>
            </a:r>
          </a:p>
          <a:p>
            <a:pPr marL="1295400" lvl="2" indent="-381000" eaLnBrk="1" hangingPunct="1">
              <a:lnSpc>
                <a:spcPct val="90000"/>
              </a:lnSpc>
            </a:pPr>
            <a:r>
              <a:rPr lang="en-US" altLang="en-US"/>
              <a:t>Xác định các hoạt động</a:t>
            </a:r>
          </a:p>
          <a:p>
            <a:pPr marL="1295400" lvl="2" indent="-381000" eaLnBrk="1" hangingPunct="1">
              <a:lnSpc>
                <a:spcPct val="90000"/>
              </a:lnSpc>
            </a:pPr>
            <a:r>
              <a:rPr lang="en-US" altLang="en-US"/>
              <a:t>Sắp thứ tự các hoạt động</a:t>
            </a:r>
          </a:p>
          <a:p>
            <a:pPr marL="1295400" lvl="2" indent="-381000" eaLnBrk="1" hangingPunct="1">
              <a:lnSpc>
                <a:spcPct val="90000"/>
              </a:lnSpc>
            </a:pPr>
            <a:r>
              <a:rPr lang="en-US" altLang="en-US"/>
              <a:t>Ước tính nguồn lực cho từng hoạt động</a:t>
            </a:r>
          </a:p>
          <a:p>
            <a:pPr marL="1295400" lvl="2" indent="-381000" eaLnBrk="1" hangingPunct="1">
              <a:lnSpc>
                <a:spcPct val="90000"/>
              </a:lnSpc>
            </a:pPr>
            <a:r>
              <a:rPr lang="en-US" altLang="en-US"/>
              <a:t>Ước lượng thời gian cho mỗi hoạt động</a:t>
            </a:r>
          </a:p>
          <a:p>
            <a:pPr marL="1295400" lvl="2" indent="-381000" eaLnBrk="1" hangingPunct="1">
              <a:lnSpc>
                <a:spcPct val="90000"/>
              </a:lnSpc>
            </a:pPr>
            <a:r>
              <a:rPr lang="en-US" altLang="en-US"/>
              <a:t>Phát triển lịch biểu</a:t>
            </a:r>
          </a:p>
          <a:p>
            <a:pPr marL="1295400" lvl="2" indent="-381000" eaLnBrk="1" hangingPunct="1">
              <a:lnSpc>
                <a:spcPct val="90000"/>
              </a:lnSpc>
            </a:pPr>
            <a:r>
              <a:rPr lang="en-US" altLang="en-US"/>
              <a:t>Điều khiển lịch biểu</a:t>
            </a:r>
          </a:p>
          <a:p>
            <a:pPr marL="914400" lvl="1" indent="-457200" eaLnBrk="1" hangingPunct="1">
              <a:lnSpc>
                <a:spcPct val="90000"/>
              </a:lnSpc>
            </a:pPr>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5">
            <a:extLst>
              <a:ext uri="{FF2B5EF4-FFF2-40B4-BE49-F238E27FC236}">
                <a16:creationId xmlns:a16="http://schemas.microsoft.com/office/drawing/2014/main" id="{0B98F77B-A15F-1210-0362-AD19F426F63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35CF95B9-79CF-41E3-A427-08CB62166D94}" type="slidenum">
              <a:rPr lang="en-US" altLang="en-US" b="0"/>
              <a:pPr/>
              <a:t>7</a:t>
            </a:fld>
            <a:endParaRPr lang="en-US" altLang="en-US" b="0"/>
          </a:p>
        </p:txBody>
      </p:sp>
      <p:sp>
        <p:nvSpPr>
          <p:cNvPr id="11267" name="Rectangle 2">
            <a:extLst>
              <a:ext uri="{FF2B5EF4-FFF2-40B4-BE49-F238E27FC236}">
                <a16:creationId xmlns:a16="http://schemas.microsoft.com/office/drawing/2014/main" id="{98386A5D-9D21-4383-1EA6-5BB2D8E11BCD}"/>
              </a:ext>
            </a:extLst>
          </p:cNvPr>
          <p:cNvSpPr>
            <a:spLocks noGrp="1" noChangeArrowheads="1"/>
          </p:cNvSpPr>
          <p:nvPr>
            <p:ph type="title"/>
          </p:nvPr>
        </p:nvSpPr>
        <p:spPr/>
        <p:txBody>
          <a:bodyPr/>
          <a:lstStyle/>
          <a:p>
            <a:pPr eaLnBrk="1" hangingPunct="1"/>
            <a:r>
              <a:rPr lang="en-US" altLang="en-US" b="1"/>
              <a:t>XÁC ĐỊNH CÁC HOẠT ĐỘNG</a:t>
            </a:r>
          </a:p>
        </p:txBody>
      </p:sp>
      <p:sp>
        <p:nvSpPr>
          <p:cNvPr id="11268" name="Rectangle 3">
            <a:extLst>
              <a:ext uri="{FF2B5EF4-FFF2-40B4-BE49-F238E27FC236}">
                <a16:creationId xmlns:a16="http://schemas.microsoft.com/office/drawing/2014/main" id="{E4280526-4682-D11C-9EB9-882FFE39C686}"/>
              </a:ext>
            </a:extLst>
          </p:cNvPr>
          <p:cNvSpPr>
            <a:spLocks noGrp="1" noChangeArrowheads="1"/>
          </p:cNvSpPr>
          <p:nvPr>
            <p:ph type="body" idx="1"/>
          </p:nvPr>
        </p:nvSpPr>
        <p:spPr>
          <a:xfrm>
            <a:off x="609600" y="1295400"/>
            <a:ext cx="8382000" cy="5029200"/>
          </a:xfrm>
        </p:spPr>
        <p:txBody>
          <a:bodyPr/>
          <a:lstStyle/>
          <a:p>
            <a:pPr marL="533400" indent="-533400" eaLnBrk="1" hangingPunct="1">
              <a:buSzTx/>
              <a:buFont typeface="Wingdings" panose="05000000000000000000" pitchFamily="2" charset="2"/>
              <a:buAutoNum type="arabicPeriod"/>
            </a:pPr>
            <a:endParaRPr lang="en-US" altLang="en-US" sz="2800"/>
          </a:p>
          <a:p>
            <a:pPr marL="533400" indent="-533400" eaLnBrk="1" hangingPunct="1"/>
            <a:r>
              <a:rPr lang="en-US" altLang="en-US" sz="2800"/>
              <a:t>Lịch biểu dự án bắt nguồn từ tài liệu khởi động dự án</a:t>
            </a:r>
          </a:p>
          <a:p>
            <a:pPr marL="914400" lvl="1" indent="-457200" eaLnBrk="1" hangingPunct="1"/>
            <a:r>
              <a:rPr lang="en-US" altLang="en-US" sz="2400"/>
              <a:t>Bản tuyên bố dự án có chứa ngày bắt đầu và kết thúc, cùng với thông tin về ngân sách</a:t>
            </a:r>
          </a:p>
          <a:p>
            <a:pPr marL="914400" lvl="1" indent="-457200" eaLnBrk="1" hangingPunct="1"/>
            <a:r>
              <a:rPr lang="en-US" altLang="en-US" sz="2400"/>
              <a:t>Tuyên bố phạm vi và WBS giúp xác định cần phải làm những gì</a:t>
            </a:r>
          </a:p>
          <a:p>
            <a:pPr marL="533400" indent="-533400" eaLnBrk="1" hangingPunct="1"/>
            <a:r>
              <a:rPr lang="en-US" altLang="en-US" sz="2800"/>
              <a:t>Xác định hoạt động đòi hỏi phát triển WBS chi tiết hơn cùng với những lời giải thích để hiểu được.</a:t>
            </a:r>
          </a:p>
          <a:p>
            <a:pPr marL="914400" lvl="1" indent="-457200" eaLnBrk="1" hangingPunct="1"/>
            <a:endParaRPr lang="en-US" altLang="en-US" sz="2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5">
            <a:extLst>
              <a:ext uri="{FF2B5EF4-FFF2-40B4-BE49-F238E27FC236}">
                <a16:creationId xmlns:a16="http://schemas.microsoft.com/office/drawing/2014/main" id="{90D354BE-BCBE-8B5B-564C-5EFF2D07C22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B1AE14FA-500F-4F0A-A5B2-81B126A71F58}" type="slidenum">
              <a:rPr lang="en-US" altLang="en-US" b="0"/>
              <a:pPr/>
              <a:t>8</a:t>
            </a:fld>
            <a:endParaRPr lang="en-US" altLang="en-US" b="0"/>
          </a:p>
        </p:txBody>
      </p:sp>
      <p:sp>
        <p:nvSpPr>
          <p:cNvPr id="12291" name="Rectangle 2">
            <a:extLst>
              <a:ext uri="{FF2B5EF4-FFF2-40B4-BE49-F238E27FC236}">
                <a16:creationId xmlns:a16="http://schemas.microsoft.com/office/drawing/2014/main" id="{38A78F73-056F-E279-1C23-616CEF9BE571}"/>
              </a:ext>
            </a:extLst>
          </p:cNvPr>
          <p:cNvSpPr>
            <a:spLocks noGrp="1" noChangeArrowheads="1"/>
          </p:cNvSpPr>
          <p:nvPr>
            <p:ph type="title"/>
          </p:nvPr>
        </p:nvSpPr>
        <p:spPr/>
        <p:txBody>
          <a:bodyPr/>
          <a:lstStyle/>
          <a:p>
            <a:pPr eaLnBrk="1" hangingPunct="1"/>
            <a:r>
              <a:rPr lang="en-US" altLang="en-US" b="1"/>
              <a:t>XÁC ĐỊNH CÁC HOẠT ĐỘNG</a:t>
            </a:r>
          </a:p>
        </p:txBody>
      </p:sp>
      <p:sp>
        <p:nvSpPr>
          <p:cNvPr id="12292" name="Rectangle 3">
            <a:extLst>
              <a:ext uri="{FF2B5EF4-FFF2-40B4-BE49-F238E27FC236}">
                <a16:creationId xmlns:a16="http://schemas.microsoft.com/office/drawing/2014/main" id="{1BE18704-925B-67D5-B4BA-9003D2549B42}"/>
              </a:ext>
            </a:extLst>
          </p:cNvPr>
          <p:cNvSpPr>
            <a:spLocks noGrp="1" noChangeArrowheads="1"/>
          </p:cNvSpPr>
          <p:nvPr>
            <p:ph type="body" idx="1"/>
          </p:nvPr>
        </p:nvSpPr>
        <p:spPr>
          <a:xfrm>
            <a:off x="609600" y="1295400"/>
            <a:ext cx="8382000" cy="5029200"/>
          </a:xfrm>
        </p:spPr>
        <p:txBody>
          <a:bodyPr/>
          <a:lstStyle/>
          <a:p>
            <a:pPr marL="533400" indent="-533400" eaLnBrk="1" hangingPunct="1">
              <a:buSzTx/>
              <a:buFont typeface="Wingdings" panose="05000000000000000000" pitchFamily="2" charset="2"/>
              <a:buAutoNum type="arabicPeriod"/>
            </a:pPr>
            <a:endParaRPr lang="en-US" altLang="en-US" sz="2800"/>
          </a:p>
          <a:p>
            <a:pPr marL="533400" indent="-533400" eaLnBrk="1" hangingPunct="1"/>
            <a:r>
              <a:rPr lang="en-US" altLang="en-US"/>
              <a:t>Inputs</a:t>
            </a:r>
          </a:p>
          <a:p>
            <a:pPr marL="914400" lvl="1" indent="-457200" eaLnBrk="1" hangingPunct="1"/>
            <a:r>
              <a:rPr lang="en-US" altLang="en-US"/>
              <a:t>Phạm vi, mục tiêu, yêu cầu, môi trường (chính sách, thủ tục, các điều kiện ràng buộc).</a:t>
            </a:r>
          </a:p>
          <a:p>
            <a:pPr marL="533400" indent="-533400" eaLnBrk="1" hangingPunct="1"/>
            <a:r>
              <a:rPr lang="en-US" altLang="en-US"/>
              <a:t>Outputs</a:t>
            </a:r>
          </a:p>
          <a:p>
            <a:pPr marL="914400" lvl="1" indent="-457200" eaLnBrk="1" hangingPunct="1"/>
            <a:r>
              <a:rPr lang="en-US" altLang="en-US">
                <a:solidFill>
                  <a:schemeClr val="folHlink"/>
                </a:solidFill>
              </a:rPr>
              <a:t>Danh sách các công việc cần phải làm</a:t>
            </a:r>
            <a:r>
              <a:rPr lang="en-US" altLang="en-US"/>
              <a:t>: định danh, mô tả phạm vi công việc, phụ thuộc, nguồn lực cần thiết.</a:t>
            </a:r>
          </a:p>
          <a:p>
            <a:pPr marL="914400" lvl="1" indent="-457200" eaLnBrk="1" hangingPunct="1"/>
            <a:r>
              <a:rPr lang="en-US" altLang="en-US">
                <a:solidFill>
                  <a:schemeClr val="folHlink"/>
                </a:solidFill>
              </a:rPr>
              <a:t>Danh sách các mốc đánh giá (milestone list).</a:t>
            </a:r>
          </a:p>
          <a:p>
            <a:pPr marL="914400" lvl="1" indent="-457200" eaLnBrk="1" hangingPunct="1"/>
            <a:endParaRPr lang="en-US" altLang="en-US"/>
          </a:p>
          <a:p>
            <a:pPr marL="914400" lvl="1" indent="-457200" eaLnBrk="1" hangingPunct="1"/>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5">
            <a:extLst>
              <a:ext uri="{FF2B5EF4-FFF2-40B4-BE49-F238E27FC236}">
                <a16:creationId xmlns:a16="http://schemas.microsoft.com/office/drawing/2014/main" id="{784E2D8D-5D5F-2045-F8D6-4F814E424C6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D21AB562-0A8E-4876-BE2D-91844023486B}" type="slidenum">
              <a:rPr lang="en-US" altLang="en-US" b="0"/>
              <a:pPr/>
              <a:t>9</a:t>
            </a:fld>
            <a:endParaRPr lang="en-US" altLang="en-US" b="0"/>
          </a:p>
        </p:txBody>
      </p:sp>
      <p:sp>
        <p:nvSpPr>
          <p:cNvPr id="13315" name="Rectangle 2">
            <a:extLst>
              <a:ext uri="{FF2B5EF4-FFF2-40B4-BE49-F238E27FC236}">
                <a16:creationId xmlns:a16="http://schemas.microsoft.com/office/drawing/2014/main" id="{7ED3AD86-F370-E892-7467-75B5F8DFCFFD}"/>
              </a:ext>
            </a:extLst>
          </p:cNvPr>
          <p:cNvSpPr>
            <a:spLocks noGrp="1" noChangeArrowheads="1"/>
          </p:cNvSpPr>
          <p:nvPr>
            <p:ph type="title"/>
          </p:nvPr>
        </p:nvSpPr>
        <p:spPr/>
        <p:txBody>
          <a:bodyPr/>
          <a:lstStyle/>
          <a:p>
            <a:pPr eaLnBrk="1" hangingPunct="1"/>
            <a:r>
              <a:rPr lang="en-US" altLang="en-US" b="1"/>
              <a:t>SẮP THỨ TỰ CÁC HOẠT ĐỘNG</a:t>
            </a:r>
          </a:p>
        </p:txBody>
      </p:sp>
      <p:sp>
        <p:nvSpPr>
          <p:cNvPr id="13316" name="Rectangle 3">
            <a:extLst>
              <a:ext uri="{FF2B5EF4-FFF2-40B4-BE49-F238E27FC236}">
                <a16:creationId xmlns:a16="http://schemas.microsoft.com/office/drawing/2014/main" id="{D4C1C6A6-6C4B-3AAC-024A-D2990497E64D}"/>
              </a:ext>
            </a:extLst>
          </p:cNvPr>
          <p:cNvSpPr>
            <a:spLocks noGrp="1" noChangeArrowheads="1"/>
          </p:cNvSpPr>
          <p:nvPr>
            <p:ph type="body" idx="1"/>
          </p:nvPr>
        </p:nvSpPr>
        <p:spPr>
          <a:xfrm>
            <a:off x="609600" y="1295400"/>
            <a:ext cx="8382000" cy="5029200"/>
          </a:xfrm>
        </p:spPr>
        <p:txBody>
          <a:bodyPr/>
          <a:lstStyle/>
          <a:p>
            <a:pPr marL="533400" indent="-533400" eaLnBrk="1" hangingPunct="1">
              <a:buSzTx/>
              <a:buFont typeface="Wingdings" panose="05000000000000000000" pitchFamily="2" charset="2"/>
              <a:buAutoNum type="arabicPeriod"/>
            </a:pPr>
            <a:endParaRPr lang="en-US" altLang="en-US" sz="2400"/>
          </a:p>
          <a:p>
            <a:pPr marL="533400" indent="-533400" eaLnBrk="1" hangingPunct="1"/>
            <a:r>
              <a:rPr lang="en-US" altLang="en-US" sz="2800"/>
              <a:t>Xem xét các hoạt động và xác định quan hệ phụ thuộc</a:t>
            </a:r>
          </a:p>
          <a:p>
            <a:pPr marL="914400" lvl="1" indent="-457200" eaLnBrk="1" hangingPunct="1"/>
            <a:r>
              <a:rPr lang="en-US" altLang="en-US" sz="2400"/>
              <a:t>Phụ thuộc bắt buộc (Mandatory Dependencies): phụ thuộc bắt buộc phát sinh từ bản chất tự nhiên của công việc.</a:t>
            </a:r>
          </a:p>
          <a:p>
            <a:pPr marL="1295400" lvl="2" indent="-381000" eaLnBrk="1" hangingPunct="1"/>
            <a:r>
              <a:rPr lang="en-US" altLang="en-US" sz="2000"/>
              <a:t>Ví dụ: cần phải phân tích để hiểu bài toán trước khi thiết kế giải pháp cho bài toán</a:t>
            </a:r>
          </a:p>
          <a:p>
            <a:pPr marL="914400" lvl="1" indent="-457200" eaLnBrk="1" hangingPunct="1"/>
            <a:r>
              <a:rPr lang="en-US" altLang="en-US" sz="2400"/>
              <a:t>Phụ thuộc chọn lựa (Discretionary Dependencies): sự phụ thuộc của một công việc vào kết quả hoặc cách thực hiện của công việc trước đó (ở tình huống cụ thể).</a:t>
            </a:r>
            <a:r>
              <a:rPr lang="en-US" altLang="en-US"/>
              <a:t> </a:t>
            </a:r>
          </a:p>
          <a:p>
            <a:pPr marL="914400" lvl="1" indent="-457200" eaLnBrk="1" hangingPunct="1"/>
            <a:endParaRPr lang="en-US" altLang="en-US" sz="2400"/>
          </a:p>
          <a:p>
            <a:pPr marL="914400" lvl="1" indent="-457200" eaLnBrk="1" hangingPunct="1"/>
            <a:endParaRPr lang="en-US" altLang="en-US" sz="2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5">
            <a:extLst>
              <a:ext uri="{FF2B5EF4-FFF2-40B4-BE49-F238E27FC236}">
                <a16:creationId xmlns:a16="http://schemas.microsoft.com/office/drawing/2014/main" id="{B5801419-A241-D571-F33B-557E777ED61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26FF3784-FDE4-418A-9653-84F0E0A14CD1}" type="slidenum">
              <a:rPr lang="en-US" altLang="en-US" b="0"/>
              <a:pPr/>
              <a:t>10</a:t>
            </a:fld>
            <a:endParaRPr lang="en-US" altLang="en-US" b="0"/>
          </a:p>
        </p:txBody>
      </p:sp>
      <p:sp>
        <p:nvSpPr>
          <p:cNvPr id="14339" name="Rectangle 2">
            <a:extLst>
              <a:ext uri="{FF2B5EF4-FFF2-40B4-BE49-F238E27FC236}">
                <a16:creationId xmlns:a16="http://schemas.microsoft.com/office/drawing/2014/main" id="{4E0258DF-BC9E-2A13-AD82-15E9ACFB6439}"/>
              </a:ext>
            </a:extLst>
          </p:cNvPr>
          <p:cNvSpPr>
            <a:spLocks noGrp="1" noChangeArrowheads="1"/>
          </p:cNvSpPr>
          <p:nvPr>
            <p:ph type="title"/>
          </p:nvPr>
        </p:nvSpPr>
        <p:spPr/>
        <p:txBody>
          <a:bodyPr/>
          <a:lstStyle/>
          <a:p>
            <a:pPr eaLnBrk="1" hangingPunct="1"/>
            <a:r>
              <a:rPr lang="en-US" altLang="en-US" b="1"/>
              <a:t>SẮP THỨ TỰ CÁC HOẠT ĐỘNG</a:t>
            </a:r>
          </a:p>
        </p:txBody>
      </p:sp>
      <p:sp>
        <p:nvSpPr>
          <p:cNvPr id="14340" name="Rectangle 3">
            <a:extLst>
              <a:ext uri="{FF2B5EF4-FFF2-40B4-BE49-F238E27FC236}">
                <a16:creationId xmlns:a16="http://schemas.microsoft.com/office/drawing/2014/main" id="{191C9BC0-937A-4E27-ABF0-3048045AEAB0}"/>
              </a:ext>
            </a:extLst>
          </p:cNvPr>
          <p:cNvSpPr>
            <a:spLocks noGrp="1" noChangeArrowheads="1"/>
          </p:cNvSpPr>
          <p:nvPr>
            <p:ph type="body" idx="1"/>
          </p:nvPr>
        </p:nvSpPr>
        <p:spPr>
          <a:xfrm>
            <a:off x="609600" y="1524000"/>
            <a:ext cx="8382000" cy="5029200"/>
          </a:xfrm>
        </p:spPr>
        <p:txBody>
          <a:bodyPr/>
          <a:lstStyle/>
          <a:p>
            <a:pPr marL="533400" indent="-533400" eaLnBrk="1" hangingPunct="1">
              <a:buSzTx/>
              <a:buFont typeface="Wingdings" panose="05000000000000000000" pitchFamily="2" charset="2"/>
              <a:buAutoNum type="arabicPeriod"/>
            </a:pPr>
            <a:endParaRPr lang="en-US" altLang="en-US" sz="2800"/>
          </a:p>
          <a:p>
            <a:pPr marL="914400" lvl="1" indent="-457200" eaLnBrk="1" hangingPunct="1"/>
            <a:r>
              <a:rPr lang="en-US" altLang="en-US" sz="2400"/>
              <a:t>Phụ thuộc bên ngoài (External Dependencies): là sự phụ thuộc của công việc vào các công việc nằm ngoài dự án (non-project activities).</a:t>
            </a:r>
          </a:p>
          <a:p>
            <a:pPr marL="1295400" lvl="2" indent="-381000" eaLnBrk="1" hangingPunct="1"/>
            <a:r>
              <a:rPr lang="en-US" altLang="en-US" sz="2000"/>
              <a:t>Ví dụ: chuyển giao phần mềm cho khách hàng phụ thuộc vào công tác chuẩn bị máy tính và nơi làm việc của tổ chức đó.</a:t>
            </a:r>
          </a:p>
          <a:p>
            <a:pPr marL="533400" indent="-533400" eaLnBrk="1" hangingPunct="1"/>
            <a:r>
              <a:rPr lang="en-US" altLang="en-US" sz="2800"/>
              <a:t>Dùng Phương pháp CPM (Critical Path Method) để xác định các quan hệ phụ thuộc</a:t>
            </a:r>
            <a:r>
              <a:rPr lang="en-US" altLang="en-US"/>
              <a:t> </a:t>
            </a:r>
          </a:p>
          <a:p>
            <a:pPr marL="914400" lvl="1" indent="-457200" eaLnBrk="1" hangingPunct="1"/>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5">
            <a:extLst>
              <a:ext uri="{FF2B5EF4-FFF2-40B4-BE49-F238E27FC236}">
                <a16:creationId xmlns:a16="http://schemas.microsoft.com/office/drawing/2014/main" id="{0396580E-26FB-B2DE-102D-C7A3A06B07B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5679E092-79EC-4A6C-AC1B-29295745434E}" type="slidenum">
              <a:rPr lang="en-US" altLang="en-US" b="0"/>
              <a:pPr/>
              <a:t>11</a:t>
            </a:fld>
            <a:endParaRPr lang="en-US" altLang="en-US" b="0"/>
          </a:p>
        </p:txBody>
      </p:sp>
      <p:sp>
        <p:nvSpPr>
          <p:cNvPr id="15363" name="Rectangle 2">
            <a:extLst>
              <a:ext uri="{FF2B5EF4-FFF2-40B4-BE49-F238E27FC236}">
                <a16:creationId xmlns:a16="http://schemas.microsoft.com/office/drawing/2014/main" id="{5BDCCA8E-1C34-232C-227D-0BA2E6315C4A}"/>
              </a:ext>
            </a:extLst>
          </p:cNvPr>
          <p:cNvSpPr>
            <a:spLocks noGrp="1" noChangeArrowheads="1"/>
          </p:cNvSpPr>
          <p:nvPr>
            <p:ph type="title"/>
          </p:nvPr>
        </p:nvSpPr>
        <p:spPr/>
        <p:txBody>
          <a:bodyPr/>
          <a:lstStyle/>
          <a:p>
            <a:pPr eaLnBrk="1" hangingPunct="1"/>
            <a:r>
              <a:rPr lang="en-US" altLang="en-US" b="1"/>
              <a:t>SẮP THỨ TỰ CÁC HOẠT ĐỘNG</a:t>
            </a:r>
          </a:p>
        </p:txBody>
      </p:sp>
      <p:sp>
        <p:nvSpPr>
          <p:cNvPr id="15364" name="Rectangle 3">
            <a:extLst>
              <a:ext uri="{FF2B5EF4-FFF2-40B4-BE49-F238E27FC236}">
                <a16:creationId xmlns:a16="http://schemas.microsoft.com/office/drawing/2014/main" id="{31463748-33B1-1E15-93CA-DDE1CA5FD2AE}"/>
              </a:ext>
            </a:extLst>
          </p:cNvPr>
          <p:cNvSpPr>
            <a:spLocks noGrp="1" noChangeArrowheads="1"/>
          </p:cNvSpPr>
          <p:nvPr>
            <p:ph type="body" idx="1"/>
          </p:nvPr>
        </p:nvSpPr>
        <p:spPr>
          <a:xfrm>
            <a:off x="609600" y="1295400"/>
            <a:ext cx="8382000" cy="5029200"/>
          </a:xfrm>
        </p:spPr>
        <p:txBody>
          <a:bodyPr/>
          <a:lstStyle/>
          <a:p>
            <a:pPr marL="533400" indent="-533400" eaLnBrk="1" hangingPunct="1">
              <a:lnSpc>
                <a:spcPct val="90000"/>
              </a:lnSpc>
              <a:buSzTx/>
              <a:buFont typeface="Wingdings" panose="05000000000000000000" pitchFamily="2" charset="2"/>
              <a:buAutoNum type="arabicPeriod"/>
            </a:pPr>
            <a:endParaRPr lang="en-US" altLang="en-US" sz="2800"/>
          </a:p>
          <a:p>
            <a:pPr marL="533400" indent="-533400" eaLnBrk="1" hangingPunct="1">
              <a:lnSpc>
                <a:spcPct val="90000"/>
              </a:lnSpc>
            </a:pPr>
            <a:r>
              <a:rPr lang="en-US" altLang="en-US"/>
              <a:t>Inputs</a:t>
            </a:r>
          </a:p>
          <a:p>
            <a:pPr marL="914400" lvl="1" indent="-457200" eaLnBrk="1" hangingPunct="1">
              <a:lnSpc>
                <a:spcPct val="90000"/>
              </a:lnSpc>
            </a:pPr>
            <a:r>
              <a:rPr lang="en-US" altLang="en-US">
                <a:solidFill>
                  <a:schemeClr val="folHlink"/>
                </a:solidFill>
              </a:rPr>
              <a:t>Danh sách các công việc</a:t>
            </a:r>
            <a:r>
              <a:rPr lang="en-US" altLang="en-US"/>
              <a:t>, và các mốc đánh giá.</a:t>
            </a:r>
          </a:p>
          <a:p>
            <a:pPr marL="914400" lvl="1" indent="-457200" eaLnBrk="1" hangingPunct="1">
              <a:lnSpc>
                <a:spcPct val="90000"/>
              </a:lnSpc>
            </a:pPr>
            <a:r>
              <a:rPr lang="en-US" altLang="en-US"/>
              <a:t>Thời gian thực hiện từng công việc.</a:t>
            </a:r>
          </a:p>
          <a:p>
            <a:pPr marL="914400" lvl="1" indent="-457200" eaLnBrk="1" hangingPunct="1">
              <a:lnSpc>
                <a:spcPct val="90000"/>
              </a:lnSpc>
            </a:pPr>
            <a:r>
              <a:rPr lang="en-US" altLang="en-US"/>
              <a:t>Phạm vi dự án và các yêu cầu, ràng buộc.</a:t>
            </a:r>
          </a:p>
          <a:p>
            <a:pPr marL="533400" indent="-533400" eaLnBrk="1" hangingPunct="1">
              <a:lnSpc>
                <a:spcPct val="90000"/>
              </a:lnSpc>
            </a:pPr>
            <a:r>
              <a:rPr lang="en-US" altLang="en-US"/>
              <a:t>Outputs</a:t>
            </a:r>
          </a:p>
          <a:p>
            <a:pPr marL="914400" lvl="1" indent="-457200" eaLnBrk="1" hangingPunct="1">
              <a:lnSpc>
                <a:spcPct val="90000"/>
              </a:lnSpc>
            </a:pPr>
            <a:r>
              <a:rPr lang="en-US" altLang="en-US">
                <a:solidFill>
                  <a:schemeClr val="folHlink"/>
                </a:solidFill>
              </a:rPr>
              <a:t>Lược đồ công việc của dự án</a:t>
            </a:r>
            <a:r>
              <a:rPr lang="en-US" altLang="en-US"/>
              <a:t> (Project Schedule Network Diagrams). </a:t>
            </a:r>
          </a:p>
          <a:p>
            <a:pPr marL="914400" lvl="1" indent="-457200" eaLnBrk="1" hangingPunct="1">
              <a:lnSpc>
                <a:spcPct val="90000"/>
              </a:lnSpc>
            </a:pPr>
            <a:r>
              <a:rPr lang="en-US" altLang="en-US"/>
              <a:t>Ví dụ: PERT-AON/AOA </a:t>
            </a:r>
            <a:endParaRPr lang="en-US" altLang="en-US" sz="3200"/>
          </a:p>
          <a:p>
            <a:pPr marL="914400" lvl="1" indent="-457200" eaLnBrk="1" hangingPunct="1">
              <a:lnSpc>
                <a:spcPct val="90000"/>
              </a:lnSpc>
            </a:pPr>
            <a:endParaRPr lang="en-US" altLang="en-US"/>
          </a:p>
          <a:p>
            <a:pPr marL="914400" lvl="1" indent="-457200" eaLnBrk="1" hangingPunct="1">
              <a:lnSpc>
                <a:spcPct val="90000"/>
              </a:lnSpc>
            </a:pPr>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5">
            <a:extLst>
              <a:ext uri="{FF2B5EF4-FFF2-40B4-BE49-F238E27FC236}">
                <a16:creationId xmlns:a16="http://schemas.microsoft.com/office/drawing/2014/main" id="{F8D2CB91-8D18-B3DE-4CCD-753073D0511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1ECA8F60-78DB-40EA-A0E0-63454C65194D}" type="slidenum">
              <a:rPr lang="en-US" altLang="en-US" b="0"/>
              <a:pPr/>
              <a:t>12</a:t>
            </a:fld>
            <a:endParaRPr lang="en-US" altLang="en-US" b="0"/>
          </a:p>
        </p:txBody>
      </p:sp>
      <p:sp>
        <p:nvSpPr>
          <p:cNvPr id="16387" name="Rectangle 2">
            <a:extLst>
              <a:ext uri="{FF2B5EF4-FFF2-40B4-BE49-F238E27FC236}">
                <a16:creationId xmlns:a16="http://schemas.microsoft.com/office/drawing/2014/main" id="{3A65AE77-53CF-FE48-D1A0-424025CE58E3}"/>
              </a:ext>
            </a:extLst>
          </p:cNvPr>
          <p:cNvSpPr>
            <a:spLocks noGrp="1" noChangeArrowheads="1"/>
          </p:cNvSpPr>
          <p:nvPr>
            <p:ph type="title"/>
          </p:nvPr>
        </p:nvSpPr>
        <p:spPr/>
        <p:txBody>
          <a:bodyPr/>
          <a:lstStyle/>
          <a:p>
            <a:pPr eaLnBrk="1" hangingPunct="1"/>
            <a:r>
              <a:rPr lang="en-US" altLang="en-US" b="1"/>
              <a:t>SẮP THỨ TỰ CÁC HOẠT ĐỘNG – Ví dụ</a:t>
            </a:r>
          </a:p>
        </p:txBody>
      </p:sp>
      <p:sp>
        <p:nvSpPr>
          <p:cNvPr id="16388" name="Rectangle 3">
            <a:extLst>
              <a:ext uri="{FF2B5EF4-FFF2-40B4-BE49-F238E27FC236}">
                <a16:creationId xmlns:a16="http://schemas.microsoft.com/office/drawing/2014/main" id="{AC561F63-8900-7AB7-191A-40A2DF4D9C58}"/>
              </a:ext>
            </a:extLst>
          </p:cNvPr>
          <p:cNvSpPr>
            <a:spLocks noGrp="1" noChangeArrowheads="1"/>
          </p:cNvSpPr>
          <p:nvPr>
            <p:ph type="body" idx="1"/>
          </p:nvPr>
        </p:nvSpPr>
        <p:spPr>
          <a:xfrm>
            <a:off x="609600" y="1524000"/>
            <a:ext cx="8382000" cy="5029200"/>
          </a:xfrm>
        </p:spPr>
        <p:txBody>
          <a:bodyPr/>
          <a:lstStyle/>
          <a:p>
            <a:pPr marL="533400" indent="-533400" eaLnBrk="1" hangingPunct="1">
              <a:buSzTx/>
              <a:buFont typeface="Wingdings" panose="05000000000000000000" pitchFamily="2" charset="2"/>
              <a:buAutoNum type="arabicPeriod"/>
            </a:pPr>
            <a:endParaRPr lang="en-US" altLang="en-US" sz="2800"/>
          </a:p>
          <a:p>
            <a:pPr marL="914400" lvl="1" indent="-457200" eaLnBrk="1" hangingPunct="1"/>
            <a:endParaRPr lang="en-US" altLang="en-US"/>
          </a:p>
        </p:txBody>
      </p:sp>
      <p:pic>
        <p:nvPicPr>
          <p:cNvPr id="16389" name="Picture 198">
            <a:extLst>
              <a:ext uri="{FF2B5EF4-FFF2-40B4-BE49-F238E27FC236}">
                <a16:creationId xmlns:a16="http://schemas.microsoft.com/office/drawing/2014/main" id="{1A649F4E-31B8-C5D8-445B-3CE75C6C03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1447800"/>
            <a:ext cx="6296025" cy="517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a:extLst>
              <a:ext uri="{FF2B5EF4-FFF2-40B4-BE49-F238E27FC236}">
                <a16:creationId xmlns:a16="http://schemas.microsoft.com/office/drawing/2014/main" id="{A01B0CE2-9DA3-0FB3-4E36-F8D7CA7ABD0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DD3017B6-FAEE-49AF-9898-3F5C59BEA0E0}" type="slidenum">
              <a:rPr lang="en-US" altLang="en-US" b="0"/>
              <a:pPr/>
              <a:t>13</a:t>
            </a:fld>
            <a:endParaRPr lang="en-US" altLang="en-US" b="0"/>
          </a:p>
        </p:txBody>
      </p:sp>
      <p:sp>
        <p:nvSpPr>
          <p:cNvPr id="17411" name="Rectangle 3">
            <a:extLst>
              <a:ext uri="{FF2B5EF4-FFF2-40B4-BE49-F238E27FC236}">
                <a16:creationId xmlns:a16="http://schemas.microsoft.com/office/drawing/2014/main" id="{B9B15FD5-47DD-F3BF-DBD9-2D6B7EDF55CF}"/>
              </a:ext>
            </a:extLst>
          </p:cNvPr>
          <p:cNvSpPr>
            <a:spLocks noGrp="1" noChangeArrowheads="1"/>
          </p:cNvSpPr>
          <p:nvPr>
            <p:ph type="body" idx="1"/>
          </p:nvPr>
        </p:nvSpPr>
        <p:spPr>
          <a:xfrm>
            <a:off x="609600" y="1752600"/>
            <a:ext cx="8382000" cy="5029200"/>
          </a:xfrm>
        </p:spPr>
        <p:txBody>
          <a:bodyPr/>
          <a:lstStyle/>
          <a:p>
            <a:pPr marL="609600" indent="-609600" eaLnBrk="1" hangingPunct="1">
              <a:lnSpc>
                <a:spcPct val="80000"/>
              </a:lnSpc>
            </a:pPr>
            <a:r>
              <a:rPr lang="en-US" altLang="en-US" sz="2800"/>
              <a:t>Dựa trên năng lực trung bình của nhóm dự án, phương pháp thực hiện, công cụ trợ giúp và môi trường.</a:t>
            </a:r>
          </a:p>
          <a:p>
            <a:pPr marL="609600" indent="-609600" eaLnBrk="1" hangingPunct="1">
              <a:lnSpc>
                <a:spcPct val="80000"/>
              </a:lnSpc>
            </a:pPr>
            <a:r>
              <a:rPr lang="en-US" altLang="en-US" sz="2800" b="1"/>
              <a:t>Inputs</a:t>
            </a:r>
          </a:p>
          <a:p>
            <a:pPr marL="990600" lvl="1" indent="-533400" eaLnBrk="1" hangingPunct="1">
              <a:lnSpc>
                <a:spcPct val="80000"/>
              </a:lnSpc>
            </a:pPr>
            <a:r>
              <a:rPr lang="en-US" altLang="en-US" sz="2400">
                <a:solidFill>
                  <a:schemeClr val="folHlink"/>
                </a:solidFill>
              </a:rPr>
              <a:t>Yêu cầu (phạm vi) công việc.</a:t>
            </a:r>
          </a:p>
          <a:p>
            <a:pPr marL="990600" lvl="1" indent="-533400" eaLnBrk="1" hangingPunct="1">
              <a:lnSpc>
                <a:spcPct val="80000"/>
              </a:lnSpc>
            </a:pPr>
            <a:r>
              <a:rPr lang="en-US" altLang="en-US" sz="2400">
                <a:solidFill>
                  <a:schemeClr val="folHlink"/>
                </a:solidFill>
              </a:rPr>
              <a:t>Nguồn lực cho công việc.</a:t>
            </a:r>
            <a:r>
              <a:rPr lang="en-US" altLang="en-US" sz="2400"/>
              <a:t> Gồm cấu trúc (loại) nguồn lực, mức độ của từng loại, thời điểm và thời gian sử dụng được, cường độ thực hiện,…</a:t>
            </a:r>
          </a:p>
          <a:p>
            <a:pPr marL="990600" lvl="1" indent="-533400" eaLnBrk="1" hangingPunct="1">
              <a:lnSpc>
                <a:spcPct val="80000"/>
              </a:lnSpc>
            </a:pPr>
            <a:r>
              <a:rPr lang="en-US" altLang="en-US" sz="2400">
                <a:solidFill>
                  <a:schemeClr val="folHlink"/>
                </a:solidFill>
              </a:rPr>
              <a:t>Các rủi ro dự kiến và các giả định, ràng buộc.</a:t>
            </a:r>
            <a:r>
              <a:rPr lang="en-US" altLang="en-US" sz="2400"/>
              <a:t> </a:t>
            </a:r>
          </a:p>
          <a:p>
            <a:pPr marL="990600" lvl="1" indent="-533400" eaLnBrk="1" hangingPunct="1">
              <a:lnSpc>
                <a:spcPct val="80000"/>
              </a:lnSpc>
            </a:pPr>
            <a:r>
              <a:rPr lang="en-US" altLang="en-US" sz="2400">
                <a:solidFill>
                  <a:schemeClr val="folHlink"/>
                </a:solidFill>
              </a:rPr>
              <a:t>Ước tính chi phí của dự án.</a:t>
            </a:r>
          </a:p>
          <a:p>
            <a:pPr marL="609600" indent="-609600" eaLnBrk="1" hangingPunct="1">
              <a:lnSpc>
                <a:spcPct val="80000"/>
              </a:lnSpc>
            </a:pPr>
            <a:r>
              <a:rPr lang="en-US" altLang="en-US" sz="2800" b="1"/>
              <a:t>Outputs</a:t>
            </a:r>
          </a:p>
          <a:p>
            <a:pPr marL="990600" lvl="1" indent="-533400" eaLnBrk="1" hangingPunct="1">
              <a:lnSpc>
                <a:spcPct val="80000"/>
              </a:lnSpc>
            </a:pPr>
            <a:r>
              <a:rPr lang="en-US" altLang="en-US" sz="2400">
                <a:solidFill>
                  <a:schemeClr val="folHlink"/>
                </a:solidFill>
              </a:rPr>
              <a:t>Thời gian để  thực hiện công việc.</a:t>
            </a:r>
            <a:r>
              <a:rPr lang="en-US" altLang="en-US" sz="2400"/>
              <a:t> Ước tính trung bình (và chênh lệch) dựa trên nguồn lực hiện có.</a:t>
            </a:r>
          </a:p>
        </p:txBody>
      </p:sp>
      <p:sp>
        <p:nvSpPr>
          <p:cNvPr id="17412" name="Rectangle 5">
            <a:extLst>
              <a:ext uri="{FF2B5EF4-FFF2-40B4-BE49-F238E27FC236}">
                <a16:creationId xmlns:a16="http://schemas.microsoft.com/office/drawing/2014/main" id="{D8166739-60DD-ACBE-58EA-A95A459813E0}"/>
              </a:ext>
            </a:extLst>
          </p:cNvPr>
          <p:cNvSpPr>
            <a:spLocks noGrp="1" noChangeArrowheads="1"/>
          </p:cNvSpPr>
          <p:nvPr>
            <p:ph type="title"/>
          </p:nvPr>
        </p:nvSpPr>
        <p:spPr>
          <a:xfrm>
            <a:off x="914400" y="152400"/>
            <a:ext cx="8229600" cy="1004888"/>
          </a:xfrm>
          <a:noFill/>
        </p:spPr>
        <p:txBody>
          <a:bodyPr/>
          <a:lstStyle/>
          <a:p>
            <a:pPr eaLnBrk="1" hangingPunct="1"/>
            <a:r>
              <a:rPr lang="en-US" altLang="en-US" sz="2600" b="1"/>
              <a:t>ƯỚC LƯỢNG THỜI GIAN CHO MỖI HOẠT ĐỘNG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5">
            <a:extLst>
              <a:ext uri="{FF2B5EF4-FFF2-40B4-BE49-F238E27FC236}">
                <a16:creationId xmlns:a16="http://schemas.microsoft.com/office/drawing/2014/main" id="{1938468D-E075-18C8-9D61-35700EB3E1D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FD4303A1-A045-4A36-A252-D0FB6779F2CE}" type="slidenum">
              <a:rPr lang="en-US" altLang="en-US" b="0"/>
              <a:pPr/>
              <a:t>14</a:t>
            </a:fld>
            <a:endParaRPr lang="en-US" altLang="en-US" b="0"/>
          </a:p>
        </p:txBody>
      </p:sp>
      <p:sp>
        <p:nvSpPr>
          <p:cNvPr id="18435" name="Rectangle 2">
            <a:extLst>
              <a:ext uri="{FF2B5EF4-FFF2-40B4-BE49-F238E27FC236}">
                <a16:creationId xmlns:a16="http://schemas.microsoft.com/office/drawing/2014/main" id="{50369EE4-5D1E-3613-0C39-1A4CFB33523D}"/>
              </a:ext>
            </a:extLst>
          </p:cNvPr>
          <p:cNvSpPr>
            <a:spLocks noGrp="1" noChangeArrowheads="1"/>
          </p:cNvSpPr>
          <p:nvPr>
            <p:ph type="body" idx="1"/>
          </p:nvPr>
        </p:nvSpPr>
        <p:spPr>
          <a:xfrm>
            <a:off x="609600" y="1295400"/>
            <a:ext cx="8382000" cy="5029200"/>
          </a:xfrm>
        </p:spPr>
        <p:txBody>
          <a:bodyPr/>
          <a:lstStyle/>
          <a:p>
            <a:pPr marL="533400" indent="-533400" eaLnBrk="1" hangingPunct="1">
              <a:lnSpc>
                <a:spcPct val="90000"/>
              </a:lnSpc>
              <a:buSzTx/>
              <a:buFont typeface="Wingdings" panose="05000000000000000000" pitchFamily="2" charset="2"/>
              <a:buAutoNum type="arabicPeriod"/>
            </a:pPr>
            <a:endParaRPr lang="en-US" altLang="en-US" sz="2400"/>
          </a:p>
          <a:p>
            <a:pPr marL="914400" lvl="1" indent="-457200" eaLnBrk="1" hangingPunct="1">
              <a:lnSpc>
                <a:spcPct val="90000"/>
              </a:lnSpc>
            </a:pPr>
            <a:r>
              <a:rPr lang="en-US" altLang="en-US"/>
              <a:t>Tùy theo hướng tiếp cận sẽ có các ứơc lượng khác nhau.</a:t>
            </a:r>
          </a:p>
          <a:p>
            <a:pPr marL="1295400" lvl="2" indent="-381000" eaLnBrk="1" hangingPunct="1">
              <a:lnSpc>
                <a:spcPct val="90000"/>
              </a:lnSpc>
            </a:pPr>
            <a:r>
              <a:rPr lang="en-US" altLang="en-US"/>
              <a:t>CPM: thời gian mỗi công việc là thời gian xác định, cho phép thực hiện được công việc đó.</a:t>
            </a:r>
          </a:p>
          <a:p>
            <a:pPr marL="1295400" lvl="2" indent="-381000" eaLnBrk="1" hangingPunct="1">
              <a:lnSpc>
                <a:spcPct val="90000"/>
              </a:lnSpc>
            </a:pPr>
            <a:r>
              <a:rPr lang="en-US" altLang="en-US"/>
              <a:t>PERT: tính thời gian mong muốn (kỳ vọng) của thời gian thuận lợi (lạc quan), thời gian không thuận lợi (bi quan) và thời gian trung bình thực hiện được công việc đó.</a:t>
            </a:r>
          </a:p>
          <a:p>
            <a:pPr marL="914400" lvl="1" indent="-457200" eaLnBrk="1" hangingPunct="1">
              <a:lnSpc>
                <a:spcPct val="90000"/>
              </a:lnSpc>
            </a:pPr>
            <a:r>
              <a:rPr lang="en-US" altLang="en-US"/>
              <a:t>Lập bảng phân tích CPM (PERT) và xác định đường tới hạn (biểu diễn bằng sơ đồ GANTT) và xác định thời gian hoàn thành cả dự án.</a:t>
            </a:r>
          </a:p>
          <a:p>
            <a:pPr marL="914400" lvl="1" indent="-457200" eaLnBrk="1" hangingPunct="1">
              <a:lnSpc>
                <a:spcPct val="90000"/>
              </a:lnSpc>
            </a:pPr>
            <a:endParaRPr lang="en-US" altLang="en-US"/>
          </a:p>
        </p:txBody>
      </p:sp>
      <p:sp>
        <p:nvSpPr>
          <p:cNvPr id="18436" name="Rectangle 3">
            <a:extLst>
              <a:ext uri="{FF2B5EF4-FFF2-40B4-BE49-F238E27FC236}">
                <a16:creationId xmlns:a16="http://schemas.microsoft.com/office/drawing/2014/main" id="{A8B5774B-CD9C-C373-25CE-62BBAAECD894}"/>
              </a:ext>
            </a:extLst>
          </p:cNvPr>
          <p:cNvSpPr>
            <a:spLocks noGrp="1" noChangeArrowheads="1"/>
          </p:cNvSpPr>
          <p:nvPr>
            <p:ph type="title"/>
          </p:nvPr>
        </p:nvSpPr>
        <p:spPr>
          <a:xfrm>
            <a:off x="914400" y="152400"/>
            <a:ext cx="8229600" cy="1004888"/>
          </a:xfrm>
          <a:noFill/>
        </p:spPr>
        <p:txBody>
          <a:bodyPr/>
          <a:lstStyle/>
          <a:p>
            <a:pPr eaLnBrk="1" hangingPunct="1"/>
            <a:r>
              <a:rPr lang="en-US" altLang="en-US" sz="2600" b="1"/>
              <a:t>ƯỚC LƯỢNG THỜI GIAN CHO MỖI HOẠT ĐỘNG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3D830AC3-84FE-69DF-4958-BE7F25805F0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76244D19-80CE-47F0-8DCF-54EA82D7E0D5}" type="slidenum">
              <a:rPr lang="en-US" altLang="en-US" b="0"/>
              <a:pPr/>
              <a:t>15</a:t>
            </a:fld>
            <a:endParaRPr lang="en-US" altLang="en-US" b="0"/>
          </a:p>
        </p:txBody>
      </p:sp>
      <p:sp>
        <p:nvSpPr>
          <p:cNvPr id="19459" name="Rectangle 2">
            <a:extLst>
              <a:ext uri="{FF2B5EF4-FFF2-40B4-BE49-F238E27FC236}">
                <a16:creationId xmlns:a16="http://schemas.microsoft.com/office/drawing/2014/main" id="{7A33B8A7-1B24-3675-E6C3-6456F60DD66C}"/>
              </a:ext>
            </a:extLst>
          </p:cNvPr>
          <p:cNvSpPr>
            <a:spLocks noGrp="1" noChangeArrowheads="1"/>
          </p:cNvSpPr>
          <p:nvPr>
            <p:ph type="title"/>
          </p:nvPr>
        </p:nvSpPr>
        <p:spPr>
          <a:xfrm>
            <a:off x="990600" y="152400"/>
            <a:ext cx="8153400" cy="1004888"/>
          </a:xfrm>
        </p:spPr>
        <p:txBody>
          <a:bodyPr/>
          <a:lstStyle/>
          <a:p>
            <a:pPr eaLnBrk="1" hangingPunct="1"/>
            <a:r>
              <a:rPr lang="en-US" altLang="en-US" sz="2600" b="1"/>
              <a:t>ƯỚC LƯỢNG THỜI GIAN CHO MỖI HOẠT ĐỘNG</a:t>
            </a:r>
          </a:p>
        </p:txBody>
      </p:sp>
      <p:sp>
        <p:nvSpPr>
          <p:cNvPr id="19460" name="Rectangle 3">
            <a:extLst>
              <a:ext uri="{FF2B5EF4-FFF2-40B4-BE49-F238E27FC236}">
                <a16:creationId xmlns:a16="http://schemas.microsoft.com/office/drawing/2014/main" id="{6C894631-229C-055B-8FF9-1F32CDB012F0}"/>
              </a:ext>
            </a:extLst>
          </p:cNvPr>
          <p:cNvSpPr>
            <a:spLocks noGrp="1" noChangeArrowheads="1"/>
          </p:cNvSpPr>
          <p:nvPr>
            <p:ph type="body" idx="1"/>
          </p:nvPr>
        </p:nvSpPr>
        <p:spPr>
          <a:xfrm>
            <a:off x="609600" y="1295400"/>
            <a:ext cx="8382000" cy="5029200"/>
          </a:xfrm>
        </p:spPr>
        <p:txBody>
          <a:bodyPr/>
          <a:lstStyle/>
          <a:p>
            <a:pPr marL="533400" indent="-533400" eaLnBrk="1" hangingPunct="1">
              <a:buSzTx/>
              <a:buFont typeface="Wingdings" panose="05000000000000000000" pitchFamily="2" charset="2"/>
              <a:buAutoNum type="arabicPeriod"/>
            </a:pPr>
            <a:endParaRPr lang="en-US" altLang="en-US" sz="2800"/>
          </a:p>
          <a:p>
            <a:pPr marL="533400" indent="-533400" eaLnBrk="1" hangingPunct="1"/>
            <a:r>
              <a:rPr lang="en-US" altLang="en-US" b="1">
                <a:solidFill>
                  <a:srgbClr val="FF0066"/>
                </a:solidFill>
              </a:rPr>
              <a:t>Các kỹ thuật ước lượng thời gian:</a:t>
            </a:r>
            <a:endParaRPr lang="en-US" altLang="en-US"/>
          </a:p>
          <a:p>
            <a:pPr marL="914400" lvl="1" indent="-457200" eaLnBrk="1" hangingPunct="1"/>
            <a:r>
              <a:rPr lang="en-US" altLang="en-US"/>
              <a:t>Uớc lượng phi khoa học</a:t>
            </a:r>
          </a:p>
          <a:p>
            <a:pPr marL="914400" lvl="1" indent="-457200" eaLnBrk="1" hangingPunct="1"/>
            <a:r>
              <a:rPr lang="en-US" altLang="en-US"/>
              <a:t>Uớc lượng PERT</a:t>
            </a:r>
          </a:p>
          <a:p>
            <a:pPr marL="914400" lvl="1" indent="-457200" eaLnBrk="1" hangingPunct="1"/>
            <a:r>
              <a:rPr lang="en-US" altLang="en-US"/>
              <a:t>Phương pháp đường tới hạn (CPM)</a:t>
            </a:r>
          </a:p>
          <a:p>
            <a:pPr marL="914400" lvl="1" indent="-457200" eaLnBrk="1" hangingPunct="1"/>
            <a:endParaRPr lang="en-US" altLang="en-US"/>
          </a:p>
          <a:p>
            <a:pPr marL="914400" lvl="1" indent="-457200" eaLnBrk="1" hangingPunct="1"/>
            <a:endParaRPr lang="en-US"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5">
            <a:extLst>
              <a:ext uri="{FF2B5EF4-FFF2-40B4-BE49-F238E27FC236}">
                <a16:creationId xmlns:a16="http://schemas.microsoft.com/office/drawing/2014/main" id="{25F728AC-4679-478D-4714-89D20F8AC12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1115F6B7-23FD-4220-8001-F1F22C318647}" type="slidenum">
              <a:rPr lang="en-US" altLang="en-US" b="0"/>
              <a:pPr/>
              <a:t>16</a:t>
            </a:fld>
            <a:endParaRPr lang="en-US" altLang="en-US" b="0"/>
          </a:p>
        </p:txBody>
      </p:sp>
      <p:sp>
        <p:nvSpPr>
          <p:cNvPr id="20483" name="Rectangle 2">
            <a:extLst>
              <a:ext uri="{FF2B5EF4-FFF2-40B4-BE49-F238E27FC236}">
                <a16:creationId xmlns:a16="http://schemas.microsoft.com/office/drawing/2014/main" id="{893500EE-CBC7-37AE-FA52-9D25C1373F48}"/>
              </a:ext>
            </a:extLst>
          </p:cNvPr>
          <p:cNvSpPr>
            <a:spLocks noGrp="1" noChangeArrowheads="1"/>
          </p:cNvSpPr>
          <p:nvPr>
            <p:ph type="title"/>
          </p:nvPr>
        </p:nvSpPr>
        <p:spPr>
          <a:xfrm>
            <a:off x="990600" y="152400"/>
            <a:ext cx="8153400" cy="1004888"/>
          </a:xfrm>
        </p:spPr>
        <p:txBody>
          <a:bodyPr/>
          <a:lstStyle/>
          <a:p>
            <a:pPr eaLnBrk="1" hangingPunct="1"/>
            <a:r>
              <a:rPr lang="en-US" altLang="en-US" sz="2600" b="1"/>
              <a:t>ƯỚC LƯỢNG THỜI GIAN CHO MỖI HOẠT ĐỘNG</a:t>
            </a:r>
          </a:p>
        </p:txBody>
      </p:sp>
      <p:sp>
        <p:nvSpPr>
          <p:cNvPr id="20484" name="Rectangle 3">
            <a:extLst>
              <a:ext uri="{FF2B5EF4-FFF2-40B4-BE49-F238E27FC236}">
                <a16:creationId xmlns:a16="http://schemas.microsoft.com/office/drawing/2014/main" id="{87AD554E-7EB1-ED33-3725-996D454B0786}"/>
              </a:ext>
            </a:extLst>
          </p:cNvPr>
          <p:cNvSpPr>
            <a:spLocks noGrp="1" noChangeArrowheads="1"/>
          </p:cNvSpPr>
          <p:nvPr>
            <p:ph type="body" idx="1"/>
          </p:nvPr>
        </p:nvSpPr>
        <p:spPr>
          <a:xfrm>
            <a:off x="609600" y="1295400"/>
            <a:ext cx="8382000" cy="5029200"/>
          </a:xfrm>
        </p:spPr>
        <p:txBody>
          <a:bodyPr/>
          <a:lstStyle/>
          <a:p>
            <a:pPr marL="533400" indent="-533400" eaLnBrk="1" hangingPunct="1">
              <a:buSzTx/>
              <a:buFont typeface="Wingdings" panose="05000000000000000000" pitchFamily="2" charset="2"/>
              <a:buAutoNum type="arabicPeriod"/>
            </a:pPr>
            <a:endParaRPr lang="en-US" altLang="en-US" sz="2800"/>
          </a:p>
          <a:p>
            <a:pPr marL="914400" lvl="1" indent="-457200" eaLnBrk="1" hangingPunct="1"/>
            <a:r>
              <a:rPr lang="en-US" altLang="en-US" sz="3200" b="1">
                <a:solidFill>
                  <a:srgbClr val="FF0066"/>
                </a:solidFill>
              </a:rPr>
              <a:t>Ước lượng phi khoa học</a:t>
            </a:r>
          </a:p>
          <a:p>
            <a:pPr marL="1295400" lvl="2" indent="-381000" eaLnBrk="1" hangingPunct="1"/>
            <a:r>
              <a:rPr lang="en-US" altLang="en-US" sz="2800"/>
              <a:t>Dựa trên kinh nghiệm chủ quan, cảm tính</a:t>
            </a:r>
          </a:p>
          <a:p>
            <a:pPr marL="1295400" lvl="2" indent="-381000" eaLnBrk="1" hangingPunct="1"/>
            <a:r>
              <a:rPr lang="en-US" altLang="en-US" sz="2800"/>
              <a:t>Nhanh và dễ dàng</a:t>
            </a:r>
          </a:p>
          <a:p>
            <a:pPr marL="1295400" lvl="2" indent="-381000" eaLnBrk="1" hangingPunct="1"/>
            <a:r>
              <a:rPr lang="en-US" altLang="en-US" sz="2800"/>
              <a:t>Kết quả thiếu tin cậy</a:t>
            </a:r>
            <a:endParaRPr lang="en-US" altLang="en-US" sz="2800">
              <a:sym typeface="Wingdings" panose="05000000000000000000" pitchFamily="2" charset="2"/>
            </a:endParaRPr>
          </a:p>
          <a:p>
            <a:pPr marL="1295400" lvl="2" indent="-381000" eaLnBrk="1" hangingPunct="1">
              <a:buFont typeface="Wingdings" panose="05000000000000000000" pitchFamily="2" charset="2"/>
              <a:buNone/>
            </a:pPr>
            <a:r>
              <a:rPr lang="en-US" altLang="en-US" sz="2800">
                <a:sym typeface="Wingdings" panose="05000000000000000000" pitchFamily="2" charset="2"/>
              </a:rPr>
              <a:t> </a:t>
            </a:r>
            <a:r>
              <a:rPr lang="en-US" altLang="en-US" sz="2800"/>
              <a:t>Chỉ nên dùng trong các trường hợp</a:t>
            </a:r>
          </a:p>
          <a:p>
            <a:pPr marL="1714500" lvl="3" indent="-342900" eaLnBrk="1" hangingPunct="1"/>
            <a:r>
              <a:rPr lang="en-US" altLang="en-US" sz="2400"/>
              <a:t>Đội ngũ chuyên môn rất có kinh nghiệm, có kỹ năng cao, đội hình cố định</a:t>
            </a:r>
          </a:p>
          <a:p>
            <a:pPr marL="1714500" lvl="3" indent="-342900" eaLnBrk="1" hangingPunct="1"/>
            <a:r>
              <a:rPr lang="en-US" altLang="en-US" sz="2400"/>
              <a:t>Dự án đã qui định, bắt buộc phải thực hiện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5">
            <a:extLst>
              <a:ext uri="{FF2B5EF4-FFF2-40B4-BE49-F238E27FC236}">
                <a16:creationId xmlns:a16="http://schemas.microsoft.com/office/drawing/2014/main" id="{E1CE03BF-A9BB-C56B-CA1B-88BA031EAEC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4E38AAEE-C1A6-46C8-BA04-9863B4A0B92E}" type="slidenum">
              <a:rPr lang="en-US" altLang="en-US" b="0"/>
              <a:pPr/>
              <a:t>17</a:t>
            </a:fld>
            <a:endParaRPr lang="en-US" altLang="en-US" b="0"/>
          </a:p>
        </p:txBody>
      </p:sp>
      <p:sp>
        <p:nvSpPr>
          <p:cNvPr id="21507" name="Rectangle 2">
            <a:extLst>
              <a:ext uri="{FF2B5EF4-FFF2-40B4-BE49-F238E27FC236}">
                <a16:creationId xmlns:a16="http://schemas.microsoft.com/office/drawing/2014/main" id="{DD8F6788-FB79-A48E-A82E-832C4E5792F1}"/>
              </a:ext>
            </a:extLst>
          </p:cNvPr>
          <p:cNvSpPr>
            <a:spLocks noGrp="1" noChangeArrowheads="1"/>
          </p:cNvSpPr>
          <p:nvPr>
            <p:ph type="title"/>
          </p:nvPr>
        </p:nvSpPr>
        <p:spPr>
          <a:xfrm>
            <a:off x="990600" y="152400"/>
            <a:ext cx="8153400" cy="1004888"/>
          </a:xfrm>
        </p:spPr>
        <p:txBody>
          <a:bodyPr/>
          <a:lstStyle/>
          <a:p>
            <a:pPr eaLnBrk="1" hangingPunct="1"/>
            <a:r>
              <a:rPr lang="en-US" altLang="en-US" sz="2600" b="1"/>
              <a:t>ƯỚC LƯỢNG THỜI GIAN CHO MỖI HOẠT ĐỘNG</a:t>
            </a:r>
          </a:p>
        </p:txBody>
      </p:sp>
      <p:sp>
        <p:nvSpPr>
          <p:cNvPr id="21508" name="Rectangle 3">
            <a:extLst>
              <a:ext uri="{FF2B5EF4-FFF2-40B4-BE49-F238E27FC236}">
                <a16:creationId xmlns:a16="http://schemas.microsoft.com/office/drawing/2014/main" id="{978C93B6-DA7E-176A-08F5-66B555592F7A}"/>
              </a:ext>
            </a:extLst>
          </p:cNvPr>
          <p:cNvSpPr>
            <a:spLocks noGrp="1" noChangeArrowheads="1"/>
          </p:cNvSpPr>
          <p:nvPr>
            <p:ph type="body" idx="1"/>
          </p:nvPr>
        </p:nvSpPr>
        <p:spPr>
          <a:xfrm>
            <a:off x="609600" y="1295400"/>
            <a:ext cx="8382000" cy="5029200"/>
          </a:xfrm>
        </p:spPr>
        <p:txBody>
          <a:bodyPr/>
          <a:lstStyle/>
          <a:p>
            <a:pPr marL="533400" indent="-533400" eaLnBrk="1" hangingPunct="1">
              <a:buSzTx/>
              <a:buFont typeface="Wingdings" panose="05000000000000000000" pitchFamily="2" charset="2"/>
              <a:buAutoNum type="arabicPeriod"/>
            </a:pPr>
            <a:endParaRPr lang="en-US" altLang="en-US" sz="2800"/>
          </a:p>
          <a:p>
            <a:pPr marL="533400" indent="-533400" eaLnBrk="1" hangingPunct="1">
              <a:buClr>
                <a:schemeClr val="hlink"/>
              </a:buClr>
              <a:buSzPct val="55000"/>
            </a:pPr>
            <a:r>
              <a:rPr lang="en-US" altLang="en-US" b="1">
                <a:solidFill>
                  <a:srgbClr val="FF0066"/>
                </a:solidFill>
              </a:rPr>
              <a:t>Ước lượng PERT:</a:t>
            </a:r>
            <a:r>
              <a:rPr lang="en-US" altLang="en-US" sz="2800" b="1">
                <a:solidFill>
                  <a:srgbClr val="FF0066"/>
                </a:solidFill>
              </a:rPr>
              <a:t> </a:t>
            </a:r>
            <a:r>
              <a:rPr lang="en-US" altLang="en-US" sz="2800"/>
              <a:t>thích hợp đối với các DA</a:t>
            </a:r>
          </a:p>
          <a:p>
            <a:pPr marL="914400" lvl="1" indent="-457200" eaLnBrk="1" hangingPunct="1"/>
            <a:r>
              <a:rPr lang="en-US" altLang="en-US"/>
              <a:t>Đòi hỏi tính sáng tạo</a:t>
            </a:r>
          </a:p>
          <a:p>
            <a:pPr marL="914400" lvl="1" indent="-457200" eaLnBrk="1" hangingPunct="1"/>
            <a:r>
              <a:rPr lang="en-US" altLang="en-US"/>
              <a:t>Coi trọng chất lượng kết quả công việc hơn là thời gian hoàn thành dự án</a:t>
            </a:r>
          </a:p>
          <a:p>
            <a:pPr marL="914400" lvl="1" indent="-457200" eaLnBrk="1" hangingPunct="1"/>
            <a:r>
              <a:rPr lang="en-US" altLang="en-US"/>
              <a:t>Cần làm 3 ước lượng thời gian cho mỗi công việc</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5">
            <a:extLst>
              <a:ext uri="{FF2B5EF4-FFF2-40B4-BE49-F238E27FC236}">
                <a16:creationId xmlns:a16="http://schemas.microsoft.com/office/drawing/2014/main" id="{353953A8-E3EA-A8FE-A8FF-DE2C9BAB2B4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A405E703-3791-4843-8294-51E5C4DE2529}" type="slidenum">
              <a:rPr lang="en-US" altLang="en-US" b="0"/>
              <a:pPr/>
              <a:t>18</a:t>
            </a:fld>
            <a:endParaRPr lang="en-US" altLang="en-US" b="0"/>
          </a:p>
        </p:txBody>
      </p:sp>
      <p:sp>
        <p:nvSpPr>
          <p:cNvPr id="22531" name="Rectangle 2">
            <a:extLst>
              <a:ext uri="{FF2B5EF4-FFF2-40B4-BE49-F238E27FC236}">
                <a16:creationId xmlns:a16="http://schemas.microsoft.com/office/drawing/2014/main" id="{95441B41-D721-E853-E0FD-DEBE85FAAB8F}"/>
              </a:ext>
            </a:extLst>
          </p:cNvPr>
          <p:cNvSpPr>
            <a:spLocks noGrp="1" noChangeArrowheads="1"/>
          </p:cNvSpPr>
          <p:nvPr>
            <p:ph type="title"/>
          </p:nvPr>
        </p:nvSpPr>
        <p:spPr>
          <a:xfrm>
            <a:off x="990600" y="152400"/>
            <a:ext cx="8153400" cy="1004888"/>
          </a:xfrm>
        </p:spPr>
        <p:txBody>
          <a:bodyPr/>
          <a:lstStyle/>
          <a:p>
            <a:pPr eaLnBrk="1" hangingPunct="1"/>
            <a:r>
              <a:rPr lang="en-US" altLang="en-US" sz="2600" b="1"/>
              <a:t>ƯỚC LƯỢNG THỜI GIAN CHO MỖI HOẠT ĐỘNG</a:t>
            </a:r>
          </a:p>
        </p:txBody>
      </p:sp>
      <p:sp>
        <p:nvSpPr>
          <p:cNvPr id="22532" name="Rectangle 3">
            <a:extLst>
              <a:ext uri="{FF2B5EF4-FFF2-40B4-BE49-F238E27FC236}">
                <a16:creationId xmlns:a16="http://schemas.microsoft.com/office/drawing/2014/main" id="{1A81767C-6E59-9E1D-6003-58CA050CB547}"/>
              </a:ext>
            </a:extLst>
          </p:cNvPr>
          <p:cNvSpPr>
            <a:spLocks noGrp="1" noChangeArrowheads="1"/>
          </p:cNvSpPr>
          <p:nvPr>
            <p:ph type="body" idx="1"/>
          </p:nvPr>
        </p:nvSpPr>
        <p:spPr>
          <a:xfrm>
            <a:off x="609600" y="1295400"/>
            <a:ext cx="8382000" cy="5029200"/>
          </a:xfrm>
        </p:spPr>
        <p:txBody>
          <a:bodyPr/>
          <a:lstStyle/>
          <a:p>
            <a:pPr marL="533400" indent="-533400" eaLnBrk="1" hangingPunct="1">
              <a:buSzTx/>
              <a:buFont typeface="Wingdings" panose="05000000000000000000" pitchFamily="2" charset="2"/>
              <a:buAutoNum type="arabicPeriod"/>
            </a:pPr>
            <a:endParaRPr lang="en-US" altLang="en-US" sz="2800"/>
          </a:p>
          <a:p>
            <a:pPr marL="914400" lvl="1" indent="-457200" eaLnBrk="1" hangingPunct="1"/>
            <a:r>
              <a:rPr lang="en-US" altLang="en-US"/>
              <a:t>Ước lượng theo PERT:</a:t>
            </a:r>
          </a:p>
          <a:p>
            <a:pPr marL="1295400" lvl="2" indent="-381000" eaLnBrk="1" hangingPunct="1"/>
            <a:r>
              <a:rPr lang="en-US" altLang="en-US"/>
              <a:t>Ước lượng khả dĩ nhất (ML - Most Likely): Thời gian cần để hoàn thành công việc trong điều kiện bình thường hay hợp lý</a:t>
            </a:r>
          </a:p>
          <a:p>
            <a:pPr marL="1295400" lvl="2" indent="-381000" eaLnBrk="1" hangingPunct="1"/>
            <a:r>
              <a:rPr lang="en-US" altLang="en-US"/>
              <a:t>Ước lượng lạc quan nhất (MO - Most Optimistic): Thời gian cần để hoàn thành công việc trong điều kiện “tốt nhất” hay “lý tưởng” (không có trở ngại)</a:t>
            </a:r>
          </a:p>
          <a:p>
            <a:pPr marL="1295400" lvl="2" indent="-381000" eaLnBrk="1" hangingPunct="1"/>
            <a:r>
              <a:rPr lang="en-US" altLang="en-US"/>
              <a:t>Ước lượng bi quan nhất (MP – Most Pessimistic): Thời gian cần để hoàn thành công việc một cách tồi nhất (đầy trở ngại)</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5">
            <a:extLst>
              <a:ext uri="{FF2B5EF4-FFF2-40B4-BE49-F238E27FC236}">
                <a16:creationId xmlns:a16="http://schemas.microsoft.com/office/drawing/2014/main" id="{486C1E58-D3D5-083F-F0F5-22BBA24F1F4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4E5CE4EA-D9D8-4DC4-825B-6EEFE7B38E0D}" type="slidenum">
              <a:rPr lang="en-US" altLang="en-US" b="0"/>
              <a:pPr/>
              <a:t>19</a:t>
            </a:fld>
            <a:endParaRPr lang="en-US" altLang="en-US" b="0"/>
          </a:p>
        </p:txBody>
      </p:sp>
      <p:sp>
        <p:nvSpPr>
          <p:cNvPr id="23555" name="Rectangle 2">
            <a:extLst>
              <a:ext uri="{FF2B5EF4-FFF2-40B4-BE49-F238E27FC236}">
                <a16:creationId xmlns:a16="http://schemas.microsoft.com/office/drawing/2014/main" id="{DA77C197-A7C3-5A90-38A8-77E207D7A798}"/>
              </a:ext>
            </a:extLst>
          </p:cNvPr>
          <p:cNvSpPr>
            <a:spLocks noGrp="1" noChangeArrowheads="1"/>
          </p:cNvSpPr>
          <p:nvPr>
            <p:ph type="title"/>
          </p:nvPr>
        </p:nvSpPr>
        <p:spPr>
          <a:xfrm>
            <a:off x="990600" y="152400"/>
            <a:ext cx="8153400" cy="1004888"/>
          </a:xfrm>
        </p:spPr>
        <p:txBody>
          <a:bodyPr/>
          <a:lstStyle/>
          <a:p>
            <a:pPr eaLnBrk="1" hangingPunct="1"/>
            <a:r>
              <a:rPr lang="en-US" altLang="en-US" sz="2600" b="1"/>
              <a:t>ƯỚC LƯỢNG THỜI GIAN CHO MỖI HOẠT ĐỘNG</a:t>
            </a:r>
          </a:p>
        </p:txBody>
      </p:sp>
      <p:sp>
        <p:nvSpPr>
          <p:cNvPr id="23556" name="Rectangle 3">
            <a:extLst>
              <a:ext uri="{FF2B5EF4-FFF2-40B4-BE49-F238E27FC236}">
                <a16:creationId xmlns:a16="http://schemas.microsoft.com/office/drawing/2014/main" id="{586895F7-B9D6-93F7-71B0-06D687110DE6}"/>
              </a:ext>
            </a:extLst>
          </p:cNvPr>
          <p:cNvSpPr>
            <a:spLocks noGrp="1" noChangeArrowheads="1"/>
          </p:cNvSpPr>
          <p:nvPr>
            <p:ph type="body" idx="1"/>
          </p:nvPr>
        </p:nvSpPr>
        <p:spPr>
          <a:xfrm>
            <a:off x="609600" y="1295400"/>
            <a:ext cx="8382000" cy="5029200"/>
          </a:xfrm>
        </p:spPr>
        <p:txBody>
          <a:bodyPr/>
          <a:lstStyle/>
          <a:p>
            <a:pPr marL="533400" indent="-533400" eaLnBrk="1" hangingPunct="1">
              <a:buSzTx/>
              <a:buFont typeface="Wingdings" panose="05000000000000000000" pitchFamily="2" charset="2"/>
              <a:buAutoNum type="arabicPeriod"/>
            </a:pPr>
            <a:endParaRPr lang="en-US" altLang="en-US" sz="2800"/>
          </a:p>
          <a:p>
            <a:pPr marL="533400" indent="-533400" eaLnBrk="1" hangingPunct="1"/>
            <a:r>
              <a:rPr lang="en-US" altLang="en-US" b="1">
                <a:solidFill>
                  <a:srgbClr val="FF0066"/>
                </a:solidFill>
              </a:rPr>
              <a:t>Phương pháp đường tới hạn (CPM)</a:t>
            </a:r>
            <a:endParaRPr lang="en-US" altLang="en-US"/>
          </a:p>
          <a:p>
            <a:pPr marL="914400" lvl="1" indent="-457200" eaLnBrk="1" hangingPunct="1"/>
            <a:r>
              <a:rPr lang="en-US" altLang="en-US" sz="2400"/>
              <a:t>CPM là 1 kỹ thuật mạng dùng 1 ước tính thời gian chính xác (không giống với PERT dùng đến 3 ước tính) để tính toán thời lượng, thời gian dự trữ công việc hay thời gian trì hoãn và đường tới hạn. Phương pháp này có 4 đặc điểm:</a:t>
            </a:r>
          </a:p>
          <a:p>
            <a:pPr marL="1295400" lvl="2" indent="-381000" eaLnBrk="1" hangingPunct="1"/>
            <a:r>
              <a:rPr lang="en-US" altLang="en-US"/>
              <a:t>Tất cả các gói công việc phải được đặt trong sơ đồ mạng</a:t>
            </a:r>
          </a:p>
          <a:p>
            <a:pPr marL="1295400" lvl="2" indent="-381000" eaLnBrk="1" hangingPunct="1"/>
            <a:r>
              <a:rPr lang="en-US" altLang="en-US"/>
              <a:t>Các gói công việc trên sơ đồ mạng phải được sắp xếp tuần tự sao cho thể hiện được tất cả các phụ thuộc và đường đi đến kết thúc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5">
            <a:extLst>
              <a:ext uri="{FF2B5EF4-FFF2-40B4-BE49-F238E27FC236}">
                <a16:creationId xmlns:a16="http://schemas.microsoft.com/office/drawing/2014/main" id="{3C4B1703-6EF0-299B-7ADC-FFED3B6C522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D1581993-EC6D-4F63-AC2E-44C2A554C8B3}" type="slidenum">
              <a:rPr lang="en-US" altLang="en-US" b="0"/>
              <a:pPr/>
              <a:t>20</a:t>
            </a:fld>
            <a:endParaRPr lang="en-US" altLang="en-US" b="0"/>
          </a:p>
        </p:txBody>
      </p:sp>
      <p:sp>
        <p:nvSpPr>
          <p:cNvPr id="24579" name="Rectangle 2">
            <a:extLst>
              <a:ext uri="{FF2B5EF4-FFF2-40B4-BE49-F238E27FC236}">
                <a16:creationId xmlns:a16="http://schemas.microsoft.com/office/drawing/2014/main" id="{E49C0590-857D-2500-CC43-D6E1A2458568}"/>
              </a:ext>
            </a:extLst>
          </p:cNvPr>
          <p:cNvSpPr>
            <a:spLocks noGrp="1" noChangeArrowheads="1"/>
          </p:cNvSpPr>
          <p:nvPr>
            <p:ph type="title"/>
          </p:nvPr>
        </p:nvSpPr>
        <p:spPr>
          <a:xfrm>
            <a:off x="990600" y="152400"/>
            <a:ext cx="8153400" cy="1004888"/>
          </a:xfrm>
        </p:spPr>
        <p:txBody>
          <a:bodyPr/>
          <a:lstStyle/>
          <a:p>
            <a:pPr eaLnBrk="1" hangingPunct="1"/>
            <a:r>
              <a:rPr lang="en-US" altLang="en-US" sz="2600" b="1"/>
              <a:t>ƯỚC LƯỢNG THỜI GIAN CHO MỖI HOẠT ĐỘNG</a:t>
            </a:r>
          </a:p>
        </p:txBody>
      </p:sp>
      <p:sp>
        <p:nvSpPr>
          <p:cNvPr id="24580" name="Rectangle 3">
            <a:extLst>
              <a:ext uri="{FF2B5EF4-FFF2-40B4-BE49-F238E27FC236}">
                <a16:creationId xmlns:a16="http://schemas.microsoft.com/office/drawing/2014/main" id="{9CA6502C-FEEC-5767-DA0E-7547FFCA51C4}"/>
              </a:ext>
            </a:extLst>
          </p:cNvPr>
          <p:cNvSpPr>
            <a:spLocks noGrp="1" noChangeArrowheads="1"/>
          </p:cNvSpPr>
          <p:nvPr>
            <p:ph type="body" idx="1"/>
          </p:nvPr>
        </p:nvSpPr>
        <p:spPr>
          <a:xfrm>
            <a:off x="609600" y="1295400"/>
            <a:ext cx="8382000" cy="5029200"/>
          </a:xfrm>
        </p:spPr>
        <p:txBody>
          <a:bodyPr/>
          <a:lstStyle/>
          <a:p>
            <a:pPr marL="533400" indent="-533400" eaLnBrk="1" hangingPunct="1">
              <a:buSzTx/>
              <a:buFont typeface="Wingdings" panose="05000000000000000000" pitchFamily="2" charset="2"/>
              <a:buAutoNum type="arabicPeriod"/>
            </a:pPr>
            <a:endParaRPr lang="en-US" altLang="en-US" sz="2800"/>
          </a:p>
          <a:p>
            <a:pPr marL="533400" indent="-533400" eaLnBrk="1" hangingPunct="1"/>
            <a:r>
              <a:rPr lang="en-US" altLang="en-US" sz="2800" b="1">
                <a:solidFill>
                  <a:srgbClr val="FF0066"/>
                </a:solidFill>
              </a:rPr>
              <a:t>Phương pháp đường tới hạn (CPM)</a:t>
            </a:r>
            <a:endParaRPr lang="en-US" altLang="en-US" sz="2800"/>
          </a:p>
          <a:p>
            <a:pPr marL="1295400" lvl="2" indent="-381000" eaLnBrk="1" hangingPunct="1"/>
            <a:r>
              <a:rPr lang="en-US" altLang="en-US"/>
              <a:t>CPM mang tính tiền định ở chỗ nó chỉ dùng 1 ước tính thời gian chính xác chứ không dùng 3 ước tính để tính toán thời lượng, và do đó khả năng theo dõi phần trăm hoàn thành với 1 mức độ chính xác hợp lý.</a:t>
            </a:r>
          </a:p>
          <a:p>
            <a:pPr marL="1295400" lvl="2" indent="-381000" eaLnBrk="1" hangingPunct="1"/>
            <a:r>
              <a:rPr lang="en-US" altLang="en-US"/>
              <a:t>Cần phải tính thời gian dự trữ (float) hay thời gian trì hoãn (slack) cho mỗi gói công việc và tính toán đường tới hạn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6">
            <a:extLst>
              <a:ext uri="{FF2B5EF4-FFF2-40B4-BE49-F238E27FC236}">
                <a16:creationId xmlns:a16="http://schemas.microsoft.com/office/drawing/2014/main" id="{4E2DC2DE-367C-A2B5-1ED5-A2A96D759BA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73E2BAD7-162C-4D90-9455-5A7B1AB33FEF}" type="slidenum">
              <a:rPr lang="en-US" altLang="en-US" b="0"/>
              <a:pPr/>
              <a:t>21</a:t>
            </a:fld>
            <a:endParaRPr lang="en-US" altLang="en-US" b="0"/>
          </a:p>
        </p:txBody>
      </p:sp>
      <p:sp>
        <p:nvSpPr>
          <p:cNvPr id="25603" name="Rectangle 2">
            <a:extLst>
              <a:ext uri="{FF2B5EF4-FFF2-40B4-BE49-F238E27FC236}">
                <a16:creationId xmlns:a16="http://schemas.microsoft.com/office/drawing/2014/main" id="{E79B5BEF-A9EC-DF0B-8556-CEAD9C19899E}"/>
              </a:ext>
            </a:extLst>
          </p:cNvPr>
          <p:cNvSpPr>
            <a:spLocks noGrp="1" noChangeArrowheads="1"/>
          </p:cNvSpPr>
          <p:nvPr>
            <p:ph type="title"/>
          </p:nvPr>
        </p:nvSpPr>
        <p:spPr/>
        <p:txBody>
          <a:bodyPr/>
          <a:lstStyle/>
          <a:p>
            <a:pPr eaLnBrk="1" hangingPunct="1"/>
            <a:r>
              <a:rPr lang="en-US" altLang="en-US" sz="2600" b="1"/>
              <a:t>ƯỚC LƯỢNG THỜI GIAN CHO MỖI HOẠT ĐỘNG</a:t>
            </a:r>
          </a:p>
        </p:txBody>
      </p:sp>
      <p:sp>
        <p:nvSpPr>
          <p:cNvPr id="25604" name="Rectangle 3">
            <a:extLst>
              <a:ext uri="{FF2B5EF4-FFF2-40B4-BE49-F238E27FC236}">
                <a16:creationId xmlns:a16="http://schemas.microsoft.com/office/drawing/2014/main" id="{44919BDD-E492-F782-BCC1-15E5AA095F39}"/>
              </a:ext>
            </a:extLst>
          </p:cNvPr>
          <p:cNvSpPr>
            <a:spLocks noGrp="1" noChangeArrowheads="1"/>
          </p:cNvSpPr>
          <p:nvPr>
            <p:ph type="body" sz="half" idx="1"/>
          </p:nvPr>
        </p:nvSpPr>
        <p:spPr>
          <a:xfrm>
            <a:off x="762000" y="990600"/>
            <a:ext cx="8077200" cy="4456113"/>
          </a:xfrm>
        </p:spPr>
        <p:txBody>
          <a:bodyPr/>
          <a:lstStyle/>
          <a:p>
            <a:pPr marL="533400" indent="-533400" eaLnBrk="1" hangingPunct="1">
              <a:buSzTx/>
              <a:buFont typeface="Wingdings" panose="05000000000000000000" pitchFamily="2" charset="2"/>
              <a:buAutoNum type="arabicPeriod"/>
            </a:pPr>
            <a:endParaRPr lang="en-US" altLang="en-US" sz="2400"/>
          </a:p>
          <a:p>
            <a:pPr marL="533400" indent="-533400" eaLnBrk="1" hangingPunct="1"/>
            <a:r>
              <a:rPr lang="en-US" altLang="en-US" sz="2800" b="1">
                <a:solidFill>
                  <a:srgbClr val="FF0066"/>
                </a:solidFill>
              </a:rPr>
              <a:t>Một số hướng dẫn giúp ước lượng thời gian cho DA CNTT</a:t>
            </a:r>
          </a:p>
          <a:p>
            <a:pPr marL="914400" lvl="1" indent="-457200" eaLnBrk="1" hangingPunct="1"/>
            <a:r>
              <a:rPr lang="en-US" altLang="en-US" sz="2400" b="1"/>
              <a:t>Chi phí thời gian của lập trình viên – Điều tra của Bell labs</a:t>
            </a:r>
          </a:p>
        </p:txBody>
      </p:sp>
      <p:graphicFrame>
        <p:nvGraphicFramePr>
          <p:cNvPr id="1008735" name="Group 95">
            <a:extLst>
              <a:ext uri="{FF2B5EF4-FFF2-40B4-BE49-F238E27FC236}">
                <a16:creationId xmlns:a16="http://schemas.microsoft.com/office/drawing/2014/main" id="{D6CC30D5-C7B3-4C4F-E6E8-3D83D8751DBD}"/>
              </a:ext>
            </a:extLst>
          </p:cNvPr>
          <p:cNvGraphicFramePr>
            <a:graphicFrameLocks noGrp="1"/>
          </p:cNvGraphicFramePr>
          <p:nvPr>
            <p:ph sz="half" idx="2"/>
          </p:nvPr>
        </p:nvGraphicFramePr>
        <p:xfrm>
          <a:off x="1849438" y="3352800"/>
          <a:ext cx="6532562" cy="3200400"/>
        </p:xfrm>
        <a:graphic>
          <a:graphicData uri="http://schemas.openxmlformats.org/drawingml/2006/table">
            <a:tbl>
              <a:tblPr/>
              <a:tblGrid>
                <a:gridCol w="5054600">
                  <a:extLst>
                    <a:ext uri="{9D8B030D-6E8A-4147-A177-3AD203B41FA5}">
                      <a16:colId xmlns:a16="http://schemas.microsoft.com/office/drawing/2014/main" val="20000"/>
                    </a:ext>
                  </a:extLst>
                </a:gridCol>
                <a:gridCol w="1477962">
                  <a:extLst>
                    <a:ext uri="{9D8B030D-6E8A-4147-A177-3AD203B41FA5}">
                      <a16:colId xmlns:a16="http://schemas.microsoft.com/office/drawing/2014/main" val="20001"/>
                    </a:ext>
                  </a:extLst>
                </a:gridCol>
              </a:tblGrid>
              <a:tr h="414338">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ahoma" pitchFamily="34" charset="0"/>
                          <a:cs typeface="Tahoma" pitchFamily="34" charset="0"/>
                        </a:rPr>
                        <a:t>Viết chương trình</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ahoma" pitchFamily="34" charset="0"/>
                          <a:cs typeface="Tahoma" pitchFamily="34" charset="0"/>
                        </a:rPr>
                        <a:t>13%</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2750">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ahoma" pitchFamily="34" charset="0"/>
                          <a:cs typeface="Tahoma" pitchFamily="34" charset="0"/>
                        </a:rPr>
                        <a:t>Đọc tài liệu hướng dẫn</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ahoma" pitchFamily="34" charset="0"/>
                          <a:cs typeface="Tahoma" pitchFamily="34" charset="0"/>
                        </a:rPr>
                        <a:t>16%</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4338">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ahoma" pitchFamily="34" charset="0"/>
                          <a:cs typeface="Tahoma" pitchFamily="34" charset="0"/>
                        </a:rPr>
                        <a:t>Thông báo, trao đổi, viết báo cáo</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ahoma" pitchFamily="34" charset="0"/>
                          <a:cs typeface="Tahoma" pitchFamily="34" charset="0"/>
                        </a:rPr>
                        <a:t>32%</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2750">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ahoma" pitchFamily="34" charset="0"/>
                          <a:cs typeface="Tahoma" pitchFamily="34" charset="0"/>
                        </a:rPr>
                        <a:t>Việc riêng</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ahoma" pitchFamily="34" charset="0"/>
                          <a:cs typeface="Tahoma" pitchFamily="34" charset="0"/>
                        </a:rPr>
                        <a:t>13%</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4338">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ahoma" pitchFamily="34" charset="0"/>
                          <a:cs typeface="Tahoma" pitchFamily="34" charset="0"/>
                        </a:rPr>
                        <a:t>Việc linh tinh khác</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ahoma" pitchFamily="34" charset="0"/>
                          <a:cs typeface="Tahoma" pitchFamily="34" charset="0"/>
                        </a:rPr>
                        <a:t>15%</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12750">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ahoma" pitchFamily="34" charset="0"/>
                          <a:cs typeface="Tahoma" pitchFamily="34" charset="0"/>
                        </a:rPr>
                        <a:t>Huấn luyện</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ahoma" pitchFamily="34" charset="0"/>
                          <a:cs typeface="Tahoma" pitchFamily="34" charset="0"/>
                        </a:rPr>
                        <a:t>6%</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14338">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ahoma" pitchFamily="34" charset="0"/>
                          <a:cs typeface="Tahoma" pitchFamily="34" charset="0"/>
                        </a:rPr>
                        <a:t>Gửi email, chat</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ahoma" pitchFamily="34" charset="0"/>
                          <a:cs typeface="Tahoma" pitchFamily="34" charset="0"/>
                        </a:rPr>
                        <a:t>5%</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6">
            <a:extLst>
              <a:ext uri="{FF2B5EF4-FFF2-40B4-BE49-F238E27FC236}">
                <a16:creationId xmlns:a16="http://schemas.microsoft.com/office/drawing/2014/main" id="{A34B3C62-7B9E-D6D6-1AA0-40D3F84DDE5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3A317A29-BA51-4F90-881F-138403950F25}" type="slidenum">
              <a:rPr lang="en-US" altLang="en-US" b="0"/>
              <a:pPr/>
              <a:t>22</a:t>
            </a:fld>
            <a:endParaRPr lang="en-US" altLang="en-US" b="0"/>
          </a:p>
        </p:txBody>
      </p:sp>
      <p:sp>
        <p:nvSpPr>
          <p:cNvPr id="26627" name="Rectangle 2">
            <a:extLst>
              <a:ext uri="{FF2B5EF4-FFF2-40B4-BE49-F238E27FC236}">
                <a16:creationId xmlns:a16="http://schemas.microsoft.com/office/drawing/2014/main" id="{6083FCFE-68AE-BCB8-A509-7DFDE61CA022}"/>
              </a:ext>
            </a:extLst>
          </p:cNvPr>
          <p:cNvSpPr>
            <a:spLocks noGrp="1" noChangeArrowheads="1"/>
          </p:cNvSpPr>
          <p:nvPr>
            <p:ph type="title"/>
          </p:nvPr>
        </p:nvSpPr>
        <p:spPr/>
        <p:txBody>
          <a:bodyPr/>
          <a:lstStyle/>
          <a:p>
            <a:pPr eaLnBrk="1" hangingPunct="1"/>
            <a:r>
              <a:rPr lang="en-US" altLang="en-US" sz="2600" b="1"/>
              <a:t>ƯỚC LƯỢNG THỜI GIAN CHO MỖI HOẠT ĐỘNG</a:t>
            </a:r>
          </a:p>
        </p:txBody>
      </p:sp>
      <p:sp>
        <p:nvSpPr>
          <p:cNvPr id="26628" name="Rectangle 3">
            <a:extLst>
              <a:ext uri="{FF2B5EF4-FFF2-40B4-BE49-F238E27FC236}">
                <a16:creationId xmlns:a16="http://schemas.microsoft.com/office/drawing/2014/main" id="{9EE05E71-D807-4C3B-32E0-7746CF564E76}"/>
              </a:ext>
            </a:extLst>
          </p:cNvPr>
          <p:cNvSpPr>
            <a:spLocks noGrp="1" noChangeArrowheads="1"/>
          </p:cNvSpPr>
          <p:nvPr>
            <p:ph type="body" sz="half" idx="1"/>
          </p:nvPr>
        </p:nvSpPr>
        <p:spPr>
          <a:xfrm>
            <a:off x="762000" y="1295400"/>
            <a:ext cx="8077200" cy="4456113"/>
          </a:xfrm>
        </p:spPr>
        <p:txBody>
          <a:bodyPr/>
          <a:lstStyle/>
          <a:p>
            <a:pPr marL="533400" indent="-533400" eaLnBrk="1" hangingPunct="1">
              <a:buSzTx/>
              <a:buFont typeface="Wingdings" panose="05000000000000000000" pitchFamily="2" charset="2"/>
              <a:buAutoNum type="arabicPeriod"/>
            </a:pPr>
            <a:endParaRPr lang="en-US" altLang="en-US" sz="2400"/>
          </a:p>
          <a:p>
            <a:pPr marL="914400" lvl="1" indent="-457200" eaLnBrk="1" hangingPunct="1"/>
            <a:r>
              <a:rPr lang="en-US" altLang="en-US" sz="2400" b="1"/>
              <a:t>Điều tra của IBM</a:t>
            </a:r>
          </a:p>
        </p:txBody>
      </p:sp>
      <p:graphicFrame>
        <p:nvGraphicFramePr>
          <p:cNvPr id="1011785" name="Group 73">
            <a:extLst>
              <a:ext uri="{FF2B5EF4-FFF2-40B4-BE49-F238E27FC236}">
                <a16:creationId xmlns:a16="http://schemas.microsoft.com/office/drawing/2014/main" id="{9CA60839-2C5C-FB05-FE10-FAEFBCE1BDA0}"/>
              </a:ext>
            </a:extLst>
          </p:cNvPr>
          <p:cNvGraphicFramePr>
            <a:graphicFrameLocks noGrp="1"/>
          </p:cNvGraphicFramePr>
          <p:nvPr>
            <p:ph sz="half" idx="2"/>
          </p:nvPr>
        </p:nvGraphicFramePr>
        <p:xfrm>
          <a:off x="1676400" y="2286000"/>
          <a:ext cx="6477000" cy="2209800"/>
        </p:xfrm>
        <a:graphic>
          <a:graphicData uri="http://schemas.openxmlformats.org/drawingml/2006/table">
            <a:tbl>
              <a:tblPr/>
              <a:tblGrid>
                <a:gridCol w="5397500">
                  <a:extLst>
                    <a:ext uri="{9D8B030D-6E8A-4147-A177-3AD203B41FA5}">
                      <a16:colId xmlns:a16="http://schemas.microsoft.com/office/drawing/2014/main" val="20000"/>
                    </a:ext>
                  </a:extLst>
                </a:gridCol>
                <a:gridCol w="1079500">
                  <a:extLst>
                    <a:ext uri="{9D8B030D-6E8A-4147-A177-3AD203B41FA5}">
                      <a16:colId xmlns:a16="http://schemas.microsoft.com/office/drawing/2014/main" val="20001"/>
                    </a:ext>
                  </a:extLst>
                </a:gridCol>
              </a:tblGrid>
              <a:tr h="60325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ahoma" pitchFamily="34" charset="0"/>
                          <a:cs typeface="Tahoma" pitchFamily="34" charset="0"/>
                        </a:rPr>
                        <a:t>Làm việc một mình</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ahoma" pitchFamily="34" charset="0"/>
                          <a:cs typeface="Tahoma" pitchFamily="34" charset="0"/>
                        </a:rPr>
                        <a:t>30%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1595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ahoma" pitchFamily="34" charset="0"/>
                          <a:cs typeface="Tahoma" pitchFamily="34" charset="0"/>
                        </a:rPr>
                        <a:t>Trao đổi công việc</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ahoma" pitchFamily="34" charset="0"/>
                          <a:cs typeface="Tahoma" pitchFamily="34" charset="0"/>
                        </a:rPr>
                        <a:t>50%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99060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ahoma" pitchFamily="34" charset="0"/>
                          <a:cs typeface="Tahoma" pitchFamily="34" charset="0"/>
                        </a:rPr>
                        <a:t>Làm những công việc khác, không phục vụ trực tiếp cho công việc</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ahoma" pitchFamily="34" charset="0"/>
                          <a:cs typeface="Tahoma" pitchFamily="34" charset="0"/>
                        </a:rPr>
                        <a:t>20%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5">
            <a:extLst>
              <a:ext uri="{FF2B5EF4-FFF2-40B4-BE49-F238E27FC236}">
                <a16:creationId xmlns:a16="http://schemas.microsoft.com/office/drawing/2014/main" id="{3B0DF75E-783B-A769-4FBE-2D991DDC353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C112419F-09E5-4148-B1A4-C47BB54525CC}" type="slidenum">
              <a:rPr lang="en-US" altLang="en-US" b="0"/>
              <a:pPr/>
              <a:t>23</a:t>
            </a:fld>
            <a:endParaRPr lang="en-US" altLang="en-US" b="0"/>
          </a:p>
        </p:txBody>
      </p:sp>
      <p:sp>
        <p:nvSpPr>
          <p:cNvPr id="27651" name="Rectangle 2">
            <a:extLst>
              <a:ext uri="{FF2B5EF4-FFF2-40B4-BE49-F238E27FC236}">
                <a16:creationId xmlns:a16="http://schemas.microsoft.com/office/drawing/2014/main" id="{E0FF6BA3-ACB3-CD64-F9E3-38B8DE8151AD}"/>
              </a:ext>
            </a:extLst>
          </p:cNvPr>
          <p:cNvSpPr>
            <a:spLocks noGrp="1" noChangeArrowheads="1"/>
          </p:cNvSpPr>
          <p:nvPr>
            <p:ph type="title"/>
          </p:nvPr>
        </p:nvSpPr>
        <p:spPr>
          <a:xfrm>
            <a:off x="990600" y="152400"/>
            <a:ext cx="8153400" cy="1004888"/>
          </a:xfrm>
        </p:spPr>
        <p:txBody>
          <a:bodyPr/>
          <a:lstStyle/>
          <a:p>
            <a:pPr eaLnBrk="1" hangingPunct="1"/>
            <a:r>
              <a:rPr lang="en-US" altLang="en-US" sz="3000" b="1"/>
              <a:t>TH</a:t>
            </a:r>
            <a:r>
              <a:rPr lang="en-US" altLang="en-US" b="1"/>
              <a:t>ẢO LUẬN</a:t>
            </a:r>
          </a:p>
        </p:txBody>
      </p:sp>
      <p:sp>
        <p:nvSpPr>
          <p:cNvPr id="27652" name="Rectangle 3">
            <a:extLst>
              <a:ext uri="{FF2B5EF4-FFF2-40B4-BE49-F238E27FC236}">
                <a16:creationId xmlns:a16="http://schemas.microsoft.com/office/drawing/2014/main" id="{C5168BFF-8717-5611-5D92-6085BC96ED69}"/>
              </a:ext>
            </a:extLst>
          </p:cNvPr>
          <p:cNvSpPr>
            <a:spLocks noGrp="1" noChangeArrowheads="1"/>
          </p:cNvSpPr>
          <p:nvPr>
            <p:ph type="body" idx="1"/>
          </p:nvPr>
        </p:nvSpPr>
        <p:spPr>
          <a:xfrm>
            <a:off x="609600" y="1295400"/>
            <a:ext cx="8382000" cy="5029200"/>
          </a:xfrm>
        </p:spPr>
        <p:txBody>
          <a:bodyPr/>
          <a:lstStyle/>
          <a:p>
            <a:pPr marL="533400" indent="-533400" eaLnBrk="1" hangingPunct="1">
              <a:buSzTx/>
              <a:buFont typeface="Wingdings" panose="05000000000000000000" pitchFamily="2" charset="2"/>
              <a:buAutoNum type="arabicPeriod"/>
            </a:pPr>
            <a:endParaRPr lang="en-US" altLang="en-US" sz="2400"/>
          </a:p>
          <a:p>
            <a:pPr marL="533400" indent="-533400" eaLnBrk="1" hangingPunct="1"/>
            <a:r>
              <a:rPr lang="en-US" altLang="en-US" sz="2400" b="1">
                <a:solidFill>
                  <a:srgbClr val="FF0066"/>
                </a:solidFill>
              </a:rPr>
              <a:t>Khó khăn trong việc ước lượng thời gian trong các dự án phần mềm?</a:t>
            </a:r>
          </a:p>
          <a:p>
            <a:pPr marL="1295400" lvl="2" indent="-381000" eaLnBrk="1" hangingPunct="1"/>
            <a:endParaRPr lang="en-US" altLang="en-US" b="1">
              <a:solidFill>
                <a:srgbClr val="FF0066"/>
              </a:solidFill>
            </a:endParaRPr>
          </a:p>
        </p:txBody>
      </p:sp>
      <p:pic>
        <p:nvPicPr>
          <p:cNvPr id="27653" name="Picture 4">
            <a:extLst>
              <a:ext uri="{FF2B5EF4-FFF2-40B4-BE49-F238E27FC236}">
                <a16:creationId xmlns:a16="http://schemas.microsoft.com/office/drawing/2014/main" id="{D26F3AE9-B833-FDED-D0DF-D116931717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3429000"/>
            <a:ext cx="29718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5">
            <a:extLst>
              <a:ext uri="{FF2B5EF4-FFF2-40B4-BE49-F238E27FC236}">
                <a16:creationId xmlns:a16="http://schemas.microsoft.com/office/drawing/2014/main" id="{EBC7605A-5616-163E-0ECC-F8F821FC58D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CCA573B5-AE44-484B-B4C3-25E0AFAA7B2C}" type="slidenum">
              <a:rPr lang="en-US" altLang="en-US" b="0"/>
              <a:pPr/>
              <a:t>24</a:t>
            </a:fld>
            <a:endParaRPr lang="en-US" altLang="en-US" b="0"/>
          </a:p>
        </p:txBody>
      </p:sp>
      <p:sp>
        <p:nvSpPr>
          <p:cNvPr id="28675" name="Rectangle 2">
            <a:extLst>
              <a:ext uri="{FF2B5EF4-FFF2-40B4-BE49-F238E27FC236}">
                <a16:creationId xmlns:a16="http://schemas.microsoft.com/office/drawing/2014/main" id="{C6465F26-3110-BA73-8646-F9A47F8AE555}"/>
              </a:ext>
            </a:extLst>
          </p:cNvPr>
          <p:cNvSpPr>
            <a:spLocks noGrp="1" noChangeArrowheads="1"/>
          </p:cNvSpPr>
          <p:nvPr>
            <p:ph type="title"/>
          </p:nvPr>
        </p:nvSpPr>
        <p:spPr>
          <a:xfrm>
            <a:off x="990600" y="152400"/>
            <a:ext cx="8153400" cy="1004888"/>
          </a:xfrm>
        </p:spPr>
        <p:txBody>
          <a:bodyPr/>
          <a:lstStyle/>
          <a:p>
            <a:pPr eaLnBrk="1" hangingPunct="1"/>
            <a:r>
              <a:rPr lang="en-US" altLang="en-US" sz="2600" b="1"/>
              <a:t>ƯỚC LƯỢNG THỜI GIAN CHO MỖI HOẠT ĐỘNG</a:t>
            </a:r>
          </a:p>
        </p:txBody>
      </p:sp>
      <p:sp>
        <p:nvSpPr>
          <p:cNvPr id="28676" name="Rectangle 3">
            <a:extLst>
              <a:ext uri="{FF2B5EF4-FFF2-40B4-BE49-F238E27FC236}">
                <a16:creationId xmlns:a16="http://schemas.microsoft.com/office/drawing/2014/main" id="{C3C2D1FF-D651-520A-746B-CE32D94ACE07}"/>
              </a:ext>
            </a:extLst>
          </p:cNvPr>
          <p:cNvSpPr>
            <a:spLocks noGrp="1" noChangeArrowheads="1"/>
          </p:cNvSpPr>
          <p:nvPr>
            <p:ph type="body" idx="1"/>
          </p:nvPr>
        </p:nvSpPr>
        <p:spPr>
          <a:xfrm>
            <a:off x="609600" y="1295400"/>
            <a:ext cx="8382000" cy="5029200"/>
          </a:xfrm>
        </p:spPr>
        <p:txBody>
          <a:bodyPr/>
          <a:lstStyle/>
          <a:p>
            <a:pPr marL="533400" indent="-533400" eaLnBrk="1" hangingPunct="1">
              <a:lnSpc>
                <a:spcPct val="90000"/>
              </a:lnSpc>
              <a:buSzTx/>
              <a:buFont typeface="Wingdings" panose="05000000000000000000" pitchFamily="2" charset="2"/>
              <a:buAutoNum type="arabicPeriod"/>
            </a:pPr>
            <a:endParaRPr lang="en-US" altLang="en-US" sz="2400"/>
          </a:p>
          <a:p>
            <a:pPr marL="533400" indent="-533400" eaLnBrk="1" hangingPunct="1">
              <a:lnSpc>
                <a:spcPct val="90000"/>
              </a:lnSpc>
            </a:pPr>
            <a:r>
              <a:rPr lang="en-US" altLang="en-US" sz="2800" b="1">
                <a:solidFill>
                  <a:srgbClr val="FF0066"/>
                </a:solidFill>
              </a:rPr>
              <a:t>Khó khăn trong việc ước lượng thời gian</a:t>
            </a:r>
            <a:endParaRPr lang="en-US" altLang="en-US" sz="2800"/>
          </a:p>
          <a:p>
            <a:pPr marL="1295400" lvl="2" indent="-381000" eaLnBrk="1" hangingPunct="1">
              <a:lnSpc>
                <a:spcPct val="90000"/>
              </a:lnSpc>
            </a:pPr>
            <a:r>
              <a:rPr lang="en-US" altLang="en-US"/>
              <a:t>Phần mềm chưa làm bao giờ</a:t>
            </a:r>
          </a:p>
          <a:p>
            <a:pPr marL="1295400" lvl="2" indent="-381000" eaLnBrk="1" hangingPunct="1">
              <a:lnSpc>
                <a:spcPct val="90000"/>
              </a:lnSpc>
            </a:pPr>
            <a:r>
              <a:rPr lang="en-US" altLang="en-US"/>
              <a:t>Khó dùng lại những kinh nghiệm của dự án trước đây</a:t>
            </a:r>
          </a:p>
          <a:p>
            <a:pPr marL="1295400" lvl="2" indent="-381000" eaLnBrk="1" hangingPunct="1">
              <a:lnSpc>
                <a:spcPct val="90000"/>
              </a:lnSpc>
            </a:pPr>
            <a:r>
              <a:rPr lang="en-US" altLang="en-US"/>
              <a:t>Công nghệ thay đổi</a:t>
            </a:r>
          </a:p>
          <a:p>
            <a:pPr marL="1295400" lvl="2" indent="-381000" eaLnBrk="1" hangingPunct="1">
              <a:lnSpc>
                <a:spcPct val="90000"/>
              </a:lnSpc>
            </a:pPr>
            <a:r>
              <a:rPr lang="en-US" altLang="en-US"/>
              <a:t>Khó phân ranh giới rõ ràng giữa các giai đoạn. Ví dụ:</a:t>
            </a:r>
          </a:p>
          <a:p>
            <a:pPr marL="1714500" lvl="3" indent="-342900" eaLnBrk="1" hangingPunct="1">
              <a:lnSpc>
                <a:spcPct val="90000"/>
              </a:lnSpc>
            </a:pPr>
            <a:r>
              <a:rPr lang="en-US" altLang="en-US"/>
              <a:t>Kiểm thử có bao gồm việc gỡ rối hay không?</a:t>
            </a:r>
          </a:p>
          <a:p>
            <a:pPr marL="1714500" lvl="3" indent="-342900" eaLnBrk="1" hangingPunct="1">
              <a:lnSpc>
                <a:spcPct val="90000"/>
              </a:lnSpc>
            </a:pPr>
            <a:r>
              <a:rPr lang="en-US" altLang="en-US"/>
              <a:t>Thiết kế có bao gồm việc vẽ sơ đồ cấu trúc chương trình hay không?</a:t>
            </a:r>
          </a:p>
          <a:p>
            <a:pPr marL="1295400" lvl="2" indent="-381000" eaLnBrk="1" hangingPunct="1">
              <a:lnSpc>
                <a:spcPct val="90000"/>
              </a:lnSpc>
            </a:pPr>
            <a:r>
              <a:rPr lang="en-US" altLang="en-US"/>
              <a:t>Công sức và thời gian còn phụ thuộc vào 1 vài yếu tố khác</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5">
            <a:extLst>
              <a:ext uri="{FF2B5EF4-FFF2-40B4-BE49-F238E27FC236}">
                <a16:creationId xmlns:a16="http://schemas.microsoft.com/office/drawing/2014/main" id="{0BBF9947-6617-F9F9-6ADC-ECB5F6FE4E3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973252C9-7834-4BEA-BD2C-FE60399F9F6B}" type="slidenum">
              <a:rPr lang="en-US" altLang="en-US" b="0"/>
              <a:pPr/>
              <a:t>25</a:t>
            </a:fld>
            <a:endParaRPr lang="en-US" altLang="en-US" b="0"/>
          </a:p>
        </p:txBody>
      </p:sp>
      <p:sp>
        <p:nvSpPr>
          <p:cNvPr id="29699" name="Rectangle 2">
            <a:extLst>
              <a:ext uri="{FF2B5EF4-FFF2-40B4-BE49-F238E27FC236}">
                <a16:creationId xmlns:a16="http://schemas.microsoft.com/office/drawing/2014/main" id="{7DDCFC0D-2D73-E868-C4DD-67AB82190B05}"/>
              </a:ext>
            </a:extLst>
          </p:cNvPr>
          <p:cNvSpPr>
            <a:spLocks noGrp="1" noChangeArrowheads="1"/>
          </p:cNvSpPr>
          <p:nvPr>
            <p:ph type="title"/>
          </p:nvPr>
        </p:nvSpPr>
        <p:spPr>
          <a:xfrm>
            <a:off x="990600" y="152400"/>
            <a:ext cx="8153400" cy="1004888"/>
          </a:xfrm>
        </p:spPr>
        <p:txBody>
          <a:bodyPr/>
          <a:lstStyle/>
          <a:p>
            <a:pPr eaLnBrk="1" hangingPunct="1"/>
            <a:r>
              <a:rPr lang="en-US" altLang="en-US" sz="2600" b="1"/>
              <a:t>ƯỚC LƯỢNG THỜI GIAN CHO MỖI HOẠT ĐỘNG</a:t>
            </a:r>
          </a:p>
        </p:txBody>
      </p:sp>
      <p:sp>
        <p:nvSpPr>
          <p:cNvPr id="29700" name="Rectangle 3">
            <a:extLst>
              <a:ext uri="{FF2B5EF4-FFF2-40B4-BE49-F238E27FC236}">
                <a16:creationId xmlns:a16="http://schemas.microsoft.com/office/drawing/2014/main" id="{27D4188B-0B74-57F1-2F5B-1176E9DF5525}"/>
              </a:ext>
            </a:extLst>
          </p:cNvPr>
          <p:cNvSpPr>
            <a:spLocks noGrp="1" noChangeArrowheads="1"/>
          </p:cNvSpPr>
          <p:nvPr>
            <p:ph type="body" idx="1"/>
          </p:nvPr>
        </p:nvSpPr>
        <p:spPr>
          <a:xfrm>
            <a:off x="609600" y="1295400"/>
            <a:ext cx="8382000" cy="5029200"/>
          </a:xfrm>
        </p:spPr>
        <p:txBody>
          <a:bodyPr/>
          <a:lstStyle/>
          <a:p>
            <a:pPr marL="533400" indent="-533400" eaLnBrk="1" hangingPunct="1">
              <a:buSzTx/>
              <a:buFont typeface="Wingdings" panose="05000000000000000000" pitchFamily="2" charset="2"/>
              <a:buAutoNum type="arabicPeriod"/>
            </a:pPr>
            <a:endParaRPr lang="en-US" altLang="en-US" sz="2800"/>
          </a:p>
          <a:p>
            <a:pPr marL="533400" indent="-533400" eaLnBrk="1" hangingPunct="1"/>
            <a:r>
              <a:rPr lang="en-US" altLang="en-US" sz="2800" b="1">
                <a:solidFill>
                  <a:srgbClr val="FF0066"/>
                </a:solidFill>
              </a:rPr>
              <a:t>Một số phương pháp ước lượng khác</a:t>
            </a:r>
            <a:endParaRPr lang="en-US" altLang="en-US" sz="2800"/>
          </a:p>
          <a:p>
            <a:pPr marL="1295400" lvl="2" indent="-381000" eaLnBrk="1" hangingPunct="1"/>
            <a:r>
              <a:rPr lang="en-US" altLang="en-US"/>
              <a:t>Hỏi ý kiến chuyên gia</a:t>
            </a:r>
          </a:p>
          <a:p>
            <a:pPr marL="1295400" lvl="2" indent="-381000" eaLnBrk="1" hangingPunct="1"/>
            <a:r>
              <a:rPr lang="en-US" altLang="en-US"/>
              <a:t>So sánh với các DA tương tự đã làm để có số liệu ước tính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5">
            <a:extLst>
              <a:ext uri="{FF2B5EF4-FFF2-40B4-BE49-F238E27FC236}">
                <a16:creationId xmlns:a16="http://schemas.microsoft.com/office/drawing/2014/main" id="{B3A1CE9A-C65B-AD65-CA76-7E1D82FEC8B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69B3FAAF-FA91-463B-BA35-3927C737FF9D}" type="slidenum">
              <a:rPr lang="en-US" altLang="en-US" b="0"/>
              <a:pPr/>
              <a:t>26</a:t>
            </a:fld>
            <a:endParaRPr lang="en-US" altLang="en-US" b="0"/>
          </a:p>
        </p:txBody>
      </p:sp>
      <p:sp>
        <p:nvSpPr>
          <p:cNvPr id="30723" name="Rectangle 2">
            <a:extLst>
              <a:ext uri="{FF2B5EF4-FFF2-40B4-BE49-F238E27FC236}">
                <a16:creationId xmlns:a16="http://schemas.microsoft.com/office/drawing/2014/main" id="{AB2B3A98-6ED7-CD4A-D1AC-38EE620BD609}"/>
              </a:ext>
            </a:extLst>
          </p:cNvPr>
          <p:cNvSpPr>
            <a:spLocks noGrp="1" noChangeArrowheads="1"/>
          </p:cNvSpPr>
          <p:nvPr>
            <p:ph type="title"/>
          </p:nvPr>
        </p:nvSpPr>
        <p:spPr/>
        <p:txBody>
          <a:bodyPr/>
          <a:lstStyle/>
          <a:p>
            <a:pPr eaLnBrk="1" hangingPunct="1"/>
            <a:r>
              <a:rPr lang="en-US" altLang="en-US" b="1"/>
              <a:t>TÍNH THỜI GIAN &amp; NGUỒN LỰC</a:t>
            </a:r>
          </a:p>
        </p:txBody>
      </p:sp>
      <p:sp>
        <p:nvSpPr>
          <p:cNvPr id="30724" name="Rectangle 3">
            <a:extLst>
              <a:ext uri="{FF2B5EF4-FFF2-40B4-BE49-F238E27FC236}">
                <a16:creationId xmlns:a16="http://schemas.microsoft.com/office/drawing/2014/main" id="{D36123B8-00BE-BB1B-DB0F-EB0926629CC0}"/>
              </a:ext>
            </a:extLst>
          </p:cNvPr>
          <p:cNvSpPr>
            <a:spLocks noGrp="1" noChangeArrowheads="1"/>
          </p:cNvSpPr>
          <p:nvPr>
            <p:ph type="body" idx="1"/>
          </p:nvPr>
        </p:nvSpPr>
        <p:spPr>
          <a:xfrm>
            <a:off x="609600" y="1295400"/>
            <a:ext cx="8382000" cy="5562600"/>
          </a:xfrm>
        </p:spPr>
        <p:txBody>
          <a:bodyPr/>
          <a:lstStyle/>
          <a:p>
            <a:pPr marL="533400" indent="-533400" eaLnBrk="1" hangingPunct="1">
              <a:lnSpc>
                <a:spcPct val="90000"/>
              </a:lnSpc>
              <a:buSzTx/>
              <a:buFont typeface="Wingdings" panose="05000000000000000000" pitchFamily="2" charset="2"/>
              <a:buAutoNum type="arabicPeriod"/>
            </a:pPr>
            <a:endParaRPr lang="en-US" altLang="en-US" sz="2400"/>
          </a:p>
          <a:p>
            <a:pPr marL="533400" indent="-533400" eaLnBrk="1" hangingPunct="1">
              <a:lnSpc>
                <a:spcPct val="90000"/>
              </a:lnSpc>
            </a:pPr>
            <a:r>
              <a:rPr lang="en-US" altLang="en-US" sz="2800" b="1"/>
              <a:t>Inputs</a:t>
            </a:r>
          </a:p>
          <a:p>
            <a:pPr marL="914400" lvl="1" indent="-457200" eaLnBrk="1" hangingPunct="1">
              <a:lnSpc>
                <a:spcPct val="90000"/>
              </a:lnSpc>
            </a:pPr>
            <a:r>
              <a:rPr lang="en-US" altLang="en-US" sz="2400"/>
              <a:t>Danh sách công việc, lược đồ công việc.</a:t>
            </a:r>
          </a:p>
          <a:p>
            <a:pPr marL="914400" lvl="1" indent="-457200" eaLnBrk="1" hangingPunct="1">
              <a:lnSpc>
                <a:spcPct val="90000"/>
              </a:lnSpc>
            </a:pPr>
            <a:r>
              <a:rPr lang="en-US" altLang="en-US" sz="2400">
                <a:solidFill>
                  <a:schemeClr val="folHlink"/>
                </a:solidFill>
              </a:rPr>
              <a:t>Nguồn lực sử dụng được cho dự án:</a:t>
            </a:r>
            <a:r>
              <a:rPr lang="en-US" altLang="en-US" sz="2400"/>
              <a:t> mô tả về những loại nguồn lực mà dự án có thể sử dụng một phần hoặc toàn bộ cho các hoạt động của nó, gồm loại, số lượng, tính chất, thời gian điểm sẵn sàng, …</a:t>
            </a:r>
          </a:p>
          <a:p>
            <a:pPr marL="533400" indent="-533400" eaLnBrk="1" hangingPunct="1">
              <a:lnSpc>
                <a:spcPct val="90000"/>
              </a:lnSpc>
            </a:pPr>
            <a:r>
              <a:rPr lang="en-US" altLang="en-US" sz="2800" b="1"/>
              <a:t>Outputs</a:t>
            </a:r>
          </a:p>
          <a:p>
            <a:pPr marL="914400" lvl="1" indent="-457200" eaLnBrk="1" hangingPunct="1">
              <a:lnSpc>
                <a:spcPct val="90000"/>
              </a:lnSpc>
            </a:pPr>
            <a:r>
              <a:rPr lang="en-US" altLang="en-US" sz="2400">
                <a:solidFill>
                  <a:schemeClr val="folHlink"/>
                </a:solidFill>
              </a:rPr>
              <a:t>Nguồn lực mà dự án sẽ sử dụng</a:t>
            </a:r>
            <a:r>
              <a:rPr lang="en-US" altLang="en-US" sz="2400"/>
              <a:t>.(Rsrc.Requirement): đòi hỏi nguồn lực mà dự án sẽ sử dụng, gồm loại, số lượng, tính chất, thời điểm cần dùng, thời gian, mức độ,…</a:t>
            </a:r>
          </a:p>
          <a:p>
            <a:pPr marL="914400" lvl="1" indent="-457200" eaLnBrk="1" hangingPunct="1">
              <a:lnSpc>
                <a:spcPct val="90000"/>
              </a:lnSpc>
            </a:pPr>
            <a:r>
              <a:rPr lang="en-US" altLang="en-US" sz="2400">
                <a:solidFill>
                  <a:schemeClr val="folHlink"/>
                </a:solidFill>
              </a:rPr>
              <a:t>Project Schedules:</a:t>
            </a:r>
            <a:r>
              <a:rPr lang="en-US" altLang="en-US" sz="2400"/>
              <a:t> PERT charts, Gantt charts, Resource charts,… </a:t>
            </a:r>
          </a:p>
          <a:p>
            <a:pPr marL="914400" lvl="1" indent="-457200" eaLnBrk="1" hangingPunct="1">
              <a:lnSpc>
                <a:spcPct val="90000"/>
              </a:lnSpc>
            </a:pPr>
            <a:endParaRPr lang="en-US" altLang="en-US"/>
          </a:p>
          <a:p>
            <a:pPr marL="914400" lvl="1" indent="-457200" eaLnBrk="1" hangingPunct="1">
              <a:lnSpc>
                <a:spcPct val="90000"/>
              </a:lnSpc>
            </a:pPr>
            <a:endParaRPr lang="en-US"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5">
            <a:extLst>
              <a:ext uri="{FF2B5EF4-FFF2-40B4-BE49-F238E27FC236}">
                <a16:creationId xmlns:a16="http://schemas.microsoft.com/office/drawing/2014/main" id="{2B3722CF-2E46-95EB-C2D3-BD341F0DE09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3413F5C5-6FDE-4928-AAD0-0790DC894B82}" type="slidenum">
              <a:rPr lang="en-US" altLang="en-US" b="0"/>
              <a:pPr/>
              <a:t>27</a:t>
            </a:fld>
            <a:endParaRPr lang="en-US" altLang="en-US" b="0"/>
          </a:p>
        </p:txBody>
      </p:sp>
      <p:sp>
        <p:nvSpPr>
          <p:cNvPr id="31747" name="Rectangle 2">
            <a:extLst>
              <a:ext uri="{FF2B5EF4-FFF2-40B4-BE49-F238E27FC236}">
                <a16:creationId xmlns:a16="http://schemas.microsoft.com/office/drawing/2014/main" id="{F0B72F39-E8CD-C094-546E-A5A2973E44C7}"/>
              </a:ext>
            </a:extLst>
          </p:cNvPr>
          <p:cNvSpPr>
            <a:spLocks noGrp="1" noChangeArrowheads="1"/>
          </p:cNvSpPr>
          <p:nvPr>
            <p:ph type="title"/>
          </p:nvPr>
        </p:nvSpPr>
        <p:spPr>
          <a:xfrm>
            <a:off x="990600" y="152400"/>
            <a:ext cx="8153400" cy="1004888"/>
          </a:xfrm>
        </p:spPr>
        <p:txBody>
          <a:bodyPr/>
          <a:lstStyle/>
          <a:p>
            <a:pPr eaLnBrk="1" hangingPunct="1"/>
            <a:r>
              <a:rPr lang="en-US" altLang="en-US" b="1"/>
              <a:t>PHÁT TRIỂN LỊCH BIỂU</a:t>
            </a:r>
            <a:br>
              <a:rPr lang="en-US" altLang="en-US" b="1"/>
            </a:br>
            <a:r>
              <a:rPr lang="en-US" altLang="en-US" b="1"/>
              <a:t> </a:t>
            </a:r>
            <a:r>
              <a:rPr lang="en-US" altLang="en-US" b="1">
                <a:solidFill>
                  <a:srgbClr val="FF0066"/>
                </a:solidFill>
              </a:rPr>
              <a:t>Schedule Development</a:t>
            </a:r>
          </a:p>
        </p:txBody>
      </p:sp>
      <p:sp>
        <p:nvSpPr>
          <p:cNvPr id="31748" name="Rectangle 3">
            <a:extLst>
              <a:ext uri="{FF2B5EF4-FFF2-40B4-BE49-F238E27FC236}">
                <a16:creationId xmlns:a16="http://schemas.microsoft.com/office/drawing/2014/main" id="{9226B5A2-E5E5-BBD4-31A8-BCB8B45F0D91}"/>
              </a:ext>
            </a:extLst>
          </p:cNvPr>
          <p:cNvSpPr>
            <a:spLocks noGrp="1" noChangeArrowheads="1"/>
          </p:cNvSpPr>
          <p:nvPr>
            <p:ph type="body" idx="1"/>
          </p:nvPr>
        </p:nvSpPr>
        <p:spPr>
          <a:xfrm>
            <a:off x="609600" y="1295400"/>
            <a:ext cx="8382000" cy="5029200"/>
          </a:xfrm>
        </p:spPr>
        <p:txBody>
          <a:bodyPr/>
          <a:lstStyle/>
          <a:p>
            <a:pPr marL="533400" indent="-533400" eaLnBrk="1" hangingPunct="1">
              <a:buSzTx/>
              <a:buFont typeface="Wingdings" panose="05000000000000000000" pitchFamily="2" charset="2"/>
              <a:buNone/>
            </a:pPr>
            <a:endParaRPr lang="en-US" altLang="en-US" b="1">
              <a:solidFill>
                <a:srgbClr val="FF0066"/>
              </a:solidFill>
            </a:endParaRPr>
          </a:p>
          <a:p>
            <a:pPr marL="533400" indent="-533400" eaLnBrk="1" hangingPunct="1"/>
            <a:r>
              <a:rPr lang="en-US" altLang="en-US"/>
              <a:t>Tạo được lịch biểu phù hợp</a:t>
            </a:r>
          </a:p>
          <a:p>
            <a:pPr marL="914400" lvl="1" indent="-457200" eaLnBrk="1" hangingPunct="1"/>
            <a:r>
              <a:rPr lang="en-US" altLang="en-US"/>
              <a:t>Phân tích thứ tự hoạt động, thời lượng, nhu cầu nguồn lực và giới hạn về thời gian để xây dựng kế hoạch tiến độ của dự án</a:t>
            </a:r>
          </a:p>
          <a:p>
            <a:pPr marL="914400" lvl="1" indent="-457200" eaLnBrk="1" hangingPunct="1">
              <a:buFont typeface="Wingdings" panose="05000000000000000000" pitchFamily="2" charset="2"/>
              <a:buNone/>
            </a:pPr>
            <a:endParaRPr lang="en-US" altLang="en-US"/>
          </a:p>
          <a:p>
            <a:pPr marL="914400" lvl="1" indent="-457200" eaLnBrk="1" hangingPunct="1"/>
            <a:endParaRPr lang="en-US"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5">
            <a:extLst>
              <a:ext uri="{FF2B5EF4-FFF2-40B4-BE49-F238E27FC236}">
                <a16:creationId xmlns:a16="http://schemas.microsoft.com/office/drawing/2014/main" id="{5DA74BE4-1120-2138-DAFE-45031DCFD02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73B07653-832F-4643-9AD9-8372B0C4C5B1}" type="slidenum">
              <a:rPr lang="en-US" altLang="en-US" b="0"/>
              <a:pPr/>
              <a:t>28</a:t>
            </a:fld>
            <a:endParaRPr lang="en-US" altLang="en-US" b="0"/>
          </a:p>
        </p:txBody>
      </p:sp>
      <p:sp>
        <p:nvSpPr>
          <p:cNvPr id="32771" name="Rectangle 2">
            <a:extLst>
              <a:ext uri="{FF2B5EF4-FFF2-40B4-BE49-F238E27FC236}">
                <a16:creationId xmlns:a16="http://schemas.microsoft.com/office/drawing/2014/main" id="{3BB8D981-DE14-ECA6-EF86-339B3333A9A6}"/>
              </a:ext>
            </a:extLst>
          </p:cNvPr>
          <p:cNvSpPr>
            <a:spLocks noGrp="1" noChangeArrowheads="1"/>
          </p:cNvSpPr>
          <p:nvPr>
            <p:ph type="title"/>
          </p:nvPr>
        </p:nvSpPr>
        <p:spPr>
          <a:xfrm>
            <a:off x="990600" y="152400"/>
            <a:ext cx="8153400" cy="1004888"/>
          </a:xfrm>
        </p:spPr>
        <p:txBody>
          <a:bodyPr/>
          <a:lstStyle/>
          <a:p>
            <a:pPr eaLnBrk="1" hangingPunct="1"/>
            <a:r>
              <a:rPr lang="en-US" altLang="en-US" b="1"/>
              <a:t>ĐIỀU KHIỂN LỊCH BIỂU </a:t>
            </a:r>
            <a:br>
              <a:rPr lang="en-US" altLang="en-US" b="1"/>
            </a:br>
            <a:r>
              <a:rPr lang="en-US" altLang="en-US" b="1">
                <a:solidFill>
                  <a:srgbClr val="FF0066"/>
                </a:solidFill>
              </a:rPr>
              <a:t>Schedule Control</a:t>
            </a:r>
            <a:endParaRPr lang="en-US" altLang="en-US">
              <a:solidFill>
                <a:srgbClr val="FF0066"/>
              </a:solidFill>
            </a:endParaRPr>
          </a:p>
        </p:txBody>
      </p:sp>
      <p:sp>
        <p:nvSpPr>
          <p:cNvPr id="32772" name="Rectangle 3">
            <a:extLst>
              <a:ext uri="{FF2B5EF4-FFF2-40B4-BE49-F238E27FC236}">
                <a16:creationId xmlns:a16="http://schemas.microsoft.com/office/drawing/2014/main" id="{E8877939-2410-DDED-6BA3-9A75AD6C6CB6}"/>
              </a:ext>
            </a:extLst>
          </p:cNvPr>
          <p:cNvSpPr>
            <a:spLocks noGrp="1" noChangeArrowheads="1"/>
          </p:cNvSpPr>
          <p:nvPr>
            <p:ph type="body" idx="1"/>
          </p:nvPr>
        </p:nvSpPr>
        <p:spPr>
          <a:xfrm>
            <a:off x="609600" y="1295400"/>
            <a:ext cx="8382000" cy="5029200"/>
          </a:xfrm>
        </p:spPr>
        <p:txBody>
          <a:bodyPr/>
          <a:lstStyle/>
          <a:p>
            <a:pPr marL="533400" indent="-533400" eaLnBrk="1" hangingPunct="1">
              <a:lnSpc>
                <a:spcPct val="90000"/>
              </a:lnSpc>
              <a:buSzTx/>
              <a:buFont typeface="Wingdings" panose="05000000000000000000" pitchFamily="2" charset="2"/>
              <a:buAutoNum type="arabicPeriod"/>
            </a:pPr>
            <a:endParaRPr lang="en-US" altLang="en-US" sz="2400"/>
          </a:p>
          <a:p>
            <a:pPr marL="533400" indent="-533400" eaLnBrk="1" hangingPunct="1">
              <a:lnSpc>
                <a:spcPct val="90000"/>
              </a:lnSpc>
            </a:pPr>
            <a:r>
              <a:rPr lang="en-US" altLang="en-US" sz="2800"/>
              <a:t>Giám sát trạng thái của dự án để cập nhật tiến trình dự án &amp; quản lý những thay đổi so với kế hoạch tiến độ cơ bản</a:t>
            </a:r>
          </a:p>
          <a:p>
            <a:pPr marL="914400" lvl="1" indent="-457200" eaLnBrk="1" hangingPunct="1">
              <a:lnSpc>
                <a:spcPct val="90000"/>
              </a:lnSpc>
            </a:pPr>
            <a:r>
              <a:rPr lang="en-US" altLang="en-US" sz="2400"/>
              <a:t>Kiểm tra lịch biểu so với thực tế</a:t>
            </a:r>
          </a:p>
          <a:p>
            <a:pPr marL="914400" lvl="1" indent="-457200" eaLnBrk="1" hangingPunct="1">
              <a:lnSpc>
                <a:spcPct val="90000"/>
              </a:lnSpc>
            </a:pPr>
            <a:r>
              <a:rPr lang="en-US" altLang="en-US" sz="2400"/>
              <a:t>Sử dụng kế hoạch phòng hờ bất trắc</a:t>
            </a:r>
          </a:p>
          <a:p>
            <a:pPr marL="914400" lvl="1" indent="-457200" eaLnBrk="1" hangingPunct="1">
              <a:lnSpc>
                <a:spcPct val="90000"/>
              </a:lnSpc>
            </a:pPr>
            <a:r>
              <a:rPr lang="en-US" altLang="en-US" sz="2400"/>
              <a:t>Không lập kế hoạch cho mọi người làm việc 100% khả năng vào mọi thời điểm</a:t>
            </a:r>
          </a:p>
          <a:p>
            <a:pPr marL="914400" lvl="1" indent="-457200" eaLnBrk="1" hangingPunct="1">
              <a:lnSpc>
                <a:spcPct val="90000"/>
              </a:lnSpc>
            </a:pPr>
            <a:r>
              <a:rPr lang="en-US" altLang="en-US" sz="2400"/>
              <a:t>Tổ chức các buổi họp tiến độ với các bên liên quan, và</a:t>
            </a:r>
          </a:p>
          <a:p>
            <a:pPr marL="914400" lvl="1" indent="-457200" eaLnBrk="1" hangingPunct="1">
              <a:lnSpc>
                <a:spcPct val="90000"/>
              </a:lnSpc>
            </a:pPr>
            <a:r>
              <a:rPr lang="en-US" altLang="en-US" sz="2400"/>
              <a:t>Thật rõ ràng, trung thật khi bàn về các vấn đề liên quan đến lịch biểu</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5">
            <a:extLst>
              <a:ext uri="{FF2B5EF4-FFF2-40B4-BE49-F238E27FC236}">
                <a16:creationId xmlns:a16="http://schemas.microsoft.com/office/drawing/2014/main" id="{9AAA28AB-82BF-1EBD-3727-0C7E6AC7C09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B466DC24-2E4E-49F0-B187-665FB91319B0}" type="slidenum">
              <a:rPr lang="en-US" altLang="en-US" b="0"/>
              <a:pPr/>
              <a:t>29</a:t>
            </a:fld>
            <a:endParaRPr lang="en-US" altLang="en-US" b="0"/>
          </a:p>
        </p:txBody>
      </p:sp>
      <p:sp>
        <p:nvSpPr>
          <p:cNvPr id="33795" name="Rectangle 2">
            <a:extLst>
              <a:ext uri="{FF2B5EF4-FFF2-40B4-BE49-F238E27FC236}">
                <a16:creationId xmlns:a16="http://schemas.microsoft.com/office/drawing/2014/main" id="{8E79B603-760E-04DA-34B1-8E4C39FA6F16}"/>
              </a:ext>
            </a:extLst>
          </p:cNvPr>
          <p:cNvSpPr>
            <a:spLocks noGrp="1" noChangeArrowheads="1"/>
          </p:cNvSpPr>
          <p:nvPr>
            <p:ph type="title"/>
          </p:nvPr>
        </p:nvSpPr>
        <p:spPr>
          <a:xfrm>
            <a:off x="990600" y="152400"/>
            <a:ext cx="8153400" cy="1004888"/>
          </a:xfrm>
        </p:spPr>
        <p:txBody>
          <a:bodyPr/>
          <a:lstStyle/>
          <a:p>
            <a:pPr eaLnBrk="1" hangingPunct="1"/>
            <a:r>
              <a:rPr lang="en-US" altLang="en-US" b="1"/>
              <a:t>SƠ ĐỒ GANTT</a:t>
            </a:r>
          </a:p>
        </p:txBody>
      </p:sp>
      <p:sp>
        <p:nvSpPr>
          <p:cNvPr id="33796" name="Rectangle 3">
            <a:extLst>
              <a:ext uri="{FF2B5EF4-FFF2-40B4-BE49-F238E27FC236}">
                <a16:creationId xmlns:a16="http://schemas.microsoft.com/office/drawing/2014/main" id="{44CD5E56-56B2-3D0F-0323-52D5BE485A74}"/>
              </a:ext>
            </a:extLst>
          </p:cNvPr>
          <p:cNvSpPr>
            <a:spLocks noGrp="1" noChangeArrowheads="1"/>
          </p:cNvSpPr>
          <p:nvPr>
            <p:ph type="body" idx="1"/>
          </p:nvPr>
        </p:nvSpPr>
        <p:spPr>
          <a:xfrm>
            <a:off x="609600" y="1295400"/>
            <a:ext cx="8382000" cy="5029200"/>
          </a:xfrm>
        </p:spPr>
        <p:txBody>
          <a:bodyPr/>
          <a:lstStyle/>
          <a:p>
            <a:pPr marL="533400" indent="-533400" eaLnBrk="1" hangingPunct="1">
              <a:buSzTx/>
              <a:buFont typeface="Wingdings" panose="05000000000000000000" pitchFamily="2" charset="2"/>
              <a:buAutoNum type="arabicPeriod"/>
            </a:pPr>
            <a:endParaRPr lang="en-US" altLang="en-US" sz="2800"/>
          </a:p>
          <a:p>
            <a:pPr marL="533400" indent="-533400" eaLnBrk="1" hangingPunct="1"/>
            <a:r>
              <a:rPr lang="en-US" altLang="en-US" sz="2800"/>
              <a:t>Gantt là phương pháp trình bày các tiến trình thực tế cũng như kế hoạch thực hiện các công việc của DA theo trình tự thời gian </a:t>
            </a:r>
          </a:p>
          <a:p>
            <a:pPr marL="533400" indent="-533400" eaLnBrk="1" hangingPunct="1"/>
            <a:r>
              <a:rPr lang="en-US" altLang="en-US" sz="2800"/>
              <a:t>Các công việc của dự án và thời gian thực hiện công việc được biểu diễn bằng thanh ngang</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5">
            <a:extLst>
              <a:ext uri="{FF2B5EF4-FFF2-40B4-BE49-F238E27FC236}">
                <a16:creationId xmlns:a16="http://schemas.microsoft.com/office/drawing/2014/main" id="{ADE39FA4-A5C0-71C5-585B-81683D9E543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944C00E4-BD30-4A8F-9CCF-C3268692BDEA}" type="slidenum">
              <a:rPr lang="en-US" altLang="en-US" b="0"/>
              <a:pPr/>
              <a:t>30</a:t>
            </a:fld>
            <a:endParaRPr lang="en-US" altLang="en-US" b="0"/>
          </a:p>
        </p:txBody>
      </p:sp>
      <p:sp>
        <p:nvSpPr>
          <p:cNvPr id="34819" name="Rectangle 2">
            <a:extLst>
              <a:ext uri="{FF2B5EF4-FFF2-40B4-BE49-F238E27FC236}">
                <a16:creationId xmlns:a16="http://schemas.microsoft.com/office/drawing/2014/main" id="{93E05814-FB12-D8B7-B7E5-DE6B0F5A82F5}"/>
              </a:ext>
            </a:extLst>
          </p:cNvPr>
          <p:cNvSpPr>
            <a:spLocks noGrp="1" noChangeArrowheads="1"/>
          </p:cNvSpPr>
          <p:nvPr>
            <p:ph type="title"/>
          </p:nvPr>
        </p:nvSpPr>
        <p:spPr>
          <a:xfrm>
            <a:off x="990600" y="152400"/>
            <a:ext cx="8153400" cy="1004888"/>
          </a:xfrm>
        </p:spPr>
        <p:txBody>
          <a:bodyPr/>
          <a:lstStyle/>
          <a:p>
            <a:pPr eaLnBrk="1" hangingPunct="1"/>
            <a:r>
              <a:rPr lang="en-US" altLang="en-US" b="1"/>
              <a:t>SƠ ĐỒ GANTT</a:t>
            </a:r>
          </a:p>
        </p:txBody>
      </p:sp>
      <p:sp>
        <p:nvSpPr>
          <p:cNvPr id="34820" name="Rectangle 3">
            <a:extLst>
              <a:ext uri="{FF2B5EF4-FFF2-40B4-BE49-F238E27FC236}">
                <a16:creationId xmlns:a16="http://schemas.microsoft.com/office/drawing/2014/main" id="{129A2CCF-1FC8-917D-E0C4-7BA466CF65F8}"/>
              </a:ext>
            </a:extLst>
          </p:cNvPr>
          <p:cNvSpPr>
            <a:spLocks noGrp="1" noChangeArrowheads="1"/>
          </p:cNvSpPr>
          <p:nvPr>
            <p:ph type="body" idx="1"/>
          </p:nvPr>
        </p:nvSpPr>
        <p:spPr>
          <a:xfrm>
            <a:off x="609600" y="1295400"/>
            <a:ext cx="8382000" cy="5029200"/>
          </a:xfrm>
        </p:spPr>
        <p:txBody>
          <a:bodyPr/>
          <a:lstStyle/>
          <a:p>
            <a:pPr marL="533400" indent="-533400" eaLnBrk="1" hangingPunct="1">
              <a:lnSpc>
                <a:spcPct val="90000"/>
              </a:lnSpc>
              <a:buSzTx/>
              <a:buFont typeface="Wingdings" panose="05000000000000000000" pitchFamily="2" charset="2"/>
              <a:buAutoNum type="arabicPeriod"/>
            </a:pPr>
            <a:endParaRPr lang="en-US" altLang="en-US"/>
          </a:p>
          <a:p>
            <a:pPr marL="533400" indent="-533400" eaLnBrk="1" hangingPunct="1">
              <a:lnSpc>
                <a:spcPct val="90000"/>
              </a:lnSpc>
            </a:pPr>
            <a:r>
              <a:rPr lang="en-US" altLang="en-US" sz="3600" b="1">
                <a:solidFill>
                  <a:srgbClr val="FF0066"/>
                </a:solidFill>
              </a:rPr>
              <a:t>Cách xây dựng biểu đồ GANTT</a:t>
            </a:r>
          </a:p>
          <a:p>
            <a:pPr marL="914400" lvl="1" indent="-457200" eaLnBrk="1" hangingPunct="1">
              <a:lnSpc>
                <a:spcPct val="90000"/>
              </a:lnSpc>
            </a:pPr>
            <a:r>
              <a:rPr lang="en-US" altLang="en-US" sz="2400"/>
              <a:t>Xác định hệ trục tọa độ:</a:t>
            </a:r>
          </a:p>
          <a:p>
            <a:pPr marL="1295400" lvl="2" indent="-381000" eaLnBrk="1" hangingPunct="1">
              <a:lnSpc>
                <a:spcPct val="90000"/>
              </a:lnSpc>
            </a:pPr>
            <a:r>
              <a:rPr lang="en-US" altLang="en-US" sz="2000"/>
              <a:t>Trục tung thể hiện công việc</a:t>
            </a:r>
          </a:p>
          <a:p>
            <a:pPr marL="1295400" lvl="2" indent="-381000" eaLnBrk="1" hangingPunct="1">
              <a:lnSpc>
                <a:spcPct val="90000"/>
              </a:lnSpc>
            </a:pPr>
            <a:r>
              <a:rPr lang="en-US" altLang="en-US" sz="2000"/>
              <a:t>Trục hoành thể hiện thời gian.</a:t>
            </a:r>
          </a:p>
          <a:p>
            <a:pPr marL="914400" lvl="1" indent="-457200" eaLnBrk="1" hangingPunct="1">
              <a:lnSpc>
                <a:spcPct val="90000"/>
              </a:lnSpc>
            </a:pPr>
            <a:r>
              <a:rPr lang="en-US" altLang="en-US" sz="2400"/>
              <a:t>Mỗi công việc được thể hiện bằng 1 đoạn thẳng</a:t>
            </a:r>
          </a:p>
          <a:p>
            <a:pPr marL="914400" lvl="1" indent="-457200" eaLnBrk="1" hangingPunct="1">
              <a:lnSpc>
                <a:spcPct val="90000"/>
              </a:lnSpc>
            </a:pPr>
            <a:r>
              <a:rPr lang="en-US" altLang="en-US" sz="2400"/>
              <a:t>Độ dài đoạn thẳng thể hiện thời gian thực hiện công việc</a:t>
            </a:r>
          </a:p>
          <a:p>
            <a:pPr marL="914400" lvl="1" indent="-457200" eaLnBrk="1" hangingPunct="1">
              <a:lnSpc>
                <a:spcPct val="90000"/>
              </a:lnSpc>
            </a:pPr>
            <a:r>
              <a:rPr lang="en-US" altLang="en-US" sz="2400"/>
              <a:t>Vị trí đoạn thẳng thể hiện trình tự thực hiện công việc </a:t>
            </a:r>
            <a:br>
              <a:rPr lang="en-US" altLang="en-US" sz="2400"/>
            </a:br>
            <a:br>
              <a:rPr lang="en-US" altLang="en-US" sz="3200"/>
            </a:br>
            <a:endParaRPr lang="en-US" altLang="en-US" sz="32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5">
            <a:extLst>
              <a:ext uri="{FF2B5EF4-FFF2-40B4-BE49-F238E27FC236}">
                <a16:creationId xmlns:a16="http://schemas.microsoft.com/office/drawing/2014/main" id="{A72EB5EB-39C3-924B-AC6A-16D3D8478BF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37069370-8950-42EC-AF46-DD975B76FEB1}" type="slidenum">
              <a:rPr lang="en-US" altLang="en-US" b="0"/>
              <a:pPr/>
              <a:t>31</a:t>
            </a:fld>
            <a:endParaRPr lang="en-US" altLang="en-US" b="0"/>
          </a:p>
        </p:txBody>
      </p:sp>
      <p:sp>
        <p:nvSpPr>
          <p:cNvPr id="35843" name="Rectangle 2">
            <a:extLst>
              <a:ext uri="{FF2B5EF4-FFF2-40B4-BE49-F238E27FC236}">
                <a16:creationId xmlns:a16="http://schemas.microsoft.com/office/drawing/2014/main" id="{235BE7DC-D593-D6FA-F631-BCBDCFBC7F35}"/>
              </a:ext>
            </a:extLst>
          </p:cNvPr>
          <p:cNvSpPr>
            <a:spLocks noGrp="1" noChangeArrowheads="1"/>
          </p:cNvSpPr>
          <p:nvPr>
            <p:ph type="title"/>
          </p:nvPr>
        </p:nvSpPr>
        <p:spPr>
          <a:xfrm>
            <a:off x="990600" y="152400"/>
            <a:ext cx="8153400" cy="1004888"/>
          </a:xfrm>
        </p:spPr>
        <p:txBody>
          <a:bodyPr/>
          <a:lstStyle/>
          <a:p>
            <a:pPr eaLnBrk="1" hangingPunct="1"/>
            <a:r>
              <a:rPr lang="en-US" altLang="en-US" b="1"/>
              <a:t>SƠ ĐỒ GANTT</a:t>
            </a:r>
          </a:p>
        </p:txBody>
      </p:sp>
      <p:sp>
        <p:nvSpPr>
          <p:cNvPr id="35844" name="Rectangle 3">
            <a:extLst>
              <a:ext uri="{FF2B5EF4-FFF2-40B4-BE49-F238E27FC236}">
                <a16:creationId xmlns:a16="http://schemas.microsoft.com/office/drawing/2014/main" id="{F6F7FD56-4F95-215A-9078-4D7E390FF34E}"/>
              </a:ext>
            </a:extLst>
          </p:cNvPr>
          <p:cNvSpPr>
            <a:spLocks noGrp="1" noChangeArrowheads="1"/>
          </p:cNvSpPr>
          <p:nvPr>
            <p:ph type="body" idx="1"/>
          </p:nvPr>
        </p:nvSpPr>
        <p:spPr>
          <a:xfrm>
            <a:off x="609600" y="1295400"/>
            <a:ext cx="8382000" cy="5029200"/>
          </a:xfrm>
        </p:spPr>
        <p:txBody>
          <a:bodyPr/>
          <a:lstStyle/>
          <a:p>
            <a:pPr marL="533400" indent="-533400" eaLnBrk="1" hangingPunct="1">
              <a:lnSpc>
                <a:spcPct val="90000"/>
              </a:lnSpc>
              <a:buSzTx/>
              <a:buFont typeface="Wingdings" panose="05000000000000000000" pitchFamily="2" charset="2"/>
              <a:buAutoNum type="arabicPeriod"/>
            </a:pPr>
            <a:endParaRPr lang="en-US" altLang="en-US" sz="2800"/>
          </a:p>
          <a:p>
            <a:pPr marL="533400" indent="-533400" eaLnBrk="1" hangingPunct="1">
              <a:lnSpc>
                <a:spcPct val="90000"/>
              </a:lnSpc>
            </a:pPr>
            <a:r>
              <a:rPr lang="en-US" altLang="en-US">
                <a:solidFill>
                  <a:srgbClr val="FF0066"/>
                </a:solidFill>
              </a:rPr>
              <a:t>Tác dụng của sơ đồ GANTT</a:t>
            </a:r>
          </a:p>
          <a:p>
            <a:pPr marL="914400" lvl="1" indent="-457200" eaLnBrk="1" hangingPunct="1">
              <a:lnSpc>
                <a:spcPct val="90000"/>
              </a:lnSpc>
            </a:pPr>
            <a:r>
              <a:rPr lang="en-US" altLang="en-US"/>
              <a:t>Xác định được khối lượng các công việc cần thực hiện trong DA.</a:t>
            </a:r>
          </a:p>
          <a:p>
            <a:pPr marL="914400" lvl="1" indent="-457200" eaLnBrk="1" hangingPunct="1">
              <a:lnSpc>
                <a:spcPct val="90000"/>
              </a:lnSpc>
            </a:pPr>
            <a:r>
              <a:rPr lang="en-US" altLang="en-US"/>
              <a:t>Xác định được thời gian thực hiện từng công việc và thời gian hoàn thành toàn bộ DA.</a:t>
            </a:r>
          </a:p>
          <a:p>
            <a:pPr marL="914400" lvl="1" indent="-457200" eaLnBrk="1" hangingPunct="1">
              <a:lnSpc>
                <a:spcPct val="90000"/>
              </a:lnSpc>
            </a:pPr>
            <a:r>
              <a:rPr lang="en-US" altLang="en-US"/>
              <a:t>Là cơ sở để phân phối nguồn lực cho từng công việc trong DA</a:t>
            </a:r>
            <a:br>
              <a:rPr lang="en-US" altLang="en-US"/>
            </a:br>
            <a:br>
              <a:rPr lang="en-US" altLang="en-US"/>
            </a:br>
            <a:br>
              <a:rPr lang="en-US" altLang="en-US"/>
            </a:br>
            <a:endParaRPr lang="en-US"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5">
            <a:extLst>
              <a:ext uri="{FF2B5EF4-FFF2-40B4-BE49-F238E27FC236}">
                <a16:creationId xmlns:a16="http://schemas.microsoft.com/office/drawing/2014/main" id="{C41A20EB-25CA-E4B0-D937-93455429B45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3FEBD368-4799-473B-B8E9-262B17877043}" type="slidenum">
              <a:rPr lang="en-US" altLang="en-US" b="0"/>
              <a:pPr/>
              <a:t>32</a:t>
            </a:fld>
            <a:endParaRPr lang="en-US" altLang="en-US" b="0"/>
          </a:p>
        </p:txBody>
      </p:sp>
      <p:sp>
        <p:nvSpPr>
          <p:cNvPr id="36867" name="Rectangle 2">
            <a:extLst>
              <a:ext uri="{FF2B5EF4-FFF2-40B4-BE49-F238E27FC236}">
                <a16:creationId xmlns:a16="http://schemas.microsoft.com/office/drawing/2014/main" id="{AD0D5539-023B-9787-1F57-2A79E8E2D600}"/>
              </a:ext>
            </a:extLst>
          </p:cNvPr>
          <p:cNvSpPr>
            <a:spLocks noGrp="1" noChangeArrowheads="1"/>
          </p:cNvSpPr>
          <p:nvPr>
            <p:ph type="title"/>
          </p:nvPr>
        </p:nvSpPr>
        <p:spPr>
          <a:xfrm>
            <a:off x="990600" y="152400"/>
            <a:ext cx="8153400" cy="1004888"/>
          </a:xfrm>
        </p:spPr>
        <p:txBody>
          <a:bodyPr/>
          <a:lstStyle/>
          <a:p>
            <a:pPr eaLnBrk="1" hangingPunct="1"/>
            <a:r>
              <a:rPr lang="en-US" altLang="en-US" sz="3000" b="1"/>
              <a:t>SƠ ĐỒ GANTT</a:t>
            </a:r>
          </a:p>
        </p:txBody>
      </p:sp>
      <p:sp>
        <p:nvSpPr>
          <p:cNvPr id="36868" name="Rectangle 3">
            <a:extLst>
              <a:ext uri="{FF2B5EF4-FFF2-40B4-BE49-F238E27FC236}">
                <a16:creationId xmlns:a16="http://schemas.microsoft.com/office/drawing/2014/main" id="{DFBB5D46-9A7B-7324-3897-94B06D2D429B}"/>
              </a:ext>
            </a:extLst>
          </p:cNvPr>
          <p:cNvSpPr>
            <a:spLocks noGrp="1" noChangeArrowheads="1"/>
          </p:cNvSpPr>
          <p:nvPr>
            <p:ph type="body" idx="1"/>
          </p:nvPr>
        </p:nvSpPr>
        <p:spPr>
          <a:xfrm>
            <a:off x="609600" y="1066800"/>
            <a:ext cx="8382000" cy="5029200"/>
          </a:xfrm>
        </p:spPr>
        <p:txBody>
          <a:bodyPr/>
          <a:lstStyle/>
          <a:p>
            <a:pPr marL="533400" indent="-533400" eaLnBrk="1" hangingPunct="1">
              <a:buSzTx/>
              <a:buFont typeface="Wingdings" panose="05000000000000000000" pitchFamily="2" charset="2"/>
              <a:buAutoNum type="arabicPeriod"/>
            </a:pPr>
            <a:endParaRPr lang="en-US" altLang="en-US" sz="2800"/>
          </a:p>
          <a:p>
            <a:pPr marL="533400" indent="-533400" eaLnBrk="1" hangingPunct="1"/>
            <a:r>
              <a:rPr lang="en-US" altLang="en-US" sz="2800"/>
              <a:t>Ví dụ: Dự án lắp đặt thiết bị lọc không khí</a:t>
            </a:r>
          </a:p>
          <a:p>
            <a:pPr marL="914400" lvl="1" indent="-457200" eaLnBrk="1" hangingPunct="1">
              <a:buFont typeface="Wingdings" panose="05000000000000000000" pitchFamily="2" charset="2"/>
              <a:buNone/>
            </a:pPr>
            <a:br>
              <a:rPr lang="en-US" altLang="en-US"/>
            </a:br>
            <a:br>
              <a:rPr lang="en-US" altLang="en-US"/>
            </a:br>
            <a:endParaRPr lang="en-US" altLang="en-US"/>
          </a:p>
        </p:txBody>
      </p:sp>
      <p:pic>
        <p:nvPicPr>
          <p:cNvPr id="36869" name="Picture 4">
            <a:extLst>
              <a:ext uri="{FF2B5EF4-FFF2-40B4-BE49-F238E27FC236}">
                <a16:creationId xmlns:a16="http://schemas.microsoft.com/office/drawing/2014/main" id="{3B461CE8-AD49-8FE5-D668-AD14A8BBDE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7438" y="2209800"/>
            <a:ext cx="7218362" cy="422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5">
            <a:extLst>
              <a:ext uri="{FF2B5EF4-FFF2-40B4-BE49-F238E27FC236}">
                <a16:creationId xmlns:a16="http://schemas.microsoft.com/office/drawing/2014/main" id="{67C5376A-9882-9B64-DBD9-D65AB9D97DC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41FB8BFE-A842-41EE-AE4A-0F301BA108C3}" type="slidenum">
              <a:rPr lang="en-US" altLang="en-US" b="0"/>
              <a:pPr/>
              <a:t>33</a:t>
            </a:fld>
            <a:endParaRPr lang="en-US" altLang="en-US" b="0"/>
          </a:p>
        </p:txBody>
      </p:sp>
      <p:sp>
        <p:nvSpPr>
          <p:cNvPr id="37891" name="Rectangle 2">
            <a:extLst>
              <a:ext uri="{FF2B5EF4-FFF2-40B4-BE49-F238E27FC236}">
                <a16:creationId xmlns:a16="http://schemas.microsoft.com/office/drawing/2014/main" id="{E7BB0A7E-5AA9-8141-AF1A-7E9F7FB01A1C}"/>
              </a:ext>
            </a:extLst>
          </p:cNvPr>
          <p:cNvSpPr>
            <a:spLocks noGrp="1" noChangeArrowheads="1"/>
          </p:cNvSpPr>
          <p:nvPr>
            <p:ph type="title"/>
          </p:nvPr>
        </p:nvSpPr>
        <p:spPr>
          <a:xfrm>
            <a:off x="990600" y="152400"/>
            <a:ext cx="8153400" cy="1004888"/>
          </a:xfrm>
        </p:spPr>
        <p:txBody>
          <a:bodyPr/>
          <a:lstStyle/>
          <a:p>
            <a:pPr eaLnBrk="1" hangingPunct="1"/>
            <a:r>
              <a:rPr lang="en-US" altLang="en-US" sz="3000" b="1"/>
              <a:t>SƠ ĐỒ GANTT</a:t>
            </a:r>
          </a:p>
        </p:txBody>
      </p:sp>
      <p:sp>
        <p:nvSpPr>
          <p:cNvPr id="37892" name="Rectangle 3">
            <a:extLst>
              <a:ext uri="{FF2B5EF4-FFF2-40B4-BE49-F238E27FC236}">
                <a16:creationId xmlns:a16="http://schemas.microsoft.com/office/drawing/2014/main" id="{264992D3-F3BA-722C-8560-A77DFA418310}"/>
              </a:ext>
            </a:extLst>
          </p:cNvPr>
          <p:cNvSpPr>
            <a:spLocks noGrp="1" noChangeArrowheads="1"/>
          </p:cNvSpPr>
          <p:nvPr>
            <p:ph type="body" idx="1"/>
          </p:nvPr>
        </p:nvSpPr>
        <p:spPr>
          <a:xfrm>
            <a:off x="609600" y="1066800"/>
            <a:ext cx="8382000" cy="5029200"/>
          </a:xfrm>
        </p:spPr>
        <p:txBody>
          <a:bodyPr/>
          <a:lstStyle/>
          <a:p>
            <a:pPr marL="533400" indent="-533400" eaLnBrk="1" hangingPunct="1">
              <a:buSzTx/>
              <a:buFont typeface="Wingdings" panose="05000000000000000000" pitchFamily="2" charset="2"/>
              <a:buAutoNum type="arabicPeriod"/>
            </a:pPr>
            <a:endParaRPr lang="en-US" altLang="en-US" sz="2800"/>
          </a:p>
          <a:p>
            <a:pPr marL="533400" indent="-533400" eaLnBrk="1" hangingPunct="1"/>
            <a:endParaRPr lang="en-US" altLang="en-US" sz="2800"/>
          </a:p>
          <a:p>
            <a:pPr marL="914400" lvl="1" indent="-457200" eaLnBrk="1" hangingPunct="1">
              <a:buFont typeface="Wingdings" panose="05000000000000000000" pitchFamily="2" charset="2"/>
              <a:buNone/>
            </a:pPr>
            <a:br>
              <a:rPr lang="en-US" altLang="en-US"/>
            </a:br>
            <a:br>
              <a:rPr lang="en-US" altLang="en-US"/>
            </a:br>
            <a:endParaRPr lang="en-US" altLang="en-US"/>
          </a:p>
        </p:txBody>
      </p:sp>
      <p:pic>
        <p:nvPicPr>
          <p:cNvPr id="37893" name="Picture 5">
            <a:extLst>
              <a:ext uri="{FF2B5EF4-FFF2-40B4-BE49-F238E27FC236}">
                <a16:creationId xmlns:a16="http://schemas.microsoft.com/office/drawing/2014/main" id="{9238E34E-EF4A-83C4-07BB-4F5CB61512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828800"/>
            <a:ext cx="7078663" cy="435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5">
            <a:extLst>
              <a:ext uri="{FF2B5EF4-FFF2-40B4-BE49-F238E27FC236}">
                <a16:creationId xmlns:a16="http://schemas.microsoft.com/office/drawing/2014/main" id="{C18CDC36-F5DB-4002-9CC0-3BED71D0060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67873047-8D16-401A-9F50-7D9746BF7E9F}" type="slidenum">
              <a:rPr lang="en-US" altLang="en-US" b="0"/>
              <a:pPr/>
              <a:t>34</a:t>
            </a:fld>
            <a:endParaRPr lang="en-US" altLang="en-US" b="0"/>
          </a:p>
        </p:txBody>
      </p:sp>
      <p:sp>
        <p:nvSpPr>
          <p:cNvPr id="38915" name="Rectangle 2">
            <a:extLst>
              <a:ext uri="{FF2B5EF4-FFF2-40B4-BE49-F238E27FC236}">
                <a16:creationId xmlns:a16="http://schemas.microsoft.com/office/drawing/2014/main" id="{3FE1223B-CF02-7A19-9B2F-DA9ADCEEA635}"/>
              </a:ext>
            </a:extLst>
          </p:cNvPr>
          <p:cNvSpPr>
            <a:spLocks noGrp="1" noChangeArrowheads="1"/>
          </p:cNvSpPr>
          <p:nvPr>
            <p:ph type="title"/>
          </p:nvPr>
        </p:nvSpPr>
        <p:spPr>
          <a:xfrm>
            <a:off x="990600" y="152400"/>
            <a:ext cx="8153400" cy="1004888"/>
          </a:xfrm>
        </p:spPr>
        <p:txBody>
          <a:bodyPr/>
          <a:lstStyle/>
          <a:p>
            <a:pPr eaLnBrk="1" hangingPunct="1"/>
            <a:r>
              <a:rPr lang="en-US" altLang="en-US" sz="3000" b="1"/>
              <a:t>SƠ ĐỒ GANTT</a:t>
            </a:r>
          </a:p>
        </p:txBody>
      </p:sp>
      <p:sp>
        <p:nvSpPr>
          <p:cNvPr id="38916" name="Rectangle 3">
            <a:extLst>
              <a:ext uri="{FF2B5EF4-FFF2-40B4-BE49-F238E27FC236}">
                <a16:creationId xmlns:a16="http://schemas.microsoft.com/office/drawing/2014/main" id="{EDAFB719-ACDC-D417-81C6-AC6A49259309}"/>
              </a:ext>
            </a:extLst>
          </p:cNvPr>
          <p:cNvSpPr>
            <a:spLocks noGrp="1" noChangeArrowheads="1"/>
          </p:cNvSpPr>
          <p:nvPr>
            <p:ph type="body" idx="1"/>
          </p:nvPr>
        </p:nvSpPr>
        <p:spPr>
          <a:xfrm>
            <a:off x="609600" y="1066800"/>
            <a:ext cx="8382000" cy="5029200"/>
          </a:xfrm>
        </p:spPr>
        <p:txBody>
          <a:bodyPr/>
          <a:lstStyle/>
          <a:p>
            <a:pPr marL="533400" indent="-533400" eaLnBrk="1" hangingPunct="1">
              <a:buSzTx/>
              <a:buFont typeface="Wingdings" panose="05000000000000000000" pitchFamily="2" charset="2"/>
              <a:buAutoNum type="arabicPeriod"/>
            </a:pPr>
            <a:endParaRPr lang="en-US" altLang="en-US" sz="2800"/>
          </a:p>
          <a:p>
            <a:pPr marL="533400" indent="-533400" eaLnBrk="1" hangingPunct="1"/>
            <a:endParaRPr lang="en-US" altLang="en-US" sz="2800"/>
          </a:p>
          <a:p>
            <a:pPr marL="914400" lvl="1" indent="-457200" eaLnBrk="1" hangingPunct="1">
              <a:buFont typeface="Wingdings" panose="05000000000000000000" pitchFamily="2" charset="2"/>
              <a:buNone/>
            </a:pPr>
            <a:br>
              <a:rPr lang="en-US" altLang="en-US"/>
            </a:br>
            <a:br>
              <a:rPr lang="en-US" altLang="en-US"/>
            </a:br>
            <a:endParaRPr lang="en-US" altLang="en-US"/>
          </a:p>
        </p:txBody>
      </p:sp>
      <p:pic>
        <p:nvPicPr>
          <p:cNvPr id="38917" name="Picture 5">
            <a:extLst>
              <a:ext uri="{FF2B5EF4-FFF2-40B4-BE49-F238E27FC236}">
                <a16:creationId xmlns:a16="http://schemas.microsoft.com/office/drawing/2014/main" id="{42C3B8FC-8CF7-E519-722E-D849D1CC7C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371600"/>
            <a:ext cx="7696200" cy="4910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590550"/>
            <a:ext cx="6305550" cy="563563"/>
          </a:xfrm>
        </p:spPr>
        <p:txBody>
          <a:bodyPr/>
          <a:lstStyle/>
          <a:p>
            <a:r>
              <a:rPr lang="en-US" dirty="0"/>
              <a:t>Biểu đồ Gantt</a:t>
            </a:r>
          </a:p>
        </p:txBody>
      </p:sp>
      <p:sp>
        <p:nvSpPr>
          <p:cNvPr id="4" name="Slide Number Placeholder 3"/>
          <p:cNvSpPr>
            <a:spLocks noGrp="1"/>
          </p:cNvSpPr>
          <p:nvPr>
            <p:ph type="sldNum" sz="quarter" idx="12"/>
          </p:nvPr>
        </p:nvSpPr>
        <p:spPr/>
        <p:txBody>
          <a:bodyPr/>
          <a:lstStyle/>
          <a:p>
            <a:fld id="{09F4A65E-462E-496D-B8C8-7192190FC104}" type="slidenum">
              <a:rPr lang="en-US" altLang="en-US" smtClean="0"/>
              <a:pPr/>
              <a:t>35</a:t>
            </a:fld>
            <a:endParaRPr lang="en-US" altLang="en-US"/>
          </a:p>
        </p:txBody>
      </p:sp>
      <p:pic>
        <p:nvPicPr>
          <p:cNvPr id="6" name="Picture 5"/>
          <p:cNvPicPr>
            <a:picLocks noChangeAspect="1"/>
          </p:cNvPicPr>
          <p:nvPr/>
        </p:nvPicPr>
        <p:blipFill>
          <a:blip r:embed="rId2"/>
          <a:stretch>
            <a:fillRect/>
          </a:stretch>
        </p:blipFill>
        <p:spPr>
          <a:xfrm>
            <a:off x="1066800" y="1231265"/>
            <a:ext cx="6877050" cy="5505450"/>
          </a:xfrm>
          <a:prstGeom prst="rect">
            <a:avLst/>
          </a:prstGeom>
        </p:spPr>
      </p:pic>
    </p:spTree>
    <p:extLst>
      <p:ext uri="{BB962C8B-B14F-4D97-AF65-F5344CB8AC3E}">
        <p14:creationId xmlns:p14="http://schemas.microsoft.com/office/powerpoint/2010/main" val="16827594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Biểu đồ Gantt</a:t>
            </a:r>
          </a:p>
        </p:txBody>
      </p:sp>
      <p:sp>
        <p:nvSpPr>
          <p:cNvPr id="3" name="Content Placeholder 2"/>
          <p:cNvSpPr>
            <a:spLocks noGrp="1"/>
          </p:cNvSpPr>
          <p:nvPr>
            <p:ph idx="1"/>
          </p:nvPr>
        </p:nvSpPr>
        <p:spPr>
          <a:xfrm>
            <a:off x="152400" y="1371600"/>
            <a:ext cx="8839200" cy="5410200"/>
          </a:xfrm>
        </p:spPr>
        <p:txBody>
          <a:bodyPr/>
          <a:lstStyle/>
          <a:p>
            <a:r>
              <a:rPr lang="vi-VN" dirty="0"/>
              <a:t>Các hoạt động trên </a:t>
            </a:r>
            <a:r>
              <a:rPr lang="en-US" dirty="0" err="1"/>
              <a:t>biểu</a:t>
            </a:r>
            <a:r>
              <a:rPr lang="vi-VN" dirty="0"/>
              <a:t> đồ Gantt nên trùng với các</a:t>
            </a:r>
            <a:r>
              <a:rPr lang="en-US" dirty="0"/>
              <a:t> hoạt động trên </a:t>
            </a:r>
            <a:r>
              <a:rPr lang="en-US" dirty="0" err="1"/>
              <a:t>WBS</a:t>
            </a:r>
            <a:endParaRPr lang="en-US" dirty="0"/>
          </a:p>
          <a:p>
            <a:r>
              <a:rPr lang="vi-VN" dirty="0"/>
              <a:t> Biểu tượng hình thoi đen (black diamond) biểu diễn</a:t>
            </a:r>
            <a:r>
              <a:rPr lang="en-US" dirty="0"/>
              <a:t> mốc thời gian.</a:t>
            </a:r>
          </a:p>
          <a:p>
            <a:r>
              <a:rPr lang="vi-VN" dirty="0"/>
              <a:t> Thanh đen dày với mũi tên ở đầu và cuối biểu diễn</a:t>
            </a:r>
            <a:r>
              <a:rPr lang="en-US" dirty="0"/>
              <a:t> nhiệm vụ tổng hợp (summary task)</a:t>
            </a:r>
          </a:p>
          <a:p>
            <a:r>
              <a:rPr lang="vi-VN" dirty="0"/>
              <a:t> Thanh ngang xám biểu diễn độ dài của mỗi nhiệm</a:t>
            </a:r>
            <a:r>
              <a:rPr lang="en-US" dirty="0"/>
              <a:t> vụ.</a:t>
            </a:r>
          </a:p>
          <a:p>
            <a:r>
              <a:rPr lang="vi-VN" dirty="0"/>
              <a:t> Các mũi tên nối các biểu tượng trên chỉ ra mối quan</a:t>
            </a:r>
            <a:r>
              <a:rPr lang="en-US" dirty="0"/>
              <a:t> hệ giữa các nhiệm vụ</a:t>
            </a:r>
          </a:p>
          <a:p>
            <a:pPr marL="0" indent="0">
              <a:buNone/>
            </a:pPr>
            <a:br>
              <a:rPr lang="vi-VN" dirty="0"/>
            </a:br>
            <a:br>
              <a:rPr lang="vi-VN" dirty="0"/>
            </a:br>
            <a:endParaRPr lang="en-US" dirty="0"/>
          </a:p>
        </p:txBody>
      </p:sp>
      <p:sp>
        <p:nvSpPr>
          <p:cNvPr id="4" name="Slide Number Placeholder 3"/>
          <p:cNvSpPr>
            <a:spLocks noGrp="1"/>
          </p:cNvSpPr>
          <p:nvPr>
            <p:ph type="sldNum" sz="quarter" idx="12"/>
          </p:nvPr>
        </p:nvSpPr>
        <p:spPr/>
        <p:txBody>
          <a:bodyPr/>
          <a:lstStyle/>
          <a:p>
            <a:fld id="{09F4A65E-462E-496D-B8C8-7192190FC104}" type="slidenum">
              <a:rPr lang="en-US" altLang="en-US" smtClean="0"/>
              <a:pPr/>
              <a:t>36</a:t>
            </a:fld>
            <a:endParaRPr lang="en-US" altLang="en-US"/>
          </a:p>
        </p:txBody>
      </p:sp>
    </p:spTree>
    <p:extLst>
      <p:ext uri="{BB962C8B-B14F-4D97-AF65-F5344CB8AC3E}">
        <p14:creationId xmlns:p14="http://schemas.microsoft.com/office/powerpoint/2010/main" val="33028785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590550"/>
            <a:ext cx="6457950" cy="563563"/>
          </a:xfrm>
        </p:spPr>
        <p:txBody>
          <a:bodyPr/>
          <a:lstStyle/>
          <a:p>
            <a:r>
              <a:rPr lang="en-US" dirty="0"/>
              <a:t>Thêm mốc thời gian </a:t>
            </a:r>
            <a:r>
              <a:rPr lang="en-US"/>
              <a:t>(Milestone)</a:t>
            </a:r>
            <a:endParaRPr lang="en-US" dirty="0"/>
          </a:p>
        </p:txBody>
      </p:sp>
      <p:sp>
        <p:nvSpPr>
          <p:cNvPr id="3" name="Content Placeholder 2"/>
          <p:cNvSpPr>
            <a:spLocks noGrp="1"/>
          </p:cNvSpPr>
          <p:nvPr>
            <p:ph idx="1"/>
          </p:nvPr>
        </p:nvSpPr>
        <p:spPr>
          <a:xfrm>
            <a:off x="304800" y="1447800"/>
            <a:ext cx="8642350" cy="5105400"/>
          </a:xfrm>
        </p:spPr>
        <p:txBody>
          <a:bodyPr/>
          <a:lstStyle/>
          <a:p>
            <a:r>
              <a:rPr lang="vi-VN" sz="2800" dirty="0"/>
              <a:t>Mốc thời gian là 1 thành phần quan trọng của kế</a:t>
            </a:r>
            <a:br>
              <a:rPr lang="vi-VN" sz="2800" dirty="0"/>
            </a:br>
            <a:r>
              <a:rPr lang="vi-VN" sz="2800" dirty="0"/>
              <a:t>hoạch, nhất là đối với các dự án lớn.</a:t>
            </a:r>
            <a:endParaRPr lang="en-US" sz="2800" dirty="0"/>
          </a:p>
          <a:p>
            <a:r>
              <a:rPr lang="vi-VN" sz="2800" dirty="0"/>
              <a:t>Tạo mốc thời gian bằng cách đưa vào lược đồ như</a:t>
            </a:r>
            <a:r>
              <a:rPr lang="en-US" sz="2800" dirty="0"/>
              <a:t> </a:t>
            </a:r>
            <a:r>
              <a:rPr lang="vi-VN" sz="2800" dirty="0"/>
              <a:t>1</a:t>
            </a:r>
            <a:r>
              <a:rPr lang="en-US" sz="2800" dirty="0"/>
              <a:t> </a:t>
            </a:r>
            <a:r>
              <a:rPr lang="vi-VN" sz="2800" dirty="0"/>
              <a:t>nhiệm vụ có độ dài thời gian bằng 0.</a:t>
            </a:r>
            <a:endParaRPr lang="en-US" sz="2800" dirty="0"/>
          </a:p>
          <a:p>
            <a:r>
              <a:rPr lang="vi-VN" sz="2800" dirty="0"/>
              <a:t>Các tiêu chuẩn để xác định milestone: SMART</a:t>
            </a:r>
            <a:endParaRPr lang="en-US" sz="2800" dirty="0"/>
          </a:p>
          <a:p>
            <a:pPr lvl="1">
              <a:buFont typeface="Wingdings" panose="05000000000000000000" pitchFamily="2" charset="2"/>
              <a:buChar char="§"/>
            </a:pPr>
            <a:r>
              <a:rPr lang="vi-VN" sz="2400" dirty="0"/>
              <a:t>Specific: hiểu rõ ràng.</a:t>
            </a:r>
            <a:endParaRPr lang="en-US" sz="2400" dirty="0"/>
          </a:p>
          <a:p>
            <a:pPr lvl="1">
              <a:buFont typeface="Wingdings" panose="05000000000000000000" pitchFamily="2" charset="2"/>
              <a:buChar char="§"/>
            </a:pPr>
            <a:r>
              <a:rPr lang="vi-VN" sz="2400" dirty="0"/>
              <a:t>Measurable: Có thể đo lường.</a:t>
            </a:r>
            <a:endParaRPr lang="en-US" sz="2400" dirty="0"/>
          </a:p>
          <a:p>
            <a:pPr lvl="1">
              <a:buFont typeface="Wingdings" panose="05000000000000000000" pitchFamily="2" charset="2"/>
              <a:buChar char="§"/>
            </a:pPr>
            <a:r>
              <a:rPr lang="vi-VN" sz="2400" dirty="0"/>
              <a:t>Assignable: xác định ai làm gì.</a:t>
            </a:r>
            <a:endParaRPr lang="en-US" sz="2400" dirty="0"/>
          </a:p>
          <a:p>
            <a:pPr lvl="1">
              <a:buFont typeface="Wingdings" panose="05000000000000000000" pitchFamily="2" charset="2"/>
              <a:buChar char="§"/>
            </a:pPr>
            <a:r>
              <a:rPr lang="vi-VN" sz="2400" dirty="0"/>
              <a:t>Realistic: Thực tế.</a:t>
            </a:r>
            <a:endParaRPr lang="en-US" sz="2400" dirty="0"/>
          </a:p>
          <a:p>
            <a:pPr lvl="1">
              <a:buFont typeface="Wingdings" panose="05000000000000000000" pitchFamily="2" charset="2"/>
              <a:buChar char="§"/>
            </a:pPr>
            <a:r>
              <a:rPr lang="vi-VN" sz="2400" dirty="0"/>
              <a:t>Time-framed: Lịch biểu hợp lý.</a:t>
            </a:r>
            <a:endParaRPr lang="en-US" sz="2400" dirty="0"/>
          </a:p>
          <a:p>
            <a:pPr marL="0" indent="0">
              <a:buNone/>
            </a:pPr>
            <a:br>
              <a:rPr lang="vi-VN" sz="2800" dirty="0"/>
            </a:br>
            <a:endParaRPr lang="en-US" sz="2800" dirty="0"/>
          </a:p>
        </p:txBody>
      </p:sp>
      <p:sp>
        <p:nvSpPr>
          <p:cNvPr id="4" name="Slide Number Placeholder 3"/>
          <p:cNvSpPr>
            <a:spLocks noGrp="1"/>
          </p:cNvSpPr>
          <p:nvPr>
            <p:ph type="sldNum" sz="quarter" idx="12"/>
          </p:nvPr>
        </p:nvSpPr>
        <p:spPr/>
        <p:txBody>
          <a:bodyPr/>
          <a:lstStyle/>
          <a:p>
            <a:fld id="{09F4A65E-462E-496D-B8C8-7192190FC104}" type="slidenum">
              <a:rPr lang="en-US" altLang="en-US" smtClean="0"/>
              <a:pPr/>
              <a:t>37</a:t>
            </a:fld>
            <a:endParaRPr lang="en-US" altLang="en-US"/>
          </a:p>
        </p:txBody>
      </p:sp>
    </p:spTree>
    <p:extLst>
      <p:ext uri="{BB962C8B-B14F-4D97-AF65-F5344CB8AC3E}">
        <p14:creationId xmlns:p14="http://schemas.microsoft.com/office/powerpoint/2010/main" val="6434675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Biểu đồ </a:t>
            </a:r>
            <a:r>
              <a:rPr lang="en-US"/>
              <a:t>lần vết </a:t>
            </a:r>
            <a:r>
              <a:rPr lang="en-US" dirty="0"/>
              <a:t>Gantt</a:t>
            </a:r>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09F4A65E-462E-496D-B8C8-7192190FC104}" type="slidenum">
              <a:rPr lang="en-US" altLang="en-US" smtClean="0"/>
              <a:pPr/>
              <a:t>38</a:t>
            </a:fld>
            <a:endParaRPr lang="en-US" altLang="en-US"/>
          </a:p>
        </p:txBody>
      </p:sp>
      <p:pic>
        <p:nvPicPr>
          <p:cNvPr id="5" name="Picture 4"/>
          <p:cNvPicPr>
            <a:picLocks noChangeAspect="1"/>
          </p:cNvPicPr>
          <p:nvPr/>
        </p:nvPicPr>
        <p:blipFill>
          <a:blip r:embed="rId2"/>
          <a:stretch>
            <a:fillRect/>
          </a:stretch>
        </p:blipFill>
        <p:spPr>
          <a:xfrm>
            <a:off x="259772" y="1251095"/>
            <a:ext cx="8427027" cy="4924610"/>
          </a:xfrm>
          <a:prstGeom prst="rect">
            <a:avLst/>
          </a:prstGeom>
        </p:spPr>
      </p:pic>
    </p:spTree>
    <p:extLst>
      <p:ext uri="{BB962C8B-B14F-4D97-AF65-F5344CB8AC3E}">
        <p14:creationId xmlns:p14="http://schemas.microsoft.com/office/powerpoint/2010/main" val="42095714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5">
            <a:extLst>
              <a:ext uri="{FF2B5EF4-FFF2-40B4-BE49-F238E27FC236}">
                <a16:creationId xmlns:a16="http://schemas.microsoft.com/office/drawing/2014/main" id="{10C2852A-240C-FAAB-684E-2997F304C29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8156BD87-4D30-4609-8895-68E312ED1182}" type="slidenum">
              <a:rPr lang="en-US" altLang="en-US" b="0"/>
              <a:pPr/>
              <a:t>39</a:t>
            </a:fld>
            <a:endParaRPr lang="en-US" altLang="en-US" b="0"/>
          </a:p>
        </p:txBody>
      </p:sp>
      <p:sp>
        <p:nvSpPr>
          <p:cNvPr id="39939" name="Rectangle 2">
            <a:extLst>
              <a:ext uri="{FF2B5EF4-FFF2-40B4-BE49-F238E27FC236}">
                <a16:creationId xmlns:a16="http://schemas.microsoft.com/office/drawing/2014/main" id="{85BA4493-CD06-349B-8AA2-372DA965350D}"/>
              </a:ext>
            </a:extLst>
          </p:cNvPr>
          <p:cNvSpPr>
            <a:spLocks noGrp="1" noChangeArrowheads="1"/>
          </p:cNvSpPr>
          <p:nvPr>
            <p:ph type="title"/>
          </p:nvPr>
        </p:nvSpPr>
        <p:spPr>
          <a:xfrm>
            <a:off x="990600" y="152400"/>
            <a:ext cx="8153400" cy="1004888"/>
          </a:xfrm>
        </p:spPr>
        <p:txBody>
          <a:bodyPr/>
          <a:lstStyle/>
          <a:p>
            <a:pPr eaLnBrk="1" hangingPunct="1"/>
            <a:r>
              <a:rPr lang="en-US" altLang="en-US" sz="3000" b="1"/>
              <a:t>SƠ ĐỒ GANTT</a:t>
            </a:r>
          </a:p>
        </p:txBody>
      </p:sp>
      <p:sp>
        <p:nvSpPr>
          <p:cNvPr id="39940" name="Rectangle 3">
            <a:extLst>
              <a:ext uri="{FF2B5EF4-FFF2-40B4-BE49-F238E27FC236}">
                <a16:creationId xmlns:a16="http://schemas.microsoft.com/office/drawing/2014/main" id="{A21F5B20-6293-819A-9034-C8421F2053F8}"/>
              </a:ext>
            </a:extLst>
          </p:cNvPr>
          <p:cNvSpPr>
            <a:spLocks noGrp="1" noChangeArrowheads="1"/>
          </p:cNvSpPr>
          <p:nvPr>
            <p:ph type="body" idx="1"/>
          </p:nvPr>
        </p:nvSpPr>
        <p:spPr>
          <a:xfrm>
            <a:off x="609600" y="1295400"/>
            <a:ext cx="8382000" cy="5029200"/>
          </a:xfrm>
        </p:spPr>
        <p:txBody>
          <a:bodyPr/>
          <a:lstStyle/>
          <a:p>
            <a:pPr marL="533400" indent="-533400" eaLnBrk="1" hangingPunct="1">
              <a:lnSpc>
                <a:spcPct val="80000"/>
              </a:lnSpc>
              <a:buSzTx/>
              <a:buFont typeface="Wingdings" panose="05000000000000000000" pitchFamily="2" charset="2"/>
              <a:buAutoNum type="arabicPeriod"/>
            </a:pPr>
            <a:endParaRPr lang="en-US" altLang="en-US" sz="2400"/>
          </a:p>
          <a:p>
            <a:pPr marL="533400" indent="-533400" eaLnBrk="1" hangingPunct="1">
              <a:lnSpc>
                <a:spcPct val="80000"/>
              </a:lnSpc>
            </a:pPr>
            <a:r>
              <a:rPr lang="en-US" altLang="en-US" sz="2800" b="1"/>
              <a:t>Ưu điểm</a:t>
            </a:r>
          </a:p>
          <a:p>
            <a:pPr marL="914400" lvl="1" indent="-457200" eaLnBrk="1" hangingPunct="1">
              <a:lnSpc>
                <a:spcPct val="80000"/>
              </a:lnSpc>
            </a:pPr>
            <a:r>
              <a:rPr lang="en-US" altLang="en-US" sz="2400"/>
              <a:t>Dễ vẽ</a:t>
            </a:r>
          </a:p>
          <a:p>
            <a:pPr marL="914400" lvl="1" indent="-457200" eaLnBrk="1" hangingPunct="1">
              <a:lnSpc>
                <a:spcPct val="80000"/>
              </a:lnSpc>
            </a:pPr>
            <a:r>
              <a:rPr lang="en-US" altLang="en-US" sz="2400"/>
              <a:t>Dễ nhận biết hiện trạng thực tế và kế hoạch thực hiện các công việc trong DA</a:t>
            </a:r>
          </a:p>
          <a:p>
            <a:pPr marL="914400" lvl="1" indent="-457200" eaLnBrk="1" hangingPunct="1">
              <a:lnSpc>
                <a:spcPct val="80000"/>
              </a:lnSpc>
            </a:pPr>
            <a:r>
              <a:rPr lang="en-US" altLang="en-US" sz="2400"/>
              <a:t>Xác định rõ thời gian hoàn thành toàn bộ DA</a:t>
            </a:r>
          </a:p>
          <a:p>
            <a:pPr marL="533400" indent="-533400" eaLnBrk="1" hangingPunct="1">
              <a:lnSpc>
                <a:spcPct val="80000"/>
              </a:lnSpc>
            </a:pPr>
            <a:r>
              <a:rPr lang="en-US" altLang="en-US" sz="2800" b="1"/>
              <a:t>Nhược điểm</a:t>
            </a:r>
            <a:r>
              <a:rPr lang="en-US" altLang="en-US" sz="2800"/>
              <a:t>	</a:t>
            </a:r>
          </a:p>
          <a:p>
            <a:pPr marL="914400" lvl="1" indent="-457200" eaLnBrk="1" hangingPunct="1">
              <a:lnSpc>
                <a:spcPct val="80000"/>
              </a:lnSpc>
            </a:pPr>
            <a:r>
              <a:rPr lang="en-US" altLang="en-US" sz="2400"/>
              <a:t>Không thể hiện rõ mối quan hệ giữa các công việc, đặc biệt trong DA có nhiều công việc</a:t>
            </a:r>
          </a:p>
          <a:p>
            <a:pPr marL="914400" lvl="1" indent="-457200" eaLnBrk="1" hangingPunct="1">
              <a:lnSpc>
                <a:spcPct val="80000"/>
              </a:lnSpc>
            </a:pPr>
            <a:r>
              <a:rPr lang="en-US" altLang="en-US" sz="2400"/>
              <a:t>Không thể hiện được công việc nào là chủ yếu có tính quyết định đối với tổng tiến độ thực hiện DA</a:t>
            </a:r>
          </a:p>
          <a:p>
            <a:pPr marL="914400" lvl="1" indent="-457200" eaLnBrk="1" hangingPunct="1">
              <a:lnSpc>
                <a:spcPct val="80000"/>
              </a:lnSpc>
            </a:pPr>
            <a:r>
              <a:rPr lang="en-US" altLang="en-US" sz="2400"/>
              <a:t>Không thuận tiện khi phân tích đánh giá các chỉ tiêu kinh tế kỹ thuật của bản thân sơ đồ DA</a:t>
            </a:r>
            <a:br>
              <a:rPr lang="en-US" altLang="en-US" sz="2400"/>
            </a:br>
            <a:endParaRPr lang="en-US" altLang="en-US" sz="2400"/>
          </a:p>
          <a:p>
            <a:pPr marL="914400" lvl="1" indent="-457200" eaLnBrk="1" hangingPunct="1">
              <a:lnSpc>
                <a:spcPct val="80000"/>
              </a:lnSpc>
            </a:pPr>
            <a:endParaRPr lang="en-US" altLang="en-US" sz="24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a:extLst>
              <a:ext uri="{FF2B5EF4-FFF2-40B4-BE49-F238E27FC236}">
                <a16:creationId xmlns:a16="http://schemas.microsoft.com/office/drawing/2014/main" id="{2916F9B7-A85E-F7D5-288F-D7D05C96270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E45182D1-068A-40EA-B991-8134253E3025}" type="slidenum">
              <a:rPr lang="en-US" altLang="en-US" b="0"/>
              <a:pPr/>
              <a:t>40</a:t>
            </a:fld>
            <a:endParaRPr lang="en-US" altLang="en-US" b="0"/>
          </a:p>
        </p:txBody>
      </p:sp>
      <p:sp>
        <p:nvSpPr>
          <p:cNvPr id="40963" name="Rectangle 2">
            <a:extLst>
              <a:ext uri="{FF2B5EF4-FFF2-40B4-BE49-F238E27FC236}">
                <a16:creationId xmlns:a16="http://schemas.microsoft.com/office/drawing/2014/main" id="{8EE657A4-4FAC-C3E9-4EC1-7834AF9679CD}"/>
              </a:ext>
            </a:extLst>
          </p:cNvPr>
          <p:cNvSpPr>
            <a:spLocks noGrp="1" noChangeArrowheads="1"/>
          </p:cNvSpPr>
          <p:nvPr>
            <p:ph type="title"/>
          </p:nvPr>
        </p:nvSpPr>
        <p:spPr>
          <a:xfrm>
            <a:off x="990600" y="152400"/>
            <a:ext cx="8153400" cy="1004888"/>
          </a:xfrm>
        </p:spPr>
        <p:txBody>
          <a:bodyPr/>
          <a:lstStyle/>
          <a:p>
            <a:pPr eaLnBrk="1" hangingPunct="1"/>
            <a:r>
              <a:rPr lang="en-US" altLang="en-US" sz="3000" b="1"/>
              <a:t>SƠ ĐỒ MẠNG</a:t>
            </a:r>
          </a:p>
        </p:txBody>
      </p:sp>
      <p:sp>
        <p:nvSpPr>
          <p:cNvPr id="40964" name="Rectangle 3">
            <a:extLst>
              <a:ext uri="{FF2B5EF4-FFF2-40B4-BE49-F238E27FC236}">
                <a16:creationId xmlns:a16="http://schemas.microsoft.com/office/drawing/2014/main" id="{DA0B3054-8894-EFE4-503E-021848D59923}"/>
              </a:ext>
            </a:extLst>
          </p:cNvPr>
          <p:cNvSpPr>
            <a:spLocks noGrp="1" noChangeArrowheads="1"/>
          </p:cNvSpPr>
          <p:nvPr>
            <p:ph type="body" idx="1"/>
          </p:nvPr>
        </p:nvSpPr>
        <p:spPr>
          <a:xfrm>
            <a:off x="609600" y="1295400"/>
            <a:ext cx="8382000" cy="5029200"/>
          </a:xfrm>
        </p:spPr>
        <p:txBody>
          <a:bodyPr/>
          <a:lstStyle/>
          <a:p>
            <a:pPr marL="533400" indent="-533400" eaLnBrk="1" hangingPunct="1">
              <a:buSzTx/>
              <a:buFont typeface="Wingdings" panose="05000000000000000000" pitchFamily="2" charset="2"/>
              <a:buAutoNum type="arabicPeriod"/>
            </a:pPr>
            <a:endParaRPr lang="en-US" altLang="en-US" sz="2800"/>
          </a:p>
          <a:p>
            <a:pPr marL="533400" indent="-533400" eaLnBrk="1" hangingPunct="1"/>
            <a:r>
              <a:rPr lang="en-US" altLang="en-US"/>
              <a:t>CPM (Critical Path Method)</a:t>
            </a:r>
          </a:p>
          <a:p>
            <a:pPr marL="533400" indent="-533400" eaLnBrk="1" hangingPunct="1"/>
            <a:r>
              <a:rPr lang="en-US" altLang="en-US"/>
              <a:t>PERT (</a:t>
            </a:r>
            <a:r>
              <a:rPr lang="en-US" altLang="en-US" b="1"/>
              <a:t>P</a:t>
            </a:r>
            <a:r>
              <a:rPr lang="en-US" altLang="en-US"/>
              <a:t>roject </a:t>
            </a:r>
            <a:r>
              <a:rPr lang="en-US" altLang="en-US" b="1"/>
              <a:t>E</a:t>
            </a:r>
            <a:r>
              <a:rPr lang="en-US" altLang="en-US"/>
              <a:t>valuation &amp; </a:t>
            </a:r>
            <a:r>
              <a:rPr lang="en-US" altLang="en-US" b="1"/>
              <a:t>R</a:t>
            </a:r>
            <a:r>
              <a:rPr lang="en-US" altLang="en-US"/>
              <a:t>eview </a:t>
            </a:r>
            <a:r>
              <a:rPr lang="en-US" altLang="en-US" b="1"/>
              <a:t>T</a:t>
            </a:r>
            <a:r>
              <a:rPr lang="en-US" altLang="en-US"/>
              <a:t>echniques)</a:t>
            </a:r>
          </a:p>
          <a:p>
            <a:pPr marL="533400" indent="-533400" eaLnBrk="1" hangingPunct="1"/>
            <a:endParaRPr lang="en-US" altLang="en-US"/>
          </a:p>
          <a:p>
            <a:pPr marL="533400" indent="-533400" eaLnBrk="1" hangingPunct="1"/>
            <a:endParaRPr lang="en-US" altLang="en-US"/>
          </a:p>
          <a:p>
            <a:pPr marL="914400" lvl="1" indent="-457200" eaLnBrk="1" hangingPunct="1"/>
            <a:endParaRPr lang="en-US"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a:extLst>
              <a:ext uri="{FF2B5EF4-FFF2-40B4-BE49-F238E27FC236}">
                <a16:creationId xmlns:a16="http://schemas.microsoft.com/office/drawing/2014/main" id="{DCDDC900-5A09-6179-E087-45963C6F95B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97880863-7553-449F-BDF9-77DD3D7E674A}" type="slidenum">
              <a:rPr lang="en-US" altLang="en-US" b="0"/>
              <a:pPr/>
              <a:t>41</a:t>
            </a:fld>
            <a:endParaRPr lang="en-US" altLang="en-US" b="0"/>
          </a:p>
        </p:txBody>
      </p:sp>
      <p:sp>
        <p:nvSpPr>
          <p:cNvPr id="41987" name="Rectangle 2">
            <a:extLst>
              <a:ext uri="{FF2B5EF4-FFF2-40B4-BE49-F238E27FC236}">
                <a16:creationId xmlns:a16="http://schemas.microsoft.com/office/drawing/2014/main" id="{8A7BEEC7-6D32-1EEB-C461-8B2BE6021058}"/>
              </a:ext>
            </a:extLst>
          </p:cNvPr>
          <p:cNvSpPr>
            <a:spLocks noGrp="1" noChangeArrowheads="1"/>
          </p:cNvSpPr>
          <p:nvPr>
            <p:ph type="title"/>
          </p:nvPr>
        </p:nvSpPr>
        <p:spPr>
          <a:xfrm>
            <a:off x="990600" y="152400"/>
            <a:ext cx="8153400" cy="1004888"/>
          </a:xfrm>
        </p:spPr>
        <p:txBody>
          <a:bodyPr/>
          <a:lstStyle/>
          <a:p>
            <a:pPr eaLnBrk="1" hangingPunct="1"/>
            <a:r>
              <a:rPr lang="en-US" altLang="en-US" sz="3000" b="1"/>
              <a:t>SƠ ĐỒ MẠNG</a:t>
            </a:r>
          </a:p>
        </p:txBody>
      </p:sp>
      <p:sp>
        <p:nvSpPr>
          <p:cNvPr id="41988" name="Rectangle 3">
            <a:extLst>
              <a:ext uri="{FF2B5EF4-FFF2-40B4-BE49-F238E27FC236}">
                <a16:creationId xmlns:a16="http://schemas.microsoft.com/office/drawing/2014/main" id="{1A0E7F09-AF47-9F87-C0F9-BB62807DD8F2}"/>
              </a:ext>
            </a:extLst>
          </p:cNvPr>
          <p:cNvSpPr>
            <a:spLocks noGrp="1" noChangeArrowheads="1"/>
          </p:cNvSpPr>
          <p:nvPr>
            <p:ph type="body" idx="1"/>
          </p:nvPr>
        </p:nvSpPr>
        <p:spPr>
          <a:xfrm>
            <a:off x="609600" y="1295400"/>
            <a:ext cx="8382000" cy="5029200"/>
          </a:xfrm>
        </p:spPr>
        <p:txBody>
          <a:bodyPr/>
          <a:lstStyle/>
          <a:p>
            <a:pPr marL="533400" indent="-533400" eaLnBrk="1" hangingPunct="1">
              <a:buSzTx/>
              <a:buFont typeface="Wingdings" panose="05000000000000000000" pitchFamily="2" charset="2"/>
              <a:buAutoNum type="arabicPeriod"/>
            </a:pPr>
            <a:endParaRPr lang="en-US" altLang="en-US" sz="2400"/>
          </a:p>
          <a:p>
            <a:pPr marL="533400" indent="-533400" eaLnBrk="1" hangingPunct="1"/>
            <a:r>
              <a:rPr lang="en-US" altLang="en-US">
                <a:solidFill>
                  <a:srgbClr val="FF0066"/>
                </a:solidFill>
              </a:rPr>
              <a:t>CPM (</a:t>
            </a:r>
            <a:r>
              <a:rPr lang="en-US" altLang="en-US" b="1">
                <a:solidFill>
                  <a:srgbClr val="FF0066"/>
                </a:solidFill>
              </a:rPr>
              <a:t>C</a:t>
            </a:r>
            <a:r>
              <a:rPr lang="en-US" altLang="en-US">
                <a:solidFill>
                  <a:srgbClr val="FF0066"/>
                </a:solidFill>
              </a:rPr>
              <a:t>ritical </a:t>
            </a:r>
            <a:r>
              <a:rPr lang="en-US" altLang="en-US" b="1">
                <a:solidFill>
                  <a:srgbClr val="FF0066"/>
                </a:solidFill>
              </a:rPr>
              <a:t>P</a:t>
            </a:r>
            <a:r>
              <a:rPr lang="en-US" altLang="en-US">
                <a:solidFill>
                  <a:srgbClr val="FF0066"/>
                </a:solidFill>
              </a:rPr>
              <a:t>ath </a:t>
            </a:r>
            <a:r>
              <a:rPr lang="en-US" altLang="en-US" b="1">
                <a:solidFill>
                  <a:srgbClr val="FF0066"/>
                </a:solidFill>
              </a:rPr>
              <a:t>M</a:t>
            </a:r>
            <a:r>
              <a:rPr lang="en-US" altLang="en-US">
                <a:solidFill>
                  <a:srgbClr val="FF0066"/>
                </a:solidFill>
              </a:rPr>
              <a:t>ethod)</a:t>
            </a:r>
          </a:p>
          <a:p>
            <a:pPr marL="914400" lvl="1" indent="-457200" eaLnBrk="1" hangingPunct="1"/>
            <a:r>
              <a:rPr lang="en-US" altLang="en-US" sz="2400"/>
              <a:t>Phương pháp sử dụng mô hình xác định, thời gian hoàn thành mỗi công việc là hằng số</a:t>
            </a:r>
          </a:p>
          <a:p>
            <a:pPr marL="914400" lvl="1" indent="-457200" eaLnBrk="1" hangingPunct="1"/>
            <a:r>
              <a:rPr lang="en-US" altLang="en-US" sz="2400"/>
              <a:t>Được phát triển bởi công ty Dupont 1858</a:t>
            </a:r>
          </a:p>
          <a:p>
            <a:pPr marL="914400" lvl="1" indent="-457200" eaLnBrk="1" hangingPunct="1"/>
            <a:r>
              <a:rPr lang="en-US" altLang="en-US" sz="2400"/>
              <a:t>Phương pháp thực hiện:</a:t>
            </a:r>
          </a:p>
          <a:p>
            <a:pPr marL="1295400" lvl="2" indent="-381000" eaLnBrk="1" hangingPunct="1"/>
            <a:r>
              <a:rPr lang="en-US" altLang="en-US" sz="2000"/>
              <a:t>Xác định các công việc cần thực hiện.</a:t>
            </a:r>
          </a:p>
          <a:p>
            <a:pPr marL="1295400" lvl="2" indent="-381000" eaLnBrk="1" hangingPunct="1"/>
            <a:r>
              <a:rPr lang="en-US" altLang="en-US" sz="2000"/>
              <a:t>Xác định mối quan hệ và trình tự cho từng công việc </a:t>
            </a:r>
          </a:p>
          <a:p>
            <a:pPr marL="1295400" lvl="2" indent="-381000" eaLnBrk="1" hangingPunct="1"/>
            <a:r>
              <a:rPr lang="en-US" altLang="en-US" sz="2000"/>
              <a:t>Vẽ sơ đồ mảng công việc </a:t>
            </a:r>
          </a:p>
          <a:p>
            <a:pPr marL="1295400" lvl="2" indent="-381000" eaLnBrk="1" hangingPunct="1"/>
            <a:r>
              <a:rPr lang="en-US" altLang="en-US" sz="2000"/>
              <a:t>Tính toán thời gian và chi phí cho từng công việc</a:t>
            </a:r>
          </a:p>
          <a:p>
            <a:pPr marL="1295400" lvl="2" indent="-381000" eaLnBrk="1" hangingPunct="1"/>
            <a:r>
              <a:rPr lang="en-US" altLang="en-US" sz="2000"/>
              <a:t>Xác định thời gian dự trữ của công việcvà sự kiện</a:t>
            </a:r>
          </a:p>
          <a:p>
            <a:pPr marL="1295400" lvl="2" indent="-381000" eaLnBrk="1" hangingPunct="1"/>
            <a:r>
              <a:rPr lang="en-US" altLang="en-US" sz="2000"/>
              <a:t>Xác định đường Găng. </a:t>
            </a:r>
          </a:p>
          <a:p>
            <a:pPr marL="914400" lvl="1" indent="-457200" eaLnBrk="1" hangingPunct="1"/>
            <a:endParaRPr lang="en-US" altLang="en-US" sz="24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5">
            <a:extLst>
              <a:ext uri="{FF2B5EF4-FFF2-40B4-BE49-F238E27FC236}">
                <a16:creationId xmlns:a16="http://schemas.microsoft.com/office/drawing/2014/main" id="{2D396189-53FA-4F5B-821C-3D484ADED47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300A3552-3B5D-4F91-A2A0-370BD966BA88}" type="slidenum">
              <a:rPr lang="en-US" altLang="en-US" b="0"/>
              <a:pPr/>
              <a:t>42</a:t>
            </a:fld>
            <a:endParaRPr lang="en-US" altLang="en-US" b="0"/>
          </a:p>
        </p:txBody>
      </p:sp>
      <p:sp>
        <p:nvSpPr>
          <p:cNvPr id="43011" name="Rectangle 2">
            <a:extLst>
              <a:ext uri="{FF2B5EF4-FFF2-40B4-BE49-F238E27FC236}">
                <a16:creationId xmlns:a16="http://schemas.microsoft.com/office/drawing/2014/main" id="{FD6BD1D4-1AD6-5468-D383-2E7D436DC73D}"/>
              </a:ext>
            </a:extLst>
          </p:cNvPr>
          <p:cNvSpPr>
            <a:spLocks noGrp="1" noChangeArrowheads="1"/>
          </p:cNvSpPr>
          <p:nvPr>
            <p:ph type="title"/>
          </p:nvPr>
        </p:nvSpPr>
        <p:spPr>
          <a:xfrm>
            <a:off x="1143000" y="214313"/>
            <a:ext cx="8382000" cy="1004887"/>
          </a:xfrm>
        </p:spPr>
        <p:txBody>
          <a:bodyPr/>
          <a:lstStyle/>
          <a:p>
            <a:pPr eaLnBrk="1" hangingPunct="1"/>
            <a:r>
              <a:rPr lang="en-US" altLang="en-US" b="1"/>
              <a:t>SƠ ĐỒ MẠNG</a:t>
            </a:r>
          </a:p>
        </p:txBody>
      </p:sp>
      <p:sp>
        <p:nvSpPr>
          <p:cNvPr id="43012" name="Rectangle 3">
            <a:extLst>
              <a:ext uri="{FF2B5EF4-FFF2-40B4-BE49-F238E27FC236}">
                <a16:creationId xmlns:a16="http://schemas.microsoft.com/office/drawing/2014/main" id="{C35279FC-E703-5D59-2E2C-9EE423F3C881}"/>
              </a:ext>
            </a:extLst>
          </p:cNvPr>
          <p:cNvSpPr>
            <a:spLocks noGrp="1" noChangeArrowheads="1"/>
          </p:cNvSpPr>
          <p:nvPr>
            <p:ph type="body" idx="1"/>
          </p:nvPr>
        </p:nvSpPr>
        <p:spPr>
          <a:xfrm>
            <a:off x="609600" y="1295400"/>
            <a:ext cx="8382000" cy="5029200"/>
          </a:xfrm>
        </p:spPr>
        <p:txBody>
          <a:bodyPr/>
          <a:lstStyle/>
          <a:p>
            <a:pPr marL="533400" indent="-533400" eaLnBrk="1" hangingPunct="1">
              <a:buSzTx/>
              <a:buFont typeface="Wingdings" panose="05000000000000000000" pitchFamily="2" charset="2"/>
              <a:buAutoNum type="arabicPeriod"/>
            </a:pPr>
            <a:endParaRPr lang="en-US" altLang="en-US" sz="2800"/>
          </a:p>
          <a:p>
            <a:pPr marL="533400" indent="-533400" eaLnBrk="1" hangingPunct="1"/>
            <a:r>
              <a:rPr lang="en-US" altLang="en-US">
                <a:solidFill>
                  <a:srgbClr val="FF0066"/>
                </a:solidFill>
              </a:rPr>
              <a:t>PERT (</a:t>
            </a:r>
            <a:r>
              <a:rPr lang="en-US" altLang="en-US" b="1">
                <a:solidFill>
                  <a:srgbClr val="FF0066"/>
                </a:solidFill>
              </a:rPr>
              <a:t>P</a:t>
            </a:r>
            <a:r>
              <a:rPr lang="en-US" altLang="en-US">
                <a:solidFill>
                  <a:srgbClr val="FF0066"/>
                </a:solidFill>
              </a:rPr>
              <a:t>roject </a:t>
            </a:r>
            <a:r>
              <a:rPr lang="en-US" altLang="en-US" b="1">
                <a:solidFill>
                  <a:srgbClr val="FF0066"/>
                </a:solidFill>
              </a:rPr>
              <a:t>E</a:t>
            </a:r>
            <a:r>
              <a:rPr lang="en-US" altLang="en-US">
                <a:solidFill>
                  <a:srgbClr val="FF0066"/>
                </a:solidFill>
              </a:rPr>
              <a:t>valuation &amp; </a:t>
            </a:r>
            <a:r>
              <a:rPr lang="en-US" altLang="en-US" b="1">
                <a:solidFill>
                  <a:srgbClr val="FF0066"/>
                </a:solidFill>
              </a:rPr>
              <a:t>R</a:t>
            </a:r>
            <a:r>
              <a:rPr lang="en-US" altLang="en-US">
                <a:solidFill>
                  <a:srgbClr val="FF0066"/>
                </a:solidFill>
              </a:rPr>
              <a:t>eview </a:t>
            </a:r>
            <a:r>
              <a:rPr lang="en-US" altLang="en-US" b="1">
                <a:solidFill>
                  <a:srgbClr val="FF0066"/>
                </a:solidFill>
              </a:rPr>
              <a:t>T</a:t>
            </a:r>
            <a:r>
              <a:rPr lang="en-US" altLang="en-US">
                <a:solidFill>
                  <a:srgbClr val="FF0066"/>
                </a:solidFill>
              </a:rPr>
              <a:t>echniques)</a:t>
            </a:r>
          </a:p>
          <a:p>
            <a:pPr marL="914400" lvl="1" indent="-457200" eaLnBrk="1" hangingPunct="1"/>
            <a:r>
              <a:rPr lang="en-US" altLang="en-US"/>
              <a:t>Phương pháp sử dụng mô hình xác suất, thời gian hoàn thành công việc được mô tả theo dạng hàm phân phối xác suất </a:t>
            </a:r>
            <a:r>
              <a:rPr lang="en-US" altLang="en-US">
                <a:sym typeface="Wingdings" panose="05000000000000000000" pitchFamily="2" charset="2"/>
              </a:rPr>
              <a:t> có tính yếu tố rủi ro</a:t>
            </a:r>
          </a:p>
          <a:p>
            <a:pPr marL="914400" lvl="1" indent="-457200" eaLnBrk="1" hangingPunct="1"/>
            <a:r>
              <a:rPr lang="en-US" altLang="en-US"/>
              <a:t>Được phát triển do Hải quân Mỹ 1858</a:t>
            </a:r>
          </a:p>
          <a:p>
            <a:pPr marL="914400" lvl="1" indent="-457200" eaLnBrk="1" hangingPunct="1"/>
            <a:endParaRPr lang="en-US" altLang="en-US"/>
          </a:p>
          <a:p>
            <a:pPr marL="914400" lvl="1" indent="-457200" eaLnBrk="1" hangingPunct="1"/>
            <a:endParaRPr lang="en-US"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5">
            <a:extLst>
              <a:ext uri="{FF2B5EF4-FFF2-40B4-BE49-F238E27FC236}">
                <a16:creationId xmlns:a16="http://schemas.microsoft.com/office/drawing/2014/main" id="{D6F90186-C7F1-C958-1AF0-491CAD5682B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BF25EB02-47E0-474B-8698-52378B7030BB}" type="slidenum">
              <a:rPr lang="en-US" altLang="en-US" b="0"/>
              <a:pPr/>
              <a:t>43</a:t>
            </a:fld>
            <a:endParaRPr lang="en-US" altLang="en-US" b="0"/>
          </a:p>
        </p:txBody>
      </p:sp>
      <p:sp>
        <p:nvSpPr>
          <p:cNvPr id="44035" name="Rectangle 2">
            <a:extLst>
              <a:ext uri="{FF2B5EF4-FFF2-40B4-BE49-F238E27FC236}">
                <a16:creationId xmlns:a16="http://schemas.microsoft.com/office/drawing/2014/main" id="{1000672E-C74B-C662-0A72-12FA9174A4CF}"/>
              </a:ext>
            </a:extLst>
          </p:cNvPr>
          <p:cNvSpPr>
            <a:spLocks noGrp="1" noChangeArrowheads="1"/>
          </p:cNvSpPr>
          <p:nvPr>
            <p:ph type="title"/>
          </p:nvPr>
        </p:nvSpPr>
        <p:spPr>
          <a:xfrm>
            <a:off x="1143000" y="214313"/>
            <a:ext cx="8382000" cy="1004887"/>
          </a:xfrm>
        </p:spPr>
        <p:txBody>
          <a:bodyPr/>
          <a:lstStyle/>
          <a:p>
            <a:pPr eaLnBrk="1" hangingPunct="1"/>
            <a:r>
              <a:rPr lang="en-US" altLang="en-US" b="1"/>
              <a:t>SƠ ĐỒ MẠNG</a:t>
            </a:r>
          </a:p>
        </p:txBody>
      </p:sp>
      <p:sp>
        <p:nvSpPr>
          <p:cNvPr id="44036" name="Rectangle 3">
            <a:extLst>
              <a:ext uri="{FF2B5EF4-FFF2-40B4-BE49-F238E27FC236}">
                <a16:creationId xmlns:a16="http://schemas.microsoft.com/office/drawing/2014/main" id="{5B2698C7-EAFF-1D65-BA65-AA997D9C77C7}"/>
              </a:ext>
            </a:extLst>
          </p:cNvPr>
          <p:cNvSpPr>
            <a:spLocks noGrp="1" noChangeArrowheads="1"/>
          </p:cNvSpPr>
          <p:nvPr>
            <p:ph type="body" idx="1"/>
          </p:nvPr>
        </p:nvSpPr>
        <p:spPr>
          <a:xfrm>
            <a:off x="228600" y="1295400"/>
            <a:ext cx="5486400" cy="5029200"/>
          </a:xfrm>
        </p:spPr>
        <p:txBody>
          <a:bodyPr/>
          <a:lstStyle/>
          <a:p>
            <a:pPr marL="533400" indent="-533400" eaLnBrk="1" hangingPunct="1">
              <a:lnSpc>
                <a:spcPct val="80000"/>
              </a:lnSpc>
              <a:buSzTx/>
              <a:buFont typeface="Wingdings" panose="05000000000000000000" pitchFamily="2" charset="2"/>
              <a:buAutoNum type="arabicPeriod"/>
            </a:pPr>
            <a:endParaRPr lang="en-US" altLang="en-US" sz="2400"/>
          </a:p>
          <a:p>
            <a:pPr marL="914400" lvl="1" indent="-457200" eaLnBrk="1" hangingPunct="1">
              <a:lnSpc>
                <a:spcPct val="80000"/>
              </a:lnSpc>
            </a:pPr>
            <a:r>
              <a:rPr lang="en-US" altLang="en-US" sz="2400"/>
              <a:t>Các mối quan hệ phụ thuộc giữa các công việc</a:t>
            </a:r>
          </a:p>
          <a:p>
            <a:pPr marL="1295400" lvl="2" indent="-381000" eaLnBrk="1" hangingPunct="1">
              <a:lnSpc>
                <a:spcPct val="80000"/>
              </a:lnSpc>
            </a:pPr>
            <a:r>
              <a:rPr lang="en-US" altLang="en-US" sz="2000" b="1"/>
              <a:t>Finish-to-Start</a:t>
            </a:r>
            <a:r>
              <a:rPr lang="en-US" altLang="en-US" sz="2000"/>
              <a:t>. Công việc sau bắt đầu chỉ khi nào công việc trước nó đã kết thúc (phổ biến).</a:t>
            </a:r>
          </a:p>
          <a:p>
            <a:pPr marL="1295400" lvl="2" indent="-381000" eaLnBrk="1" hangingPunct="1">
              <a:lnSpc>
                <a:spcPct val="80000"/>
              </a:lnSpc>
            </a:pPr>
            <a:r>
              <a:rPr lang="en-US" altLang="en-US" sz="2000" b="1"/>
              <a:t>Finish-to-Finish</a:t>
            </a:r>
            <a:r>
              <a:rPr lang="en-US" altLang="en-US" sz="2000"/>
              <a:t>. Công việc sau kết thúc được chỉ khi nào công việc trước nó đã kết thúc.</a:t>
            </a:r>
          </a:p>
          <a:p>
            <a:pPr marL="1295400" lvl="2" indent="-381000" eaLnBrk="1" hangingPunct="1">
              <a:lnSpc>
                <a:spcPct val="80000"/>
              </a:lnSpc>
            </a:pPr>
            <a:r>
              <a:rPr lang="en-US" altLang="en-US" sz="2000" b="1"/>
              <a:t>Start-to-Start</a:t>
            </a:r>
            <a:r>
              <a:rPr lang="en-US" altLang="en-US" sz="2000"/>
              <a:t>. Công việc sau bắt đầu được chỉ khi công việc trước nó đã bắt đầu. Ví dụ: làm việc trên máy tính.</a:t>
            </a:r>
          </a:p>
          <a:p>
            <a:pPr marL="1295400" lvl="2" indent="-381000" eaLnBrk="1" hangingPunct="1">
              <a:lnSpc>
                <a:spcPct val="80000"/>
              </a:lnSpc>
            </a:pPr>
            <a:r>
              <a:rPr lang="en-US" altLang="en-US" sz="2000" b="1"/>
              <a:t>Start-to-Finish</a:t>
            </a:r>
            <a:r>
              <a:rPr lang="en-US" altLang="en-US" sz="2000"/>
              <a:t>. Công việc sau phải bắt đầu thực hiện để kết thúc được công việc trước. Ví dụ: giao ca.</a:t>
            </a:r>
          </a:p>
          <a:p>
            <a:pPr marL="533400" indent="-533400" eaLnBrk="1" hangingPunct="1">
              <a:lnSpc>
                <a:spcPct val="80000"/>
              </a:lnSpc>
            </a:pPr>
            <a:endParaRPr lang="en-US" altLang="en-US" sz="2800"/>
          </a:p>
          <a:p>
            <a:pPr marL="533400" indent="-533400" eaLnBrk="1" hangingPunct="1">
              <a:lnSpc>
                <a:spcPct val="80000"/>
              </a:lnSpc>
            </a:pPr>
            <a:endParaRPr lang="en-US" altLang="en-US" sz="2800"/>
          </a:p>
          <a:p>
            <a:pPr marL="914400" lvl="1" indent="-457200" eaLnBrk="1" hangingPunct="1">
              <a:lnSpc>
                <a:spcPct val="80000"/>
              </a:lnSpc>
            </a:pPr>
            <a:endParaRPr lang="en-US" altLang="en-US" sz="2400"/>
          </a:p>
          <a:p>
            <a:pPr marL="914400" lvl="1" indent="-457200" eaLnBrk="1" hangingPunct="1">
              <a:lnSpc>
                <a:spcPct val="80000"/>
              </a:lnSpc>
            </a:pPr>
            <a:endParaRPr lang="en-US" altLang="en-US" sz="2400"/>
          </a:p>
          <a:p>
            <a:pPr marL="914400" lvl="1" indent="-457200" eaLnBrk="1" hangingPunct="1">
              <a:lnSpc>
                <a:spcPct val="80000"/>
              </a:lnSpc>
            </a:pPr>
            <a:endParaRPr lang="en-US" altLang="en-US" sz="2400"/>
          </a:p>
        </p:txBody>
      </p:sp>
      <p:pic>
        <p:nvPicPr>
          <p:cNvPr id="44037" name="Picture 5">
            <a:extLst>
              <a:ext uri="{FF2B5EF4-FFF2-40B4-BE49-F238E27FC236}">
                <a16:creationId xmlns:a16="http://schemas.microsoft.com/office/drawing/2014/main" id="{D669137F-838E-16BE-F804-60541CEC6E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53125" y="2438400"/>
            <a:ext cx="3190875"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57162"/>
            <a:ext cx="7543800" cy="996951"/>
          </a:xfrm>
        </p:spPr>
        <p:txBody>
          <a:bodyPr/>
          <a:lstStyle/>
          <a:p>
            <a:r>
              <a:rPr lang="vi-VN" sz="3000" dirty="0"/>
              <a:t>Sơ đồ hình hộp (Precedence Diagramming Method (PDM)</a:t>
            </a:r>
          </a:p>
        </p:txBody>
      </p:sp>
      <p:sp>
        <p:nvSpPr>
          <p:cNvPr id="3" name="Content Placeholder 2"/>
          <p:cNvSpPr>
            <a:spLocks noGrp="1"/>
          </p:cNvSpPr>
          <p:nvPr>
            <p:ph idx="1"/>
          </p:nvPr>
        </p:nvSpPr>
        <p:spPr/>
        <p:txBody>
          <a:bodyPr/>
          <a:lstStyle/>
          <a:p>
            <a:pPr algn="l">
              <a:buFont typeface="Wingdings" panose="05000000000000000000" pitchFamily="2" charset="2"/>
              <a:buChar char="§"/>
            </a:pPr>
            <a:r>
              <a:rPr lang="vi-VN" dirty="0"/>
              <a:t>Các đầu việc được biểu diễn bởi hình hộp</a:t>
            </a:r>
            <a:endParaRPr lang="en-US" dirty="0"/>
          </a:p>
          <a:p>
            <a:pPr algn="l">
              <a:buFont typeface="Wingdings" panose="05000000000000000000" pitchFamily="2" charset="2"/>
              <a:buChar char="§"/>
            </a:pPr>
            <a:r>
              <a:rPr lang="vi-VN" dirty="0"/>
              <a:t>Mũi tên thể hiện mối quan hệ giữa các đầu việc</a:t>
            </a:r>
            <a:endParaRPr lang="en-US" dirty="0"/>
          </a:p>
          <a:p>
            <a:pPr algn="l">
              <a:buFont typeface="Wingdings" panose="05000000000000000000" pitchFamily="2" charset="2"/>
              <a:buChar char="§"/>
            </a:pPr>
            <a:r>
              <a:rPr lang="vi-VN" dirty="0"/>
              <a:t>Phổ biến hơn phương pháp ADM và được sử dụng bởi</a:t>
            </a:r>
            <a:r>
              <a:rPr lang="en-US" dirty="0"/>
              <a:t> </a:t>
            </a:r>
            <a:r>
              <a:rPr lang="vi-VN" dirty="0"/>
              <a:t>phần mềm quản lý dự án</a:t>
            </a:r>
            <a:endParaRPr lang="en-US" dirty="0"/>
          </a:p>
          <a:p>
            <a:pPr algn="l">
              <a:buFont typeface="Wingdings" panose="05000000000000000000" pitchFamily="2" charset="2"/>
              <a:buChar char="§"/>
            </a:pPr>
            <a:r>
              <a:rPr lang="vi-VN" dirty="0"/>
              <a:t>Dễ thấy các loại phụ thuộc khác nhau</a:t>
            </a:r>
            <a:r>
              <a:rPr lang="en-US" dirty="0"/>
              <a:t>.</a:t>
            </a:r>
            <a:r>
              <a:rPr lang="vi-VN" dirty="0"/>
              <a:t> </a:t>
            </a:r>
            <a:br>
              <a:rPr lang="vi-VN" dirty="0"/>
            </a:br>
            <a:endParaRPr lang="en-US" dirty="0"/>
          </a:p>
        </p:txBody>
      </p:sp>
      <p:sp>
        <p:nvSpPr>
          <p:cNvPr id="4" name="Slide Number Placeholder 3"/>
          <p:cNvSpPr>
            <a:spLocks noGrp="1"/>
          </p:cNvSpPr>
          <p:nvPr>
            <p:ph type="sldNum" sz="quarter" idx="12"/>
          </p:nvPr>
        </p:nvSpPr>
        <p:spPr/>
        <p:txBody>
          <a:bodyPr/>
          <a:lstStyle/>
          <a:p>
            <a:fld id="{09F4A65E-462E-496D-B8C8-7192190FC104}" type="slidenum">
              <a:rPr lang="en-US" altLang="en-US" smtClean="0"/>
              <a:pPr/>
              <a:t>44</a:t>
            </a:fld>
            <a:endParaRPr lang="en-US" altLang="en-US"/>
          </a:p>
        </p:txBody>
      </p:sp>
    </p:spTree>
    <p:extLst>
      <p:ext uri="{BB962C8B-B14F-4D97-AF65-F5344CB8AC3E}">
        <p14:creationId xmlns:p14="http://schemas.microsoft.com/office/powerpoint/2010/main" val="15613666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590550"/>
            <a:ext cx="6610350" cy="563563"/>
          </a:xfrm>
        </p:spPr>
        <p:txBody>
          <a:bodyPr/>
          <a:lstStyle/>
          <a:p>
            <a:r>
              <a:rPr lang="en-US" sz="3000" dirty="0" err="1"/>
              <a:t>Ví</a:t>
            </a:r>
            <a:r>
              <a:rPr lang="en-US" sz="3000" dirty="0"/>
              <a:t> </a:t>
            </a:r>
            <a:r>
              <a:rPr lang="en-US" sz="3000" dirty="0" err="1"/>
              <a:t>dụ</a:t>
            </a:r>
            <a:r>
              <a:rPr lang="en-US" sz="3000" dirty="0"/>
              <a:t> PDM</a:t>
            </a:r>
          </a:p>
        </p:txBody>
      </p:sp>
      <p:sp>
        <p:nvSpPr>
          <p:cNvPr id="3" name="Content Placeholder 2"/>
          <p:cNvSpPr>
            <a:spLocks noGrp="1"/>
          </p:cNvSpPr>
          <p:nvPr>
            <p:ph idx="1"/>
          </p:nvPr>
        </p:nvSpPr>
        <p:spPr/>
        <p:txBody>
          <a:bodyPr/>
          <a:lstStyle/>
          <a:p>
            <a:pPr>
              <a:buFont typeface="Wingdings" panose="05000000000000000000" pitchFamily="2" charset="2"/>
              <a:buChar char="§"/>
            </a:pPr>
            <a:r>
              <a:rPr lang="en-US" dirty="0"/>
              <a:t>Ví dụ sơ đồ mạng </a:t>
            </a:r>
            <a:r>
              <a:rPr lang="en-US" dirty="0" err="1"/>
              <a:t>PDM</a:t>
            </a:r>
            <a:endParaRPr lang="en-US" dirty="0"/>
          </a:p>
          <a:p>
            <a:pPr marL="0" indent="0">
              <a:buNone/>
            </a:pPr>
            <a:br>
              <a:rPr lang="vi-VN" dirty="0"/>
            </a:br>
            <a:endParaRPr lang="en-US" dirty="0"/>
          </a:p>
        </p:txBody>
      </p:sp>
      <p:sp>
        <p:nvSpPr>
          <p:cNvPr id="4" name="Slide Number Placeholder 3"/>
          <p:cNvSpPr>
            <a:spLocks noGrp="1"/>
          </p:cNvSpPr>
          <p:nvPr>
            <p:ph type="sldNum" sz="quarter" idx="12"/>
          </p:nvPr>
        </p:nvSpPr>
        <p:spPr/>
        <p:txBody>
          <a:bodyPr/>
          <a:lstStyle/>
          <a:p>
            <a:fld id="{09F4A65E-462E-496D-B8C8-7192190FC104}" type="slidenum">
              <a:rPr lang="en-US" altLang="en-US" smtClean="0"/>
              <a:pPr/>
              <a:t>45</a:t>
            </a:fld>
            <a:endParaRPr lang="en-US" altLang="en-US"/>
          </a:p>
        </p:txBody>
      </p:sp>
      <p:pic>
        <p:nvPicPr>
          <p:cNvPr id="5" name="Picture 4"/>
          <p:cNvPicPr>
            <a:picLocks noChangeAspect="1"/>
          </p:cNvPicPr>
          <p:nvPr/>
        </p:nvPicPr>
        <p:blipFill>
          <a:blip r:embed="rId2"/>
          <a:stretch>
            <a:fillRect/>
          </a:stretch>
        </p:blipFill>
        <p:spPr>
          <a:xfrm>
            <a:off x="457200" y="1848334"/>
            <a:ext cx="8001000" cy="4410075"/>
          </a:xfrm>
          <a:prstGeom prst="rect">
            <a:avLst/>
          </a:prstGeom>
        </p:spPr>
      </p:pic>
    </p:spTree>
    <p:extLst>
      <p:ext uri="{BB962C8B-B14F-4D97-AF65-F5344CB8AC3E}">
        <p14:creationId xmlns:p14="http://schemas.microsoft.com/office/powerpoint/2010/main" val="34545575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PDM vs AOA</a:t>
            </a:r>
          </a:p>
        </p:txBody>
      </p:sp>
      <p:sp>
        <p:nvSpPr>
          <p:cNvPr id="3" name="Content Placeholder 2"/>
          <p:cNvSpPr>
            <a:spLocks noGrp="1"/>
          </p:cNvSpPr>
          <p:nvPr>
            <p:ph idx="1"/>
          </p:nvPr>
        </p:nvSpPr>
        <p:spPr>
          <a:xfrm>
            <a:off x="152400" y="1371600"/>
            <a:ext cx="8791575" cy="5410200"/>
          </a:xfrm>
        </p:spPr>
        <p:txBody>
          <a:bodyPr/>
          <a:lstStyle/>
          <a:p>
            <a:pPr algn="just">
              <a:buFont typeface="Wingdings" panose="05000000000000000000" pitchFamily="2" charset="2"/>
              <a:buChar char="§"/>
            </a:pPr>
            <a:r>
              <a:rPr lang="vi-VN" dirty="0"/>
              <a:t>Phương pháp PDM được dùng nhiều hơn phương</a:t>
            </a:r>
            <a:r>
              <a:rPr lang="en-US" dirty="0"/>
              <a:t> </a:t>
            </a:r>
            <a:r>
              <a:rPr lang="vi-VN" dirty="0"/>
              <a:t>pháp AOA và có nhiều thuận lợi hơn</a:t>
            </a:r>
            <a:endParaRPr lang="en-US" dirty="0"/>
          </a:p>
          <a:p>
            <a:pPr algn="just">
              <a:buFont typeface="Wingdings" panose="05000000000000000000" pitchFamily="2" charset="2"/>
              <a:buChar char="§"/>
            </a:pPr>
            <a:r>
              <a:rPr lang="vi-VN" dirty="0"/>
              <a:t>Hầu hết các phần mềm quản lý dự án đều</a:t>
            </a:r>
            <a:r>
              <a:rPr lang="en-US" dirty="0"/>
              <a:t> </a:t>
            </a:r>
            <a:r>
              <a:rPr lang="vi-VN" dirty="0"/>
              <a:t>dung</a:t>
            </a:r>
            <a:r>
              <a:rPr lang="en-US" dirty="0"/>
              <a:t> </a:t>
            </a:r>
            <a:r>
              <a:rPr lang="vi-VN" dirty="0"/>
              <a:t>phương pháp PDM.</a:t>
            </a:r>
            <a:endParaRPr lang="en-US" dirty="0"/>
          </a:p>
          <a:p>
            <a:pPr algn="just">
              <a:buFont typeface="Wingdings" panose="05000000000000000000" pitchFamily="2" charset="2"/>
              <a:buChar char="§"/>
            </a:pPr>
            <a:r>
              <a:rPr lang="vi-VN" dirty="0"/>
              <a:t>Phương pháp PDM chỉ ra được các loại quan hệ</a:t>
            </a:r>
            <a:r>
              <a:rPr lang="en-US" dirty="0"/>
              <a:t> </a:t>
            </a:r>
            <a:r>
              <a:rPr lang="vi-VN" dirty="0"/>
              <a:t>khác nhau trong khi phương pháp AOA chỉ sử dụng</a:t>
            </a:r>
            <a:r>
              <a:rPr lang="en-US" dirty="0"/>
              <a:t> </a:t>
            </a:r>
            <a:r>
              <a:rPr lang="vi-VN" dirty="0"/>
              <a:t>1</a:t>
            </a:r>
            <a:r>
              <a:rPr lang="en-US" dirty="0"/>
              <a:t> </a:t>
            </a:r>
            <a:r>
              <a:rPr lang="vi-VN" dirty="0"/>
              <a:t>loại quan hệ khởi động khi kết thúc (finish-to-start) </a:t>
            </a:r>
            <a:endParaRPr lang="en-US" dirty="0"/>
          </a:p>
          <a:p>
            <a:pPr marL="0" indent="0" algn="just">
              <a:buNone/>
            </a:pPr>
            <a:br>
              <a:rPr lang="vi-VN" dirty="0"/>
            </a:br>
            <a:endParaRPr lang="en-US" dirty="0"/>
          </a:p>
        </p:txBody>
      </p:sp>
      <p:sp>
        <p:nvSpPr>
          <p:cNvPr id="4" name="Slide Number Placeholder 3"/>
          <p:cNvSpPr>
            <a:spLocks noGrp="1"/>
          </p:cNvSpPr>
          <p:nvPr>
            <p:ph type="sldNum" sz="quarter" idx="12"/>
          </p:nvPr>
        </p:nvSpPr>
        <p:spPr/>
        <p:txBody>
          <a:bodyPr/>
          <a:lstStyle/>
          <a:p>
            <a:fld id="{09F4A65E-462E-496D-B8C8-7192190FC104}" type="slidenum">
              <a:rPr lang="en-US" altLang="en-US" smtClean="0"/>
              <a:pPr/>
              <a:t>46</a:t>
            </a:fld>
            <a:endParaRPr lang="en-US" altLang="en-US"/>
          </a:p>
        </p:txBody>
      </p:sp>
    </p:spTree>
    <p:extLst>
      <p:ext uri="{BB962C8B-B14F-4D97-AF65-F5344CB8AC3E}">
        <p14:creationId xmlns:p14="http://schemas.microsoft.com/office/powerpoint/2010/main" val="34106964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5">
            <a:extLst>
              <a:ext uri="{FF2B5EF4-FFF2-40B4-BE49-F238E27FC236}">
                <a16:creationId xmlns:a16="http://schemas.microsoft.com/office/drawing/2014/main" id="{88B80E77-5EC8-4868-5EAD-1B364C4B964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3F7CB30A-88BD-4999-B40C-14E4C61EC070}" type="slidenum">
              <a:rPr lang="en-US" altLang="en-US" b="0"/>
              <a:pPr/>
              <a:t>47</a:t>
            </a:fld>
            <a:endParaRPr lang="en-US" altLang="en-US" b="0"/>
          </a:p>
        </p:txBody>
      </p:sp>
      <p:sp>
        <p:nvSpPr>
          <p:cNvPr id="45059" name="Rectangle 2">
            <a:extLst>
              <a:ext uri="{FF2B5EF4-FFF2-40B4-BE49-F238E27FC236}">
                <a16:creationId xmlns:a16="http://schemas.microsoft.com/office/drawing/2014/main" id="{BD738788-F7A5-AAC7-6809-140C03F1D7B5}"/>
              </a:ext>
            </a:extLst>
          </p:cNvPr>
          <p:cNvSpPr>
            <a:spLocks noGrp="1" noChangeArrowheads="1"/>
          </p:cNvSpPr>
          <p:nvPr>
            <p:ph type="title"/>
          </p:nvPr>
        </p:nvSpPr>
        <p:spPr>
          <a:xfrm>
            <a:off x="990600" y="152400"/>
            <a:ext cx="8153400" cy="1004888"/>
          </a:xfrm>
        </p:spPr>
        <p:txBody>
          <a:bodyPr/>
          <a:lstStyle/>
          <a:p>
            <a:pPr eaLnBrk="1" hangingPunct="1"/>
            <a:r>
              <a:rPr lang="en-US" altLang="en-US" sz="3000" b="1"/>
              <a:t>PHƯƠNG PHÁP CPM</a:t>
            </a:r>
          </a:p>
        </p:txBody>
      </p:sp>
      <p:sp>
        <p:nvSpPr>
          <p:cNvPr id="45060" name="Rectangle 3">
            <a:extLst>
              <a:ext uri="{FF2B5EF4-FFF2-40B4-BE49-F238E27FC236}">
                <a16:creationId xmlns:a16="http://schemas.microsoft.com/office/drawing/2014/main" id="{5030EB29-4BA8-382D-8556-E19A8AFFD87A}"/>
              </a:ext>
            </a:extLst>
          </p:cNvPr>
          <p:cNvSpPr>
            <a:spLocks noGrp="1" noChangeArrowheads="1"/>
          </p:cNvSpPr>
          <p:nvPr>
            <p:ph type="body" idx="1"/>
          </p:nvPr>
        </p:nvSpPr>
        <p:spPr>
          <a:xfrm>
            <a:off x="609600" y="1295400"/>
            <a:ext cx="8382000" cy="5029200"/>
          </a:xfrm>
        </p:spPr>
        <p:txBody>
          <a:bodyPr/>
          <a:lstStyle/>
          <a:p>
            <a:pPr marL="533400" indent="-533400" eaLnBrk="1" hangingPunct="1">
              <a:buSzTx/>
              <a:buFont typeface="Wingdings" panose="05000000000000000000" pitchFamily="2" charset="2"/>
              <a:buAutoNum type="arabicPeriod"/>
            </a:pPr>
            <a:endParaRPr lang="en-US" altLang="en-US" sz="2800" dirty="0"/>
          </a:p>
          <a:p>
            <a:pPr marL="533400" indent="-533400" eaLnBrk="1" hangingPunct="1"/>
            <a:r>
              <a:rPr lang="en-US" altLang="en-US" sz="2800" b="1" dirty="0" err="1"/>
              <a:t>Sự</a:t>
            </a:r>
            <a:r>
              <a:rPr lang="en-US" altLang="en-US" sz="2800" b="1" dirty="0"/>
              <a:t> </a:t>
            </a:r>
            <a:r>
              <a:rPr lang="en-US" altLang="en-US" sz="2800" b="1" dirty="0" err="1"/>
              <a:t>kiện</a:t>
            </a:r>
            <a:r>
              <a:rPr lang="en-US" altLang="en-US" sz="2800" dirty="0"/>
              <a:t>/ </a:t>
            </a:r>
            <a:r>
              <a:rPr lang="en-US" altLang="en-US" sz="2800" dirty="0" err="1"/>
              <a:t>nút</a:t>
            </a:r>
            <a:r>
              <a:rPr lang="en-US" altLang="en-US" sz="2800"/>
              <a:t> (Event): </a:t>
            </a:r>
            <a:r>
              <a:rPr lang="en-US" altLang="en-US" sz="2800" dirty="0" err="1"/>
              <a:t>sự</a:t>
            </a:r>
            <a:r>
              <a:rPr lang="en-US" altLang="en-US" sz="2800" dirty="0"/>
              <a:t> </a:t>
            </a:r>
            <a:r>
              <a:rPr lang="en-US" altLang="en-US" sz="2800" dirty="0" err="1"/>
              <a:t>kết</a:t>
            </a:r>
            <a:r>
              <a:rPr lang="en-US" altLang="en-US" sz="2800" dirty="0"/>
              <a:t> </a:t>
            </a:r>
            <a:r>
              <a:rPr lang="en-US" altLang="en-US" sz="2800" dirty="0" err="1"/>
              <a:t>thúc</a:t>
            </a:r>
            <a:r>
              <a:rPr lang="en-US" altLang="en-US" sz="2800" dirty="0"/>
              <a:t> </a:t>
            </a:r>
            <a:r>
              <a:rPr lang="en-US" altLang="en-US" sz="2800" dirty="0" err="1"/>
              <a:t>của</a:t>
            </a:r>
            <a:r>
              <a:rPr lang="en-US" altLang="en-US" sz="2800" dirty="0"/>
              <a:t> </a:t>
            </a:r>
            <a:r>
              <a:rPr lang="en-US" altLang="en-US" sz="2800" dirty="0" err="1"/>
              <a:t>một</a:t>
            </a:r>
            <a:r>
              <a:rPr lang="en-US" altLang="en-US" sz="2800" dirty="0"/>
              <a:t> hay </a:t>
            </a:r>
            <a:r>
              <a:rPr lang="en-US" altLang="en-US" sz="2800" dirty="0" err="1"/>
              <a:t>một</a:t>
            </a:r>
            <a:r>
              <a:rPr lang="en-US" altLang="en-US" sz="2800" dirty="0"/>
              <a:t> </a:t>
            </a:r>
            <a:r>
              <a:rPr lang="en-US" altLang="en-US" sz="2800" dirty="0" err="1"/>
              <a:t>số</a:t>
            </a:r>
            <a:r>
              <a:rPr lang="en-US" altLang="en-US" sz="2800" dirty="0"/>
              <a:t> </a:t>
            </a:r>
            <a:r>
              <a:rPr lang="en-US" altLang="en-US" sz="2800" dirty="0" err="1"/>
              <a:t>công</a:t>
            </a:r>
            <a:r>
              <a:rPr lang="en-US" altLang="en-US" sz="2800" dirty="0"/>
              <a:t> </a:t>
            </a:r>
            <a:r>
              <a:rPr lang="en-US" altLang="en-US" sz="2800" dirty="0" err="1"/>
              <a:t>việc</a:t>
            </a:r>
            <a:r>
              <a:rPr lang="en-US" altLang="en-US" sz="2800" dirty="0"/>
              <a:t> </a:t>
            </a:r>
            <a:r>
              <a:rPr lang="en-US" altLang="en-US" sz="2800" dirty="0" err="1"/>
              <a:t>và</a:t>
            </a:r>
            <a:r>
              <a:rPr lang="en-US" altLang="en-US" sz="2800" dirty="0"/>
              <a:t> </a:t>
            </a:r>
            <a:r>
              <a:rPr lang="en-US" altLang="en-US" sz="2800" dirty="0" err="1"/>
              <a:t>điều</a:t>
            </a:r>
            <a:r>
              <a:rPr lang="en-US" altLang="en-US" sz="2800" dirty="0"/>
              <a:t> </a:t>
            </a:r>
            <a:r>
              <a:rPr lang="en-US" altLang="en-US" sz="2800" dirty="0" err="1"/>
              <a:t>kiện</a:t>
            </a:r>
            <a:r>
              <a:rPr lang="en-US" altLang="en-US" sz="2800" dirty="0"/>
              <a:t> </a:t>
            </a:r>
            <a:r>
              <a:rPr lang="en-US" altLang="en-US" sz="2800" dirty="0" err="1"/>
              <a:t>để</a:t>
            </a:r>
            <a:r>
              <a:rPr lang="en-US" altLang="en-US" sz="2800" dirty="0"/>
              <a:t> </a:t>
            </a:r>
            <a:r>
              <a:rPr lang="en-US" altLang="en-US" sz="2800" dirty="0" err="1"/>
              <a:t>bắt</a:t>
            </a:r>
            <a:r>
              <a:rPr lang="en-US" altLang="en-US" sz="2800" dirty="0"/>
              <a:t> </a:t>
            </a:r>
            <a:r>
              <a:rPr lang="en-US" altLang="en-US" sz="2800" dirty="0" err="1"/>
              <a:t>đầu</a:t>
            </a:r>
            <a:r>
              <a:rPr lang="en-US" altLang="en-US" sz="2800" dirty="0"/>
              <a:t> </a:t>
            </a:r>
            <a:r>
              <a:rPr lang="en-US" altLang="en-US" sz="2800" dirty="0" err="1"/>
              <a:t>một</a:t>
            </a:r>
            <a:r>
              <a:rPr lang="en-US" altLang="en-US" sz="2800" dirty="0"/>
              <a:t> </a:t>
            </a:r>
            <a:r>
              <a:rPr lang="en-US" altLang="en-US" sz="2800" dirty="0" err="1"/>
              <a:t>hoặc</a:t>
            </a:r>
            <a:r>
              <a:rPr lang="en-US" altLang="en-US" sz="2800" dirty="0"/>
              <a:t> </a:t>
            </a:r>
            <a:r>
              <a:rPr lang="en-US" altLang="en-US" sz="2800" dirty="0" err="1"/>
              <a:t>một</a:t>
            </a:r>
            <a:r>
              <a:rPr lang="en-US" altLang="en-US" sz="2800" dirty="0"/>
              <a:t> </a:t>
            </a:r>
            <a:r>
              <a:rPr lang="en-US" altLang="en-US" sz="2800" dirty="0" err="1"/>
              <a:t>số</a:t>
            </a:r>
            <a:r>
              <a:rPr lang="en-US" altLang="en-US" sz="2800" dirty="0"/>
              <a:t> </a:t>
            </a:r>
            <a:r>
              <a:rPr lang="en-US" altLang="en-US" sz="2800" dirty="0" err="1"/>
              <a:t>công</a:t>
            </a:r>
            <a:r>
              <a:rPr lang="en-US" altLang="en-US" sz="2800" dirty="0"/>
              <a:t> </a:t>
            </a:r>
            <a:r>
              <a:rPr lang="en-US" altLang="en-US" sz="2800" dirty="0" err="1"/>
              <a:t>việc</a:t>
            </a:r>
            <a:r>
              <a:rPr lang="en-US" altLang="en-US" sz="2800" dirty="0"/>
              <a:t> </a:t>
            </a:r>
            <a:r>
              <a:rPr lang="en-US" altLang="en-US" sz="2800" dirty="0" err="1"/>
              <a:t>tiếp</a:t>
            </a:r>
            <a:r>
              <a:rPr lang="en-US" altLang="en-US" sz="2800" dirty="0"/>
              <a:t> </a:t>
            </a:r>
            <a:r>
              <a:rPr lang="en-US" altLang="en-US" sz="2800" dirty="0" err="1"/>
              <a:t>sau</a:t>
            </a:r>
            <a:endParaRPr lang="en-US" altLang="en-US" sz="2800" dirty="0"/>
          </a:p>
          <a:p>
            <a:pPr marL="533400" indent="-533400" eaLnBrk="1" hangingPunct="1"/>
            <a:r>
              <a:rPr lang="en-US" altLang="en-US" sz="2800" dirty="0" err="1"/>
              <a:t>Ký</a:t>
            </a:r>
            <a:r>
              <a:rPr lang="en-US" altLang="en-US" sz="2800" dirty="0"/>
              <a:t> </a:t>
            </a:r>
            <a:r>
              <a:rPr lang="en-US" altLang="en-US" sz="2800" dirty="0" err="1"/>
              <a:t>hiệu</a:t>
            </a:r>
            <a:r>
              <a:rPr lang="en-US" altLang="en-US" sz="2800" dirty="0"/>
              <a:t>: </a:t>
            </a:r>
          </a:p>
          <a:p>
            <a:pPr marL="533400" indent="-533400" eaLnBrk="1" hangingPunct="1"/>
            <a:r>
              <a:rPr lang="en-US" altLang="en-US" sz="2800" b="1" dirty="0"/>
              <a:t>Công </a:t>
            </a:r>
            <a:r>
              <a:rPr lang="en-US" altLang="en-US" sz="2800" b="1" dirty="0" err="1"/>
              <a:t>việc</a:t>
            </a:r>
            <a:r>
              <a:rPr lang="en-US" altLang="en-US" sz="2800" dirty="0"/>
              <a:t>/ </a:t>
            </a:r>
            <a:r>
              <a:rPr lang="en-US" altLang="en-US" sz="2800" dirty="0" err="1"/>
              <a:t>công</a:t>
            </a:r>
            <a:r>
              <a:rPr lang="en-US" altLang="en-US" sz="2800" dirty="0"/>
              <a:t> </a:t>
            </a:r>
            <a:r>
              <a:rPr lang="en-US" altLang="en-US" sz="2800" dirty="0" err="1"/>
              <a:t>tác</a:t>
            </a:r>
            <a:r>
              <a:rPr lang="en-US" altLang="en-US" sz="2800" dirty="0"/>
              <a:t> (Activity): </a:t>
            </a:r>
            <a:r>
              <a:rPr lang="en-US" altLang="en-US" sz="2800" dirty="0" err="1"/>
              <a:t>Hoạt</a:t>
            </a:r>
            <a:r>
              <a:rPr lang="en-US" altLang="en-US" sz="2800" dirty="0"/>
              <a:t> </a:t>
            </a:r>
            <a:r>
              <a:rPr lang="en-US" altLang="en-US" sz="2800" dirty="0" err="1"/>
              <a:t>động</a:t>
            </a:r>
            <a:r>
              <a:rPr lang="en-US" altLang="en-US" sz="2800" dirty="0"/>
              <a:t> </a:t>
            </a:r>
            <a:r>
              <a:rPr lang="en-US" altLang="en-US" sz="2800" dirty="0" err="1"/>
              <a:t>giữa</a:t>
            </a:r>
            <a:r>
              <a:rPr lang="en-US" altLang="en-US" sz="2800" dirty="0"/>
              <a:t> 2 </a:t>
            </a:r>
            <a:r>
              <a:rPr lang="en-US" altLang="en-US" sz="2800" dirty="0" err="1"/>
              <a:t>sự</a:t>
            </a:r>
            <a:r>
              <a:rPr lang="en-US" altLang="en-US" sz="2800" dirty="0"/>
              <a:t> </a:t>
            </a:r>
            <a:r>
              <a:rPr lang="en-US" altLang="en-US" sz="2800" dirty="0" err="1"/>
              <a:t>kiện</a:t>
            </a:r>
            <a:r>
              <a:rPr lang="en-US" altLang="en-US" sz="2800" dirty="0"/>
              <a:t> </a:t>
            </a:r>
            <a:r>
              <a:rPr lang="en-US" altLang="en-US" sz="2800" dirty="0" err="1"/>
              <a:t>đòi</a:t>
            </a:r>
            <a:r>
              <a:rPr lang="en-US" altLang="en-US" sz="2800" dirty="0"/>
              <a:t> </a:t>
            </a:r>
            <a:r>
              <a:rPr lang="en-US" altLang="en-US" sz="2800" dirty="0" err="1"/>
              <a:t>hỏi</a:t>
            </a:r>
            <a:r>
              <a:rPr lang="en-US" altLang="en-US" sz="2800" dirty="0"/>
              <a:t> </a:t>
            </a:r>
            <a:r>
              <a:rPr lang="en-US" altLang="en-US" sz="2800" dirty="0" err="1"/>
              <a:t>phải</a:t>
            </a:r>
            <a:r>
              <a:rPr lang="en-US" altLang="en-US" sz="2800" dirty="0"/>
              <a:t> </a:t>
            </a:r>
            <a:r>
              <a:rPr lang="en-US" altLang="en-US" sz="2800" dirty="0" err="1"/>
              <a:t>tốn</a:t>
            </a:r>
            <a:r>
              <a:rPr lang="en-US" altLang="en-US" sz="2800" dirty="0"/>
              <a:t> </a:t>
            </a:r>
            <a:r>
              <a:rPr lang="en-US" altLang="en-US" sz="2800" dirty="0" err="1"/>
              <a:t>thời</a:t>
            </a:r>
            <a:r>
              <a:rPr lang="en-US" altLang="en-US" sz="2800" dirty="0"/>
              <a:t> </a:t>
            </a:r>
            <a:r>
              <a:rPr lang="en-US" altLang="en-US" sz="2800" dirty="0" err="1"/>
              <a:t>gian</a:t>
            </a:r>
            <a:r>
              <a:rPr lang="en-US" altLang="en-US" sz="2800" dirty="0"/>
              <a:t>, </a:t>
            </a:r>
            <a:r>
              <a:rPr lang="en-US" altLang="en-US" sz="2800" dirty="0" err="1"/>
              <a:t>công</a:t>
            </a:r>
            <a:r>
              <a:rPr lang="en-US" altLang="en-US" sz="2800" dirty="0"/>
              <a:t> </a:t>
            </a:r>
            <a:r>
              <a:rPr lang="en-US" altLang="en-US" sz="2800" dirty="0" err="1"/>
              <a:t>sức</a:t>
            </a:r>
            <a:r>
              <a:rPr lang="en-US" altLang="en-US" sz="2800" dirty="0"/>
              <a:t>, </a:t>
            </a:r>
            <a:r>
              <a:rPr lang="en-US" altLang="en-US" sz="2800" dirty="0" err="1"/>
              <a:t>người</a:t>
            </a:r>
            <a:r>
              <a:rPr lang="en-US" altLang="en-US" sz="2800" dirty="0"/>
              <a:t> </a:t>
            </a:r>
            <a:r>
              <a:rPr lang="en-US" altLang="en-US" sz="2800" dirty="0" err="1"/>
              <a:t>lao</a:t>
            </a:r>
            <a:r>
              <a:rPr lang="en-US" altLang="en-US" sz="2800" dirty="0"/>
              <a:t> </a:t>
            </a:r>
            <a:r>
              <a:rPr lang="en-US" altLang="en-US" sz="2800" dirty="0" err="1"/>
              <a:t>động</a:t>
            </a:r>
            <a:r>
              <a:rPr lang="en-US" altLang="en-US" sz="2800" dirty="0"/>
              <a:t> </a:t>
            </a:r>
            <a:r>
              <a:rPr lang="en-US" altLang="en-US" sz="2800" dirty="0" err="1"/>
              <a:t>và</a:t>
            </a:r>
            <a:r>
              <a:rPr lang="en-US" altLang="en-US" sz="2800" dirty="0"/>
              <a:t> </a:t>
            </a:r>
            <a:r>
              <a:rPr lang="en-US" altLang="en-US" sz="2800" dirty="0" err="1"/>
              <a:t>thiết</a:t>
            </a:r>
            <a:r>
              <a:rPr lang="en-US" altLang="en-US" sz="2800" dirty="0"/>
              <a:t> </a:t>
            </a:r>
            <a:r>
              <a:rPr lang="en-US" altLang="en-US" sz="2800" dirty="0" err="1"/>
              <a:t>bị</a:t>
            </a:r>
            <a:r>
              <a:rPr lang="en-US" altLang="en-US" sz="2800" dirty="0"/>
              <a:t> </a:t>
            </a:r>
            <a:r>
              <a:rPr lang="en-US" altLang="en-US" sz="2800" dirty="0" err="1"/>
              <a:t>vật</a:t>
            </a:r>
            <a:r>
              <a:rPr lang="en-US" altLang="en-US" sz="2800" dirty="0"/>
              <a:t> </a:t>
            </a:r>
            <a:r>
              <a:rPr lang="en-US" altLang="en-US" sz="2800" dirty="0" err="1"/>
              <a:t>tư</a:t>
            </a:r>
            <a:endParaRPr lang="en-US" altLang="en-US" sz="2800" dirty="0"/>
          </a:p>
          <a:p>
            <a:pPr marL="533400" indent="-533400" eaLnBrk="1" hangingPunct="1"/>
            <a:r>
              <a:rPr lang="en-US" altLang="en-US" sz="2800" b="1" dirty="0" err="1"/>
              <a:t>Ký</a:t>
            </a:r>
            <a:r>
              <a:rPr lang="en-US" altLang="en-US" sz="2800" b="1" dirty="0"/>
              <a:t> </a:t>
            </a:r>
            <a:r>
              <a:rPr lang="en-US" altLang="en-US" sz="2800" b="1" dirty="0" err="1"/>
              <a:t>hiệu</a:t>
            </a:r>
            <a:r>
              <a:rPr lang="en-US" altLang="en-US" sz="2800" b="1" dirty="0"/>
              <a:t>:</a:t>
            </a:r>
          </a:p>
          <a:p>
            <a:pPr marL="533400" indent="-533400" eaLnBrk="1" hangingPunct="1"/>
            <a:endParaRPr lang="en-US" altLang="en-US" b="1" dirty="0"/>
          </a:p>
          <a:p>
            <a:pPr marL="533400" indent="-533400" eaLnBrk="1" hangingPunct="1"/>
            <a:endParaRPr lang="en-US" altLang="en-US" dirty="0"/>
          </a:p>
          <a:p>
            <a:pPr marL="533400" indent="-533400" eaLnBrk="1" hangingPunct="1"/>
            <a:endParaRPr lang="en-US" altLang="en-US" dirty="0"/>
          </a:p>
          <a:p>
            <a:pPr marL="914400" lvl="1" indent="-457200" eaLnBrk="1" hangingPunct="1"/>
            <a:endParaRPr lang="en-US" altLang="en-US" dirty="0"/>
          </a:p>
        </p:txBody>
      </p:sp>
      <p:pic>
        <p:nvPicPr>
          <p:cNvPr id="45061" name="Picture 5">
            <a:extLst>
              <a:ext uri="{FF2B5EF4-FFF2-40B4-BE49-F238E27FC236}">
                <a16:creationId xmlns:a16="http://schemas.microsoft.com/office/drawing/2014/main" id="{5286FC0D-44BF-EFB9-5800-C96A4CC8FD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3200400"/>
            <a:ext cx="552450"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2" name="Picture 6">
            <a:extLst>
              <a:ext uri="{FF2B5EF4-FFF2-40B4-BE49-F238E27FC236}">
                <a16:creationId xmlns:a16="http://schemas.microsoft.com/office/drawing/2014/main" id="{2D8FC2C7-B806-FC9F-9264-12F51E25C2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93888" y="5638800"/>
            <a:ext cx="5878512"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5">
            <a:extLst>
              <a:ext uri="{FF2B5EF4-FFF2-40B4-BE49-F238E27FC236}">
                <a16:creationId xmlns:a16="http://schemas.microsoft.com/office/drawing/2014/main" id="{8A4879B3-CA5A-A165-70AF-BFE1CDBC843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9B67D671-2C37-4010-B044-A36FFD6F6558}" type="slidenum">
              <a:rPr lang="en-US" altLang="en-US" b="0"/>
              <a:pPr/>
              <a:t>48</a:t>
            </a:fld>
            <a:endParaRPr lang="en-US" altLang="en-US" b="0"/>
          </a:p>
        </p:txBody>
      </p:sp>
      <p:sp>
        <p:nvSpPr>
          <p:cNvPr id="46083" name="Rectangle 2">
            <a:extLst>
              <a:ext uri="{FF2B5EF4-FFF2-40B4-BE49-F238E27FC236}">
                <a16:creationId xmlns:a16="http://schemas.microsoft.com/office/drawing/2014/main" id="{FF105D00-4750-D54E-BF9A-859D66E8E8E8}"/>
              </a:ext>
            </a:extLst>
          </p:cNvPr>
          <p:cNvSpPr>
            <a:spLocks noGrp="1" noChangeArrowheads="1"/>
          </p:cNvSpPr>
          <p:nvPr>
            <p:ph type="title"/>
          </p:nvPr>
        </p:nvSpPr>
        <p:spPr>
          <a:xfrm>
            <a:off x="990600" y="152400"/>
            <a:ext cx="8153400" cy="1004888"/>
          </a:xfrm>
        </p:spPr>
        <p:txBody>
          <a:bodyPr/>
          <a:lstStyle/>
          <a:p>
            <a:pPr eaLnBrk="1" hangingPunct="1"/>
            <a:r>
              <a:rPr lang="en-US" altLang="en-US" sz="3000" b="1"/>
              <a:t>PHƯƠNG PHÁP CPM</a:t>
            </a:r>
          </a:p>
        </p:txBody>
      </p:sp>
      <p:sp>
        <p:nvSpPr>
          <p:cNvPr id="46084" name="Rectangle 3">
            <a:extLst>
              <a:ext uri="{FF2B5EF4-FFF2-40B4-BE49-F238E27FC236}">
                <a16:creationId xmlns:a16="http://schemas.microsoft.com/office/drawing/2014/main" id="{127F30FA-61A4-AFE5-967B-A66F7A4ED256}"/>
              </a:ext>
            </a:extLst>
          </p:cNvPr>
          <p:cNvSpPr>
            <a:spLocks noGrp="1" noChangeArrowheads="1"/>
          </p:cNvSpPr>
          <p:nvPr>
            <p:ph type="body" idx="1"/>
          </p:nvPr>
        </p:nvSpPr>
        <p:spPr>
          <a:xfrm>
            <a:off x="609600" y="1295400"/>
            <a:ext cx="8382000" cy="5029200"/>
          </a:xfrm>
        </p:spPr>
        <p:txBody>
          <a:bodyPr/>
          <a:lstStyle/>
          <a:p>
            <a:pPr marL="533400" indent="-533400" eaLnBrk="1" hangingPunct="1">
              <a:buSzTx/>
              <a:buFont typeface="Wingdings" panose="05000000000000000000" pitchFamily="2" charset="2"/>
              <a:buAutoNum type="arabicPeriod"/>
            </a:pPr>
            <a:endParaRPr lang="en-US" altLang="en-US" sz="2800"/>
          </a:p>
          <a:p>
            <a:pPr marL="533400" indent="-533400" eaLnBrk="1" hangingPunct="1"/>
            <a:r>
              <a:rPr lang="en-US" altLang="en-US" sz="2800" b="1"/>
              <a:t>Mạng </a:t>
            </a:r>
            <a:r>
              <a:rPr lang="en-US" altLang="en-US" sz="2800"/>
              <a:t>(network): sự kết hợp tất cả các hoạt động và sự kiện. </a:t>
            </a:r>
          </a:p>
          <a:p>
            <a:pPr marL="533400" indent="-533400" eaLnBrk="1" hangingPunct="1"/>
            <a:r>
              <a:rPr lang="en-US" altLang="en-US" sz="2800" b="1"/>
              <a:t>Đường găng</a:t>
            </a:r>
            <a:r>
              <a:rPr lang="en-US" altLang="en-US" sz="2800"/>
              <a:t> (critical path): đường có thời gian thực hiện lớn nhất</a:t>
            </a:r>
          </a:p>
          <a:p>
            <a:pPr marL="533400" indent="-533400" eaLnBrk="1" hangingPunct="1"/>
            <a:r>
              <a:rPr lang="en-US" altLang="en-US" sz="2800" b="1"/>
              <a:t>Chiều dài đường găng</a:t>
            </a:r>
            <a:r>
              <a:rPr lang="en-US" altLang="en-US" sz="2800"/>
              <a:t>: bằng tổng thời gian thực hiện các công việc trên đường găng</a:t>
            </a:r>
          </a:p>
          <a:p>
            <a:pPr marL="533400" indent="-533400" eaLnBrk="1" hangingPunct="1"/>
            <a:endParaRPr lang="en-US" altLang="en-US"/>
          </a:p>
          <a:p>
            <a:pPr marL="533400" indent="-533400" eaLnBrk="1" hangingPunct="1"/>
            <a:endParaRPr lang="en-US" altLang="en-US"/>
          </a:p>
          <a:p>
            <a:pPr marL="914400" lvl="1" indent="-457200" eaLnBrk="1" hangingPunct="1"/>
            <a:endParaRPr lang="en-US"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5">
            <a:extLst>
              <a:ext uri="{FF2B5EF4-FFF2-40B4-BE49-F238E27FC236}">
                <a16:creationId xmlns:a16="http://schemas.microsoft.com/office/drawing/2014/main" id="{2C6F2B45-65ED-3F76-0A41-DEF296E8400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38EF6161-8963-418A-BD07-4A990CE011CB}" type="slidenum">
              <a:rPr lang="en-US" altLang="en-US" b="0"/>
              <a:pPr/>
              <a:t>49</a:t>
            </a:fld>
            <a:endParaRPr lang="en-US" altLang="en-US" b="0"/>
          </a:p>
        </p:txBody>
      </p:sp>
      <p:sp>
        <p:nvSpPr>
          <p:cNvPr id="47107" name="Rectangle 2">
            <a:extLst>
              <a:ext uri="{FF2B5EF4-FFF2-40B4-BE49-F238E27FC236}">
                <a16:creationId xmlns:a16="http://schemas.microsoft.com/office/drawing/2014/main" id="{18F07D49-AE93-37E6-2C7F-4CCC09C52864}"/>
              </a:ext>
            </a:extLst>
          </p:cNvPr>
          <p:cNvSpPr>
            <a:spLocks noGrp="1" noChangeArrowheads="1"/>
          </p:cNvSpPr>
          <p:nvPr>
            <p:ph type="title"/>
          </p:nvPr>
        </p:nvSpPr>
        <p:spPr>
          <a:xfrm>
            <a:off x="990600" y="152400"/>
            <a:ext cx="8153400" cy="1004888"/>
          </a:xfrm>
        </p:spPr>
        <p:txBody>
          <a:bodyPr/>
          <a:lstStyle/>
          <a:p>
            <a:pPr eaLnBrk="1" hangingPunct="1"/>
            <a:r>
              <a:rPr lang="en-US" altLang="en-US" sz="3000" b="1"/>
              <a:t>PHƯƠNG PHÁP CPM</a:t>
            </a:r>
          </a:p>
        </p:txBody>
      </p:sp>
      <p:sp>
        <p:nvSpPr>
          <p:cNvPr id="47108" name="Rectangle 3">
            <a:extLst>
              <a:ext uri="{FF2B5EF4-FFF2-40B4-BE49-F238E27FC236}">
                <a16:creationId xmlns:a16="http://schemas.microsoft.com/office/drawing/2014/main" id="{622E7F0D-6333-3AAD-934F-3778ECB3ECD4}"/>
              </a:ext>
            </a:extLst>
          </p:cNvPr>
          <p:cNvSpPr>
            <a:spLocks noGrp="1" noChangeArrowheads="1"/>
          </p:cNvSpPr>
          <p:nvPr>
            <p:ph type="body" idx="1"/>
          </p:nvPr>
        </p:nvSpPr>
        <p:spPr>
          <a:xfrm>
            <a:off x="609600" y="1295400"/>
            <a:ext cx="8382000" cy="5029200"/>
          </a:xfrm>
        </p:spPr>
        <p:txBody>
          <a:bodyPr/>
          <a:lstStyle/>
          <a:p>
            <a:pPr marL="533400" indent="-533400" eaLnBrk="1" hangingPunct="1">
              <a:buSzTx/>
              <a:buFont typeface="Wingdings" panose="05000000000000000000" pitchFamily="2" charset="2"/>
              <a:buAutoNum type="arabicPeriod"/>
            </a:pPr>
            <a:endParaRPr lang="en-US" altLang="en-US" sz="2800"/>
          </a:p>
          <a:p>
            <a:pPr marL="533400" indent="-533400" eaLnBrk="1" hangingPunct="1"/>
            <a:r>
              <a:rPr lang="en-US" altLang="en-US" sz="2800"/>
              <a:t>Sự kiện được đánh số từ nhỏ đến lớn theo hướng từ trái qua phải và từ trên xuống dưới. </a:t>
            </a:r>
          </a:p>
          <a:p>
            <a:pPr marL="533400" indent="-533400" eaLnBrk="1" hangingPunct="1"/>
            <a:r>
              <a:rPr lang="en-US" altLang="en-US" sz="2800"/>
              <a:t>Mỗi sự kiện đều có công việc đến và công việc đi. </a:t>
            </a:r>
          </a:p>
          <a:p>
            <a:pPr marL="533400" indent="-533400" eaLnBrk="1" hangingPunct="1"/>
            <a:r>
              <a:rPr lang="en-US" altLang="en-US" sz="2800"/>
              <a:t>Sự kiện cuối cùng chỉ có công việc đến</a:t>
            </a:r>
          </a:p>
          <a:p>
            <a:pPr marL="533400" indent="-533400" eaLnBrk="1" hangingPunct="1"/>
            <a:endParaRPr lang="en-US" altLang="en-US"/>
          </a:p>
          <a:p>
            <a:pPr marL="533400" indent="-533400" eaLnBrk="1" hangingPunct="1"/>
            <a:endParaRPr lang="en-US" altLang="en-US"/>
          </a:p>
          <a:p>
            <a:pPr marL="914400" lvl="1" indent="-457200" eaLnBrk="1" hangingPunct="1"/>
            <a:endParaRPr lang="en-US" altLang="en-US"/>
          </a:p>
        </p:txBody>
      </p:sp>
      <p:pic>
        <p:nvPicPr>
          <p:cNvPr id="47109" name="Picture 4">
            <a:extLst>
              <a:ext uri="{FF2B5EF4-FFF2-40B4-BE49-F238E27FC236}">
                <a16:creationId xmlns:a16="http://schemas.microsoft.com/office/drawing/2014/main" id="{EE031566-205A-9445-45B3-8D79BC4DDD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4343400"/>
            <a:ext cx="480060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5">
            <a:extLst>
              <a:ext uri="{FF2B5EF4-FFF2-40B4-BE49-F238E27FC236}">
                <a16:creationId xmlns:a16="http://schemas.microsoft.com/office/drawing/2014/main" id="{A2255F1D-DD38-B86A-62D0-66159C09BFE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4E38D99E-1A9C-4D39-B14C-B32F39EA1449}" type="slidenum">
              <a:rPr lang="en-US" altLang="en-US" b="0"/>
              <a:pPr/>
              <a:t>50</a:t>
            </a:fld>
            <a:endParaRPr lang="en-US" altLang="en-US" b="0"/>
          </a:p>
        </p:txBody>
      </p:sp>
      <p:sp>
        <p:nvSpPr>
          <p:cNvPr id="48131" name="Rectangle 2">
            <a:extLst>
              <a:ext uri="{FF2B5EF4-FFF2-40B4-BE49-F238E27FC236}">
                <a16:creationId xmlns:a16="http://schemas.microsoft.com/office/drawing/2014/main" id="{D58D814E-B2C4-A67A-540D-08C892344A52}"/>
              </a:ext>
            </a:extLst>
          </p:cNvPr>
          <p:cNvSpPr>
            <a:spLocks noGrp="1" noChangeArrowheads="1"/>
          </p:cNvSpPr>
          <p:nvPr>
            <p:ph type="title"/>
          </p:nvPr>
        </p:nvSpPr>
        <p:spPr>
          <a:xfrm>
            <a:off x="990600" y="152400"/>
            <a:ext cx="8153400" cy="1004888"/>
          </a:xfrm>
        </p:spPr>
        <p:txBody>
          <a:bodyPr/>
          <a:lstStyle/>
          <a:p>
            <a:pPr eaLnBrk="1" hangingPunct="1"/>
            <a:r>
              <a:rPr lang="en-US" altLang="en-US" sz="3000" b="1"/>
              <a:t>PHƯƠNG PHÁP CPM</a:t>
            </a:r>
          </a:p>
        </p:txBody>
      </p:sp>
      <p:sp>
        <p:nvSpPr>
          <p:cNvPr id="48132" name="Rectangle 3">
            <a:extLst>
              <a:ext uri="{FF2B5EF4-FFF2-40B4-BE49-F238E27FC236}">
                <a16:creationId xmlns:a16="http://schemas.microsoft.com/office/drawing/2014/main" id="{D3399127-1E49-DA37-D207-9B2C613B283B}"/>
              </a:ext>
            </a:extLst>
          </p:cNvPr>
          <p:cNvSpPr>
            <a:spLocks noGrp="1" noChangeArrowheads="1"/>
          </p:cNvSpPr>
          <p:nvPr>
            <p:ph type="body" idx="1"/>
          </p:nvPr>
        </p:nvSpPr>
        <p:spPr>
          <a:xfrm>
            <a:off x="609600" y="1295400"/>
            <a:ext cx="8382000" cy="5029200"/>
          </a:xfrm>
        </p:spPr>
        <p:txBody>
          <a:bodyPr/>
          <a:lstStyle/>
          <a:p>
            <a:pPr marL="533400" indent="-533400" eaLnBrk="1" hangingPunct="1">
              <a:buSzTx/>
              <a:buFont typeface="Wingdings" panose="05000000000000000000" pitchFamily="2" charset="2"/>
              <a:buAutoNum type="arabicPeriod"/>
            </a:pPr>
            <a:endParaRPr lang="en-US" altLang="en-US" sz="2800"/>
          </a:p>
          <a:p>
            <a:pPr marL="533400" indent="-533400" eaLnBrk="1" hangingPunct="1"/>
            <a:r>
              <a:rPr lang="en-US" altLang="en-US" sz="2800"/>
              <a:t>Các công việc phải hướng từ trái sang phải, không được quay lại sự kiện mà chúng xuất phát (không lập vòng kín). </a:t>
            </a:r>
          </a:p>
          <a:p>
            <a:pPr marL="533400" indent="-533400" eaLnBrk="1" hangingPunct="1"/>
            <a:r>
              <a:rPr lang="en-US" altLang="en-US" sz="2800"/>
              <a:t>Các mũi tên không nên cắt nhau</a:t>
            </a:r>
          </a:p>
          <a:p>
            <a:pPr marL="533400" indent="-533400" eaLnBrk="1" hangingPunct="1"/>
            <a:endParaRPr lang="en-US" altLang="en-US"/>
          </a:p>
          <a:p>
            <a:pPr marL="533400" indent="-533400" eaLnBrk="1" hangingPunct="1"/>
            <a:endParaRPr lang="en-US" altLang="en-US"/>
          </a:p>
          <a:p>
            <a:pPr marL="914400" lvl="1" indent="-457200" eaLnBrk="1" hangingPunct="1"/>
            <a:endParaRPr lang="en-US" altLang="en-US"/>
          </a:p>
        </p:txBody>
      </p:sp>
      <p:pic>
        <p:nvPicPr>
          <p:cNvPr id="48133" name="Picture 5">
            <a:extLst>
              <a:ext uri="{FF2B5EF4-FFF2-40B4-BE49-F238E27FC236}">
                <a16:creationId xmlns:a16="http://schemas.microsoft.com/office/drawing/2014/main" id="{A4C8DF0A-A816-E24E-91B7-84C2121532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4191000"/>
            <a:ext cx="5105400" cy="140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5">
            <a:extLst>
              <a:ext uri="{FF2B5EF4-FFF2-40B4-BE49-F238E27FC236}">
                <a16:creationId xmlns:a16="http://schemas.microsoft.com/office/drawing/2014/main" id="{89E14D28-419B-C3F6-795B-A71996927EE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6BDE4C35-F334-41BB-9FC3-244AD9F19752}" type="slidenum">
              <a:rPr lang="en-US" altLang="en-US" b="0"/>
              <a:pPr/>
              <a:t>51</a:t>
            </a:fld>
            <a:endParaRPr lang="en-US" altLang="en-US" b="0"/>
          </a:p>
        </p:txBody>
      </p:sp>
      <p:sp>
        <p:nvSpPr>
          <p:cNvPr id="49155" name="Rectangle 2">
            <a:extLst>
              <a:ext uri="{FF2B5EF4-FFF2-40B4-BE49-F238E27FC236}">
                <a16:creationId xmlns:a16="http://schemas.microsoft.com/office/drawing/2014/main" id="{816203E7-2BB9-733F-EB96-940E84ADD784}"/>
              </a:ext>
            </a:extLst>
          </p:cNvPr>
          <p:cNvSpPr>
            <a:spLocks noGrp="1" noChangeArrowheads="1"/>
          </p:cNvSpPr>
          <p:nvPr>
            <p:ph type="title"/>
          </p:nvPr>
        </p:nvSpPr>
        <p:spPr>
          <a:xfrm>
            <a:off x="990600" y="152400"/>
            <a:ext cx="8153400" cy="1004888"/>
          </a:xfrm>
        </p:spPr>
        <p:txBody>
          <a:bodyPr/>
          <a:lstStyle/>
          <a:p>
            <a:pPr eaLnBrk="1" hangingPunct="1"/>
            <a:r>
              <a:rPr lang="en-US" altLang="en-US" sz="3000" b="1"/>
              <a:t>PHƯƠNG PHÁP CPM</a:t>
            </a:r>
          </a:p>
        </p:txBody>
      </p:sp>
      <p:sp>
        <p:nvSpPr>
          <p:cNvPr id="49156" name="Rectangle 3">
            <a:extLst>
              <a:ext uri="{FF2B5EF4-FFF2-40B4-BE49-F238E27FC236}">
                <a16:creationId xmlns:a16="http://schemas.microsoft.com/office/drawing/2014/main" id="{63B3EFF3-9C79-3EA1-4A33-597F4A0A6CCC}"/>
              </a:ext>
            </a:extLst>
          </p:cNvPr>
          <p:cNvSpPr>
            <a:spLocks noGrp="1" noChangeArrowheads="1"/>
          </p:cNvSpPr>
          <p:nvPr>
            <p:ph type="body" idx="1"/>
          </p:nvPr>
        </p:nvSpPr>
        <p:spPr>
          <a:xfrm>
            <a:off x="457200" y="914400"/>
            <a:ext cx="8382000" cy="5029200"/>
          </a:xfrm>
        </p:spPr>
        <p:txBody>
          <a:bodyPr/>
          <a:lstStyle/>
          <a:p>
            <a:pPr marL="533400" indent="-533400" eaLnBrk="1" hangingPunct="1">
              <a:buSzTx/>
              <a:buFont typeface="Wingdings" panose="05000000000000000000" pitchFamily="2" charset="2"/>
              <a:buAutoNum type="arabicPeriod"/>
            </a:pPr>
            <a:endParaRPr lang="en-US" altLang="en-US" sz="2800"/>
          </a:p>
          <a:p>
            <a:pPr marL="533400" indent="-533400" eaLnBrk="1" hangingPunct="1"/>
            <a:r>
              <a:rPr lang="en-US" altLang="en-US" sz="2800"/>
              <a:t>Những công việc riêng biệt không được ký hiệu cùng 1 số </a:t>
            </a:r>
            <a:r>
              <a:rPr lang="en-US" altLang="en-US" sz="2800">
                <a:sym typeface="Wingdings" panose="05000000000000000000" pitchFamily="2" charset="2"/>
              </a:rPr>
              <a:t> không được cùng sự kiện xuất phát và kết thúc</a:t>
            </a:r>
            <a:r>
              <a:rPr lang="en-US" altLang="en-US" sz="2800"/>
              <a:t> </a:t>
            </a:r>
          </a:p>
          <a:p>
            <a:pPr marL="533400" indent="-533400" eaLnBrk="1" hangingPunct="1"/>
            <a:endParaRPr lang="en-US" altLang="en-US" sz="2800"/>
          </a:p>
          <a:p>
            <a:pPr marL="533400" indent="-533400" eaLnBrk="1" hangingPunct="1"/>
            <a:endParaRPr lang="en-US" altLang="en-US"/>
          </a:p>
          <a:p>
            <a:pPr marL="533400" indent="-533400" eaLnBrk="1" hangingPunct="1"/>
            <a:endParaRPr lang="en-US" altLang="en-US"/>
          </a:p>
          <a:p>
            <a:pPr marL="914400" lvl="1" indent="-457200" eaLnBrk="1" hangingPunct="1"/>
            <a:r>
              <a:rPr lang="en-US" altLang="en-US" sz="2400" b="1"/>
              <a:t>Ví dụ</a:t>
            </a:r>
            <a:r>
              <a:rPr lang="en-US" altLang="en-US" sz="2400"/>
              <a:t>: Công việc c không cần thiết cho công việc e, hình nào đúng:</a:t>
            </a:r>
            <a:endParaRPr lang="en-US" altLang="en-US" sz="2400">
              <a:sym typeface="Wingdings" panose="05000000000000000000" pitchFamily="2" charset="2"/>
            </a:endParaRPr>
          </a:p>
        </p:txBody>
      </p:sp>
      <p:pic>
        <p:nvPicPr>
          <p:cNvPr id="49157" name="Picture 6">
            <a:extLst>
              <a:ext uri="{FF2B5EF4-FFF2-40B4-BE49-F238E27FC236}">
                <a16:creationId xmlns:a16="http://schemas.microsoft.com/office/drawing/2014/main" id="{2D902177-CD6D-7E07-7916-528F1BA4E3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5713" y="2778125"/>
            <a:ext cx="7050087" cy="171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58" name="Picture 7">
            <a:extLst>
              <a:ext uri="{FF2B5EF4-FFF2-40B4-BE49-F238E27FC236}">
                <a16:creationId xmlns:a16="http://schemas.microsoft.com/office/drawing/2014/main" id="{205E33CF-1418-EC02-F5CA-11AE43C9E4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5200" y="4953000"/>
            <a:ext cx="5029200"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5">
            <a:extLst>
              <a:ext uri="{FF2B5EF4-FFF2-40B4-BE49-F238E27FC236}">
                <a16:creationId xmlns:a16="http://schemas.microsoft.com/office/drawing/2014/main" id="{AE483318-FAB4-7F55-D6D4-5DF951A1DF4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E545C8F8-9D37-4698-8275-533496C3C3AB}" type="slidenum">
              <a:rPr lang="en-US" altLang="en-US" b="0"/>
              <a:pPr/>
              <a:t>52</a:t>
            </a:fld>
            <a:endParaRPr lang="en-US" altLang="en-US" b="0"/>
          </a:p>
        </p:txBody>
      </p:sp>
      <p:sp>
        <p:nvSpPr>
          <p:cNvPr id="50179" name="Rectangle 2">
            <a:extLst>
              <a:ext uri="{FF2B5EF4-FFF2-40B4-BE49-F238E27FC236}">
                <a16:creationId xmlns:a16="http://schemas.microsoft.com/office/drawing/2014/main" id="{5A8862D7-F718-A04F-D072-8C5BFF8E9A1E}"/>
              </a:ext>
            </a:extLst>
          </p:cNvPr>
          <p:cNvSpPr>
            <a:spLocks noGrp="1" noChangeArrowheads="1"/>
          </p:cNvSpPr>
          <p:nvPr>
            <p:ph type="title"/>
          </p:nvPr>
        </p:nvSpPr>
        <p:spPr>
          <a:xfrm>
            <a:off x="990600" y="152400"/>
            <a:ext cx="8153400" cy="1004888"/>
          </a:xfrm>
        </p:spPr>
        <p:txBody>
          <a:bodyPr/>
          <a:lstStyle/>
          <a:p>
            <a:pPr eaLnBrk="1" hangingPunct="1"/>
            <a:r>
              <a:rPr lang="en-US" altLang="en-US" sz="3000" b="1"/>
              <a:t>PHƯƠNG PHÁP CPM</a:t>
            </a:r>
          </a:p>
        </p:txBody>
      </p:sp>
      <p:sp>
        <p:nvSpPr>
          <p:cNvPr id="50180" name="Rectangle 3">
            <a:extLst>
              <a:ext uri="{FF2B5EF4-FFF2-40B4-BE49-F238E27FC236}">
                <a16:creationId xmlns:a16="http://schemas.microsoft.com/office/drawing/2014/main" id="{92CEEED7-53D3-16DF-4BAD-29DE9CD37354}"/>
              </a:ext>
            </a:extLst>
          </p:cNvPr>
          <p:cNvSpPr>
            <a:spLocks noGrp="1" noChangeArrowheads="1"/>
          </p:cNvSpPr>
          <p:nvPr>
            <p:ph type="body" idx="1"/>
          </p:nvPr>
        </p:nvSpPr>
        <p:spPr>
          <a:xfrm>
            <a:off x="457200" y="1066800"/>
            <a:ext cx="8382000" cy="5029200"/>
          </a:xfrm>
        </p:spPr>
        <p:txBody>
          <a:bodyPr/>
          <a:lstStyle/>
          <a:p>
            <a:pPr marL="533400" indent="-533400" eaLnBrk="1" hangingPunct="1">
              <a:buSzTx/>
              <a:buFont typeface="Wingdings" panose="05000000000000000000" pitchFamily="2" charset="2"/>
              <a:buAutoNum type="arabicPeriod"/>
            </a:pPr>
            <a:endParaRPr lang="en-US" altLang="en-US" sz="2800"/>
          </a:p>
          <a:p>
            <a:pPr marL="533400" indent="-533400" eaLnBrk="1" hangingPunct="1"/>
            <a:r>
              <a:rPr lang="en-US" altLang="en-US" sz="2800"/>
              <a:t>Biểu diễn sự phụ thuộc của các công việc </a:t>
            </a:r>
          </a:p>
        </p:txBody>
      </p:sp>
      <p:pic>
        <p:nvPicPr>
          <p:cNvPr id="50181" name="Picture 6">
            <a:extLst>
              <a:ext uri="{FF2B5EF4-FFF2-40B4-BE49-F238E27FC236}">
                <a16:creationId xmlns:a16="http://schemas.microsoft.com/office/drawing/2014/main" id="{4D3E52C0-87C2-914E-8331-82D01E040B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2209800"/>
            <a:ext cx="5800725" cy="362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5">
            <a:extLst>
              <a:ext uri="{FF2B5EF4-FFF2-40B4-BE49-F238E27FC236}">
                <a16:creationId xmlns:a16="http://schemas.microsoft.com/office/drawing/2014/main" id="{2E75AE79-3AD3-3B7A-1FBF-C8DCEF9540A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7B59E758-C5F8-481E-885F-16CE4D868B1D}" type="slidenum">
              <a:rPr lang="en-US" altLang="en-US" b="0"/>
              <a:pPr/>
              <a:t>53</a:t>
            </a:fld>
            <a:endParaRPr lang="en-US" altLang="en-US" b="0"/>
          </a:p>
        </p:txBody>
      </p:sp>
      <p:sp>
        <p:nvSpPr>
          <p:cNvPr id="51203" name="Rectangle 2">
            <a:extLst>
              <a:ext uri="{FF2B5EF4-FFF2-40B4-BE49-F238E27FC236}">
                <a16:creationId xmlns:a16="http://schemas.microsoft.com/office/drawing/2014/main" id="{0433FDD1-3FAF-4A20-0A73-5CD620822C75}"/>
              </a:ext>
            </a:extLst>
          </p:cNvPr>
          <p:cNvSpPr>
            <a:spLocks noGrp="1" noChangeArrowheads="1"/>
          </p:cNvSpPr>
          <p:nvPr>
            <p:ph type="title"/>
          </p:nvPr>
        </p:nvSpPr>
        <p:spPr>
          <a:xfrm>
            <a:off x="990600" y="152400"/>
            <a:ext cx="8153400" cy="1004888"/>
          </a:xfrm>
        </p:spPr>
        <p:txBody>
          <a:bodyPr/>
          <a:lstStyle/>
          <a:p>
            <a:pPr eaLnBrk="1" hangingPunct="1"/>
            <a:r>
              <a:rPr lang="en-US" altLang="en-US" sz="3000" b="1"/>
              <a:t>PHƯƠNG PHÁP CPM</a:t>
            </a:r>
          </a:p>
        </p:txBody>
      </p:sp>
      <p:sp>
        <p:nvSpPr>
          <p:cNvPr id="51204" name="Rectangle 3">
            <a:extLst>
              <a:ext uri="{FF2B5EF4-FFF2-40B4-BE49-F238E27FC236}">
                <a16:creationId xmlns:a16="http://schemas.microsoft.com/office/drawing/2014/main" id="{09FDCDF5-AC9C-F2FC-F4A6-EF8DBE1B7107}"/>
              </a:ext>
            </a:extLst>
          </p:cNvPr>
          <p:cNvSpPr>
            <a:spLocks noGrp="1" noChangeArrowheads="1"/>
          </p:cNvSpPr>
          <p:nvPr>
            <p:ph type="body" idx="1"/>
          </p:nvPr>
        </p:nvSpPr>
        <p:spPr>
          <a:xfrm>
            <a:off x="457200" y="1066800"/>
            <a:ext cx="8382000" cy="5029200"/>
          </a:xfrm>
        </p:spPr>
        <p:txBody>
          <a:bodyPr/>
          <a:lstStyle/>
          <a:p>
            <a:pPr marL="533400" indent="-533400" eaLnBrk="1" hangingPunct="1">
              <a:buSzTx/>
              <a:buFont typeface="Wingdings" panose="05000000000000000000" pitchFamily="2" charset="2"/>
              <a:buAutoNum type="arabicPeriod"/>
            </a:pPr>
            <a:endParaRPr lang="en-US" altLang="en-US" sz="2800"/>
          </a:p>
          <a:p>
            <a:pPr marL="533400" indent="-533400" eaLnBrk="1" hangingPunct="1"/>
            <a:r>
              <a:rPr lang="en-US" altLang="en-US" sz="2800"/>
              <a:t>Biểu diễn sự phụ thuộc của các công việc </a:t>
            </a:r>
          </a:p>
        </p:txBody>
      </p:sp>
      <p:pic>
        <p:nvPicPr>
          <p:cNvPr id="51205" name="Picture 5">
            <a:extLst>
              <a:ext uri="{FF2B5EF4-FFF2-40B4-BE49-F238E27FC236}">
                <a16:creationId xmlns:a16="http://schemas.microsoft.com/office/drawing/2014/main" id="{4C6A8729-FA57-BAB8-33CC-80F43C801D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2133600"/>
            <a:ext cx="5210175" cy="430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5">
            <a:extLst>
              <a:ext uri="{FF2B5EF4-FFF2-40B4-BE49-F238E27FC236}">
                <a16:creationId xmlns:a16="http://schemas.microsoft.com/office/drawing/2014/main" id="{2379B1F9-3C24-5D04-9804-0C142D33BAB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04B89394-03F8-4B54-8E2E-4D6533266417}" type="slidenum">
              <a:rPr lang="en-US" altLang="en-US" b="0"/>
              <a:pPr/>
              <a:t>54</a:t>
            </a:fld>
            <a:endParaRPr lang="en-US" altLang="en-US" b="0"/>
          </a:p>
        </p:txBody>
      </p:sp>
      <p:sp>
        <p:nvSpPr>
          <p:cNvPr id="52227" name="Rectangle 2">
            <a:extLst>
              <a:ext uri="{FF2B5EF4-FFF2-40B4-BE49-F238E27FC236}">
                <a16:creationId xmlns:a16="http://schemas.microsoft.com/office/drawing/2014/main" id="{88274F3E-B7D8-5C72-198C-9B2A6C83695B}"/>
              </a:ext>
            </a:extLst>
          </p:cNvPr>
          <p:cNvSpPr>
            <a:spLocks noGrp="1" noChangeArrowheads="1"/>
          </p:cNvSpPr>
          <p:nvPr>
            <p:ph type="title"/>
          </p:nvPr>
        </p:nvSpPr>
        <p:spPr>
          <a:xfrm>
            <a:off x="990600" y="152400"/>
            <a:ext cx="8153400" cy="1004888"/>
          </a:xfrm>
        </p:spPr>
        <p:txBody>
          <a:bodyPr/>
          <a:lstStyle/>
          <a:p>
            <a:pPr eaLnBrk="1" hangingPunct="1"/>
            <a:r>
              <a:rPr lang="en-US" altLang="en-US" sz="3000" b="1"/>
              <a:t>PHƯƠNG PHÁP CPM</a:t>
            </a:r>
          </a:p>
        </p:txBody>
      </p:sp>
      <p:sp>
        <p:nvSpPr>
          <p:cNvPr id="52228" name="Rectangle 3">
            <a:extLst>
              <a:ext uri="{FF2B5EF4-FFF2-40B4-BE49-F238E27FC236}">
                <a16:creationId xmlns:a16="http://schemas.microsoft.com/office/drawing/2014/main" id="{FAF12BBC-81C7-9643-F57F-A8A1DA11905F}"/>
              </a:ext>
            </a:extLst>
          </p:cNvPr>
          <p:cNvSpPr>
            <a:spLocks noGrp="1" noChangeArrowheads="1"/>
          </p:cNvSpPr>
          <p:nvPr>
            <p:ph type="body" idx="1"/>
          </p:nvPr>
        </p:nvSpPr>
        <p:spPr>
          <a:xfrm>
            <a:off x="762000" y="1066800"/>
            <a:ext cx="8382000" cy="5029200"/>
          </a:xfrm>
        </p:spPr>
        <p:txBody>
          <a:bodyPr/>
          <a:lstStyle/>
          <a:p>
            <a:pPr marL="533400" indent="-533400" eaLnBrk="1" hangingPunct="1">
              <a:buSzTx/>
              <a:buFont typeface="Wingdings" panose="05000000000000000000" pitchFamily="2" charset="2"/>
              <a:buAutoNum type="arabicPeriod"/>
            </a:pPr>
            <a:endParaRPr lang="en-US" altLang="en-US" sz="2800"/>
          </a:p>
          <a:p>
            <a:pPr marL="533400" indent="-533400" eaLnBrk="1" hangingPunct="1"/>
            <a:r>
              <a:rPr lang="en-US" altLang="en-US" sz="2800" b="1"/>
              <a:t>Ví dụ:</a:t>
            </a:r>
            <a:r>
              <a:rPr lang="en-US" altLang="en-US" sz="2800"/>
              <a:t> sơ đồ mạng Activity-on-Arrow (AOA) </a:t>
            </a:r>
          </a:p>
        </p:txBody>
      </p:sp>
      <p:pic>
        <p:nvPicPr>
          <p:cNvPr id="52229" name="Picture 5">
            <a:extLst>
              <a:ext uri="{FF2B5EF4-FFF2-40B4-BE49-F238E27FC236}">
                <a16:creationId xmlns:a16="http://schemas.microsoft.com/office/drawing/2014/main" id="{88B71980-B7E4-A0D7-F912-15427676B1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2362200"/>
            <a:ext cx="7085013" cy="335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Number Placeholder 5">
            <a:extLst>
              <a:ext uri="{FF2B5EF4-FFF2-40B4-BE49-F238E27FC236}">
                <a16:creationId xmlns:a16="http://schemas.microsoft.com/office/drawing/2014/main" id="{6B965B76-BEC9-D482-022D-64777B73A8D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9A6CAB53-7C2B-40B0-962E-869A88FBE49F}" type="slidenum">
              <a:rPr lang="en-US" altLang="en-US" b="0"/>
              <a:pPr/>
              <a:t>55</a:t>
            </a:fld>
            <a:endParaRPr lang="en-US" altLang="en-US" b="0"/>
          </a:p>
        </p:txBody>
      </p:sp>
      <p:sp>
        <p:nvSpPr>
          <p:cNvPr id="53251" name="Rectangle 2">
            <a:extLst>
              <a:ext uri="{FF2B5EF4-FFF2-40B4-BE49-F238E27FC236}">
                <a16:creationId xmlns:a16="http://schemas.microsoft.com/office/drawing/2014/main" id="{45623AB4-5C0E-659E-72CE-3DCBC9E44179}"/>
              </a:ext>
            </a:extLst>
          </p:cNvPr>
          <p:cNvSpPr>
            <a:spLocks noGrp="1" noChangeArrowheads="1"/>
          </p:cNvSpPr>
          <p:nvPr>
            <p:ph type="title"/>
          </p:nvPr>
        </p:nvSpPr>
        <p:spPr>
          <a:xfrm>
            <a:off x="990600" y="152400"/>
            <a:ext cx="8153400" cy="1004888"/>
          </a:xfrm>
        </p:spPr>
        <p:txBody>
          <a:bodyPr/>
          <a:lstStyle/>
          <a:p>
            <a:pPr eaLnBrk="1" hangingPunct="1"/>
            <a:r>
              <a:rPr lang="en-US" altLang="en-US" sz="3000" b="1"/>
              <a:t>PHƯƠNG PHÁP CPM</a:t>
            </a:r>
          </a:p>
        </p:txBody>
      </p:sp>
      <p:sp>
        <p:nvSpPr>
          <p:cNvPr id="53252" name="Rectangle 3">
            <a:extLst>
              <a:ext uri="{FF2B5EF4-FFF2-40B4-BE49-F238E27FC236}">
                <a16:creationId xmlns:a16="http://schemas.microsoft.com/office/drawing/2014/main" id="{1F6E94DE-F495-DBA2-BA62-2129185736DC}"/>
              </a:ext>
            </a:extLst>
          </p:cNvPr>
          <p:cNvSpPr>
            <a:spLocks noGrp="1" noChangeArrowheads="1"/>
          </p:cNvSpPr>
          <p:nvPr>
            <p:ph type="body" idx="1"/>
          </p:nvPr>
        </p:nvSpPr>
        <p:spPr>
          <a:xfrm>
            <a:off x="762000" y="1066800"/>
            <a:ext cx="8382000" cy="5029200"/>
          </a:xfrm>
        </p:spPr>
        <p:txBody>
          <a:bodyPr/>
          <a:lstStyle/>
          <a:p>
            <a:pPr marL="533400" indent="-533400" eaLnBrk="1" hangingPunct="1">
              <a:buSzTx/>
              <a:buFont typeface="Wingdings" panose="05000000000000000000" pitchFamily="2" charset="2"/>
              <a:buAutoNum type="arabicPeriod"/>
            </a:pPr>
            <a:endParaRPr lang="en-US" altLang="en-US" sz="2800"/>
          </a:p>
          <a:p>
            <a:pPr marL="533400" indent="-533400" eaLnBrk="1" hangingPunct="1"/>
            <a:r>
              <a:rPr lang="en-US" altLang="en-US" sz="2800" b="1"/>
              <a:t>Ví dụ:</a:t>
            </a:r>
            <a:r>
              <a:rPr lang="en-US" altLang="en-US" sz="2800"/>
              <a:t> sơ đồ CPM trên máy tính</a:t>
            </a:r>
          </a:p>
        </p:txBody>
      </p:sp>
      <p:pic>
        <p:nvPicPr>
          <p:cNvPr id="53253" name="Picture 5">
            <a:extLst>
              <a:ext uri="{FF2B5EF4-FFF2-40B4-BE49-F238E27FC236}">
                <a16:creationId xmlns:a16="http://schemas.microsoft.com/office/drawing/2014/main" id="{C257A030-FF53-71EE-A497-C45A112098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286000"/>
            <a:ext cx="7713663" cy="316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Number Placeholder 5">
            <a:extLst>
              <a:ext uri="{FF2B5EF4-FFF2-40B4-BE49-F238E27FC236}">
                <a16:creationId xmlns:a16="http://schemas.microsoft.com/office/drawing/2014/main" id="{E40BEA37-D81A-57C4-1EA3-EC7ABE9A8A3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15C7ECAC-64F5-4066-87F0-C5772DA55129}" type="slidenum">
              <a:rPr lang="en-US" altLang="en-US" b="0"/>
              <a:pPr/>
              <a:t>56</a:t>
            </a:fld>
            <a:endParaRPr lang="en-US" altLang="en-US" b="0"/>
          </a:p>
        </p:txBody>
      </p:sp>
      <p:sp>
        <p:nvSpPr>
          <p:cNvPr id="54275" name="Rectangle 2">
            <a:extLst>
              <a:ext uri="{FF2B5EF4-FFF2-40B4-BE49-F238E27FC236}">
                <a16:creationId xmlns:a16="http://schemas.microsoft.com/office/drawing/2014/main" id="{590C447C-209A-C7AA-1E82-A5AB08E856C4}"/>
              </a:ext>
            </a:extLst>
          </p:cNvPr>
          <p:cNvSpPr>
            <a:spLocks noGrp="1" noChangeArrowheads="1"/>
          </p:cNvSpPr>
          <p:nvPr>
            <p:ph type="title"/>
          </p:nvPr>
        </p:nvSpPr>
        <p:spPr>
          <a:xfrm>
            <a:off x="990600" y="152400"/>
            <a:ext cx="8153400" cy="1004888"/>
          </a:xfrm>
        </p:spPr>
        <p:txBody>
          <a:bodyPr/>
          <a:lstStyle/>
          <a:p>
            <a:pPr eaLnBrk="1" hangingPunct="1"/>
            <a:r>
              <a:rPr lang="en-US" altLang="en-US" sz="3000" b="1"/>
              <a:t>PHƯƠNG PHÁP CPM</a:t>
            </a:r>
          </a:p>
        </p:txBody>
      </p:sp>
      <p:sp>
        <p:nvSpPr>
          <p:cNvPr id="54276" name="Rectangle 3">
            <a:extLst>
              <a:ext uri="{FF2B5EF4-FFF2-40B4-BE49-F238E27FC236}">
                <a16:creationId xmlns:a16="http://schemas.microsoft.com/office/drawing/2014/main" id="{BEC19C42-3A9F-5019-202B-1A78DF46C646}"/>
              </a:ext>
            </a:extLst>
          </p:cNvPr>
          <p:cNvSpPr>
            <a:spLocks noGrp="1" noChangeArrowheads="1"/>
          </p:cNvSpPr>
          <p:nvPr>
            <p:ph type="body" idx="1"/>
          </p:nvPr>
        </p:nvSpPr>
        <p:spPr>
          <a:xfrm>
            <a:off x="762000" y="1066800"/>
            <a:ext cx="8382000" cy="5029200"/>
          </a:xfrm>
        </p:spPr>
        <p:txBody>
          <a:bodyPr/>
          <a:lstStyle/>
          <a:p>
            <a:pPr marL="533400" indent="-533400" eaLnBrk="1" hangingPunct="1">
              <a:lnSpc>
                <a:spcPct val="90000"/>
              </a:lnSpc>
              <a:buSzTx/>
              <a:buFont typeface="Wingdings" panose="05000000000000000000" pitchFamily="2" charset="2"/>
              <a:buAutoNum type="arabicPeriod"/>
            </a:pPr>
            <a:endParaRPr lang="en-US" altLang="en-US" sz="2800"/>
          </a:p>
          <a:p>
            <a:pPr marL="533400" indent="-533400" eaLnBrk="1" hangingPunct="1">
              <a:lnSpc>
                <a:spcPct val="90000"/>
              </a:lnSpc>
            </a:pPr>
            <a:r>
              <a:rPr lang="en-US" altLang="en-US" b="1">
                <a:solidFill>
                  <a:srgbClr val="FF0066"/>
                </a:solidFill>
              </a:rPr>
              <a:t>Các thông số chính</a:t>
            </a:r>
          </a:p>
          <a:p>
            <a:pPr marL="914400" lvl="1" indent="-457200" eaLnBrk="1" hangingPunct="1">
              <a:lnSpc>
                <a:spcPct val="90000"/>
              </a:lnSpc>
            </a:pPr>
            <a:r>
              <a:rPr lang="en-US" altLang="en-US"/>
              <a:t>Thời điểm sớm nhất để sự kiện xảy ra </a:t>
            </a:r>
            <a:r>
              <a:rPr lang="en-US" altLang="en-US" b="1"/>
              <a:t>EO</a:t>
            </a:r>
          </a:p>
          <a:p>
            <a:pPr marL="914400" lvl="1" indent="-457200" eaLnBrk="1" hangingPunct="1">
              <a:lnSpc>
                <a:spcPct val="90000"/>
              </a:lnSpc>
              <a:buFont typeface="Wingdings" panose="05000000000000000000" pitchFamily="2" charset="2"/>
              <a:buNone/>
            </a:pPr>
            <a:r>
              <a:rPr lang="en-US" altLang="en-US"/>
              <a:t>	(Earliest Occurrence of an Event)</a:t>
            </a:r>
          </a:p>
          <a:p>
            <a:pPr marL="914400" lvl="1" indent="-457200" eaLnBrk="1" hangingPunct="1">
              <a:lnSpc>
                <a:spcPct val="90000"/>
              </a:lnSpc>
            </a:pPr>
            <a:r>
              <a:rPr lang="en-US" altLang="en-US"/>
              <a:t>Thời điểm sớm nhất để công việc bắt đầu </a:t>
            </a:r>
            <a:r>
              <a:rPr lang="en-US" altLang="en-US" b="1"/>
              <a:t>ES</a:t>
            </a:r>
          </a:p>
          <a:p>
            <a:pPr marL="914400" lvl="1" indent="-457200" eaLnBrk="1" hangingPunct="1">
              <a:lnSpc>
                <a:spcPct val="90000"/>
              </a:lnSpc>
              <a:buFont typeface="Wingdings" panose="05000000000000000000" pitchFamily="2" charset="2"/>
              <a:buNone/>
            </a:pPr>
            <a:r>
              <a:rPr lang="en-US" altLang="en-US"/>
              <a:t>	(Earliest Start of an activity)</a:t>
            </a:r>
          </a:p>
          <a:p>
            <a:pPr marL="914400" lvl="1" indent="-457200" eaLnBrk="1" hangingPunct="1">
              <a:lnSpc>
                <a:spcPct val="90000"/>
              </a:lnSpc>
            </a:pPr>
            <a:r>
              <a:rPr lang="en-US" altLang="en-US"/>
              <a:t>Thời điểm muộn nhất để sự kiện xảy ra </a:t>
            </a:r>
            <a:r>
              <a:rPr lang="en-US" altLang="en-US" b="1"/>
              <a:t>LO</a:t>
            </a:r>
          </a:p>
          <a:p>
            <a:pPr marL="914400" lvl="1" indent="-457200" eaLnBrk="1" hangingPunct="1">
              <a:lnSpc>
                <a:spcPct val="90000"/>
              </a:lnSpc>
              <a:buFont typeface="Wingdings" panose="05000000000000000000" pitchFamily="2" charset="2"/>
              <a:buNone/>
            </a:pPr>
            <a:r>
              <a:rPr lang="en-US" altLang="en-US"/>
              <a:t>	(Lastest Occurrence of an Event)</a:t>
            </a:r>
          </a:p>
          <a:p>
            <a:pPr marL="914400" lvl="1" indent="-457200" eaLnBrk="1" hangingPunct="1">
              <a:lnSpc>
                <a:spcPct val="90000"/>
              </a:lnSpc>
            </a:pPr>
            <a:r>
              <a:rPr lang="en-US" altLang="en-US"/>
              <a:t>Thời điểm muộn nhất để công việc bắt đầu </a:t>
            </a:r>
            <a:r>
              <a:rPr lang="en-US" altLang="en-US" b="1"/>
              <a:t>LS</a:t>
            </a:r>
            <a:r>
              <a:rPr lang="en-US" altLang="en-US"/>
              <a:t> (Lastest Start of an activity)</a:t>
            </a:r>
          </a:p>
          <a:p>
            <a:pPr marL="914400" lvl="1" indent="-457200" eaLnBrk="1" hangingPunct="1">
              <a:lnSpc>
                <a:spcPct val="90000"/>
              </a:lnSpc>
            </a:pPr>
            <a:endParaRPr lang="en-US" alt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Number Placeholder 5">
            <a:extLst>
              <a:ext uri="{FF2B5EF4-FFF2-40B4-BE49-F238E27FC236}">
                <a16:creationId xmlns:a16="http://schemas.microsoft.com/office/drawing/2014/main" id="{AD9BD91F-3198-27FF-6205-BE6CFC5FBE0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7CAB0D08-447B-4775-8DCE-D2C4EE08AE07}" type="slidenum">
              <a:rPr lang="en-US" altLang="en-US" b="0"/>
              <a:pPr/>
              <a:t>57</a:t>
            </a:fld>
            <a:endParaRPr lang="en-US" altLang="en-US" b="0"/>
          </a:p>
        </p:txBody>
      </p:sp>
      <p:sp>
        <p:nvSpPr>
          <p:cNvPr id="55299" name="Rectangle 2">
            <a:extLst>
              <a:ext uri="{FF2B5EF4-FFF2-40B4-BE49-F238E27FC236}">
                <a16:creationId xmlns:a16="http://schemas.microsoft.com/office/drawing/2014/main" id="{003C032F-5449-8279-C02A-850FAC216393}"/>
              </a:ext>
            </a:extLst>
          </p:cNvPr>
          <p:cNvSpPr>
            <a:spLocks noGrp="1" noChangeArrowheads="1"/>
          </p:cNvSpPr>
          <p:nvPr>
            <p:ph type="title"/>
          </p:nvPr>
        </p:nvSpPr>
        <p:spPr>
          <a:xfrm>
            <a:off x="990600" y="152400"/>
            <a:ext cx="8153400" cy="1004888"/>
          </a:xfrm>
        </p:spPr>
        <p:txBody>
          <a:bodyPr/>
          <a:lstStyle/>
          <a:p>
            <a:pPr eaLnBrk="1" hangingPunct="1"/>
            <a:r>
              <a:rPr lang="en-US" altLang="en-US" sz="3000" b="1"/>
              <a:t>PHƯƠNG PHÁP CPM</a:t>
            </a:r>
          </a:p>
        </p:txBody>
      </p:sp>
      <p:sp>
        <p:nvSpPr>
          <p:cNvPr id="55300" name="Rectangle 3">
            <a:extLst>
              <a:ext uri="{FF2B5EF4-FFF2-40B4-BE49-F238E27FC236}">
                <a16:creationId xmlns:a16="http://schemas.microsoft.com/office/drawing/2014/main" id="{27715B52-6652-A5E1-DFC5-6A3357AED2C5}"/>
              </a:ext>
            </a:extLst>
          </p:cNvPr>
          <p:cNvSpPr>
            <a:spLocks noGrp="1" noChangeArrowheads="1"/>
          </p:cNvSpPr>
          <p:nvPr>
            <p:ph type="body" idx="1"/>
          </p:nvPr>
        </p:nvSpPr>
        <p:spPr>
          <a:xfrm>
            <a:off x="762000" y="1066800"/>
            <a:ext cx="8382000" cy="5029200"/>
          </a:xfrm>
        </p:spPr>
        <p:txBody>
          <a:bodyPr/>
          <a:lstStyle/>
          <a:p>
            <a:pPr marL="533400" indent="-533400" eaLnBrk="1" hangingPunct="1">
              <a:buSzTx/>
              <a:buFont typeface="Wingdings" panose="05000000000000000000" pitchFamily="2" charset="2"/>
              <a:buAutoNum type="arabicPeriod"/>
            </a:pPr>
            <a:endParaRPr lang="en-US" altLang="en-US" sz="2800"/>
          </a:p>
          <a:p>
            <a:pPr marL="533400" indent="-533400" eaLnBrk="1" hangingPunct="1"/>
            <a:endParaRPr lang="en-US" altLang="en-US"/>
          </a:p>
          <a:p>
            <a:pPr marL="533400" indent="-533400" eaLnBrk="1" hangingPunct="1">
              <a:buFont typeface="Wingdings" panose="05000000000000000000" pitchFamily="2" charset="2"/>
              <a:buNone/>
            </a:pPr>
            <a:endParaRPr lang="en-US" altLang="en-US"/>
          </a:p>
          <a:p>
            <a:pPr marL="533400" indent="-533400" eaLnBrk="1" hangingPunct="1"/>
            <a:endParaRPr lang="en-US" altLang="en-US"/>
          </a:p>
          <a:p>
            <a:pPr marL="533400" indent="-533400" eaLnBrk="1" hangingPunct="1"/>
            <a:r>
              <a:rPr lang="en-US" altLang="en-US" sz="2800"/>
              <a:t>EOi = ESij</a:t>
            </a:r>
          </a:p>
          <a:p>
            <a:pPr marL="533400" indent="-533400" eaLnBrk="1" hangingPunct="1"/>
            <a:r>
              <a:rPr lang="en-US" altLang="en-US" sz="2800"/>
              <a:t>Thời gian dự trữ các sự kiện – slack/float (mức chênh lệch giữa 2 thời điểm sớm và muộn)</a:t>
            </a:r>
          </a:p>
          <a:p>
            <a:pPr marL="914400" lvl="1" indent="-457200" eaLnBrk="1" hangingPunct="1"/>
            <a:r>
              <a:rPr lang="en-US" altLang="en-US"/>
              <a:t>Slack = LOi- EOi</a:t>
            </a:r>
          </a:p>
          <a:p>
            <a:pPr marL="914400" lvl="1" indent="-457200" eaLnBrk="1" hangingPunct="1"/>
            <a:r>
              <a:rPr lang="en-US" altLang="en-US"/>
              <a:t>Slack = LSi- ESi</a:t>
            </a:r>
          </a:p>
          <a:p>
            <a:pPr marL="914400" lvl="1" indent="-457200" eaLnBrk="1" hangingPunct="1"/>
            <a:endParaRPr lang="en-US" altLang="en-US"/>
          </a:p>
          <a:p>
            <a:pPr marL="533400" indent="-533400" eaLnBrk="1" hangingPunct="1"/>
            <a:endParaRPr lang="en-US" altLang="en-US"/>
          </a:p>
          <a:p>
            <a:pPr marL="914400" lvl="1" indent="-457200" eaLnBrk="1" hangingPunct="1"/>
            <a:endParaRPr lang="en-US" altLang="en-US"/>
          </a:p>
        </p:txBody>
      </p:sp>
      <p:pic>
        <p:nvPicPr>
          <p:cNvPr id="55301" name="Picture 4">
            <a:extLst>
              <a:ext uri="{FF2B5EF4-FFF2-40B4-BE49-F238E27FC236}">
                <a16:creationId xmlns:a16="http://schemas.microsoft.com/office/drawing/2014/main" id="{B174377F-CDB6-4C60-39A8-0F02262F97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1600200"/>
            <a:ext cx="5867400" cy="153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Number Placeholder 5">
            <a:extLst>
              <a:ext uri="{FF2B5EF4-FFF2-40B4-BE49-F238E27FC236}">
                <a16:creationId xmlns:a16="http://schemas.microsoft.com/office/drawing/2014/main" id="{719C2087-9A1B-AFA7-5156-242B043A14C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5F7F7363-68B3-4E2D-81FC-D81BAD09809A}" type="slidenum">
              <a:rPr lang="en-US" altLang="en-US" b="0"/>
              <a:pPr/>
              <a:t>58</a:t>
            </a:fld>
            <a:endParaRPr lang="en-US" altLang="en-US" b="0"/>
          </a:p>
        </p:txBody>
      </p:sp>
      <p:sp>
        <p:nvSpPr>
          <p:cNvPr id="56323" name="Rectangle 2">
            <a:extLst>
              <a:ext uri="{FF2B5EF4-FFF2-40B4-BE49-F238E27FC236}">
                <a16:creationId xmlns:a16="http://schemas.microsoft.com/office/drawing/2014/main" id="{B82C5616-6810-8C06-0400-3740B1A0001F}"/>
              </a:ext>
            </a:extLst>
          </p:cNvPr>
          <p:cNvSpPr>
            <a:spLocks noGrp="1" noChangeArrowheads="1"/>
          </p:cNvSpPr>
          <p:nvPr>
            <p:ph type="title"/>
          </p:nvPr>
        </p:nvSpPr>
        <p:spPr>
          <a:xfrm>
            <a:off x="990600" y="152400"/>
            <a:ext cx="8153400" cy="1004888"/>
          </a:xfrm>
        </p:spPr>
        <p:txBody>
          <a:bodyPr/>
          <a:lstStyle/>
          <a:p>
            <a:pPr eaLnBrk="1" hangingPunct="1"/>
            <a:r>
              <a:rPr lang="en-US" altLang="en-US" sz="3000" b="1"/>
              <a:t>PHƯƠNG PHÁP CPM</a:t>
            </a:r>
          </a:p>
        </p:txBody>
      </p:sp>
      <p:sp>
        <p:nvSpPr>
          <p:cNvPr id="56324" name="Rectangle 3">
            <a:extLst>
              <a:ext uri="{FF2B5EF4-FFF2-40B4-BE49-F238E27FC236}">
                <a16:creationId xmlns:a16="http://schemas.microsoft.com/office/drawing/2014/main" id="{44F94654-0E37-838F-836D-1C9E9224ABC3}"/>
              </a:ext>
            </a:extLst>
          </p:cNvPr>
          <p:cNvSpPr>
            <a:spLocks noGrp="1" noChangeArrowheads="1"/>
          </p:cNvSpPr>
          <p:nvPr>
            <p:ph type="body" idx="1"/>
          </p:nvPr>
        </p:nvSpPr>
        <p:spPr>
          <a:xfrm>
            <a:off x="762000" y="1066800"/>
            <a:ext cx="8382000" cy="5029200"/>
          </a:xfrm>
        </p:spPr>
        <p:txBody>
          <a:bodyPr/>
          <a:lstStyle/>
          <a:p>
            <a:pPr marL="533400" indent="-533400" eaLnBrk="1" hangingPunct="1">
              <a:buSzTx/>
              <a:buFont typeface="Wingdings" panose="05000000000000000000" pitchFamily="2" charset="2"/>
              <a:buAutoNum type="arabicPeriod"/>
            </a:pPr>
            <a:endParaRPr lang="en-US" altLang="en-US" sz="2800"/>
          </a:p>
          <a:p>
            <a:pPr marL="533400" indent="-533400" eaLnBrk="1" hangingPunct="1"/>
            <a:r>
              <a:rPr lang="en-US" altLang="en-US" b="1">
                <a:solidFill>
                  <a:srgbClr val="FF0066"/>
                </a:solidFill>
              </a:rPr>
              <a:t>Xác định EO và ES</a:t>
            </a:r>
          </a:p>
          <a:p>
            <a:pPr marL="914400" lvl="1" indent="-457200" eaLnBrk="1" hangingPunct="1"/>
            <a:r>
              <a:rPr lang="en-US" altLang="en-US"/>
              <a:t>Tại nút đầu tiên: EOi</a:t>
            </a:r>
            <a:r>
              <a:rPr lang="en-US" altLang="en-US" b="1"/>
              <a:t> </a:t>
            </a:r>
            <a:r>
              <a:rPr lang="en-US" altLang="en-US"/>
              <a:t>= ESij</a:t>
            </a:r>
          </a:p>
          <a:p>
            <a:pPr marL="914400" lvl="1" indent="-457200" eaLnBrk="1" hangingPunct="1"/>
            <a:r>
              <a:rPr lang="en-US" altLang="en-US"/>
              <a:t>Đi xuôi dòng sơ đồ mạng tính EOj	</a:t>
            </a:r>
          </a:p>
          <a:p>
            <a:pPr marL="1295400" lvl="2" indent="-381000" eaLnBrk="1" hangingPunct="1"/>
            <a:r>
              <a:rPr lang="en-US" altLang="en-US"/>
              <a:t>EO</a:t>
            </a:r>
            <a:r>
              <a:rPr lang="en-US" altLang="en-US" b="1" baseline="-25000"/>
              <a:t>1</a:t>
            </a:r>
            <a:r>
              <a:rPr lang="en-US" altLang="en-US" b="1"/>
              <a:t> </a:t>
            </a:r>
            <a:r>
              <a:rPr lang="en-US" altLang="en-US"/>
              <a:t>= 0</a:t>
            </a:r>
          </a:p>
          <a:p>
            <a:pPr marL="1295400" lvl="2" indent="-381000" eaLnBrk="1" hangingPunct="1"/>
            <a:r>
              <a:rPr lang="en-US" altLang="en-US"/>
              <a:t>EOj</a:t>
            </a:r>
            <a:r>
              <a:rPr lang="en-US" altLang="en-US" b="1"/>
              <a:t> </a:t>
            </a:r>
            <a:r>
              <a:rPr lang="en-US" altLang="en-US"/>
              <a:t>= EO</a:t>
            </a:r>
            <a:r>
              <a:rPr lang="en-US" altLang="en-US" b="1"/>
              <a:t>i </a:t>
            </a:r>
            <a:r>
              <a:rPr lang="en-US" altLang="en-US"/>
              <a:t>+ Tij</a:t>
            </a:r>
            <a:r>
              <a:rPr lang="en-US" altLang="en-US" b="1"/>
              <a:t> </a:t>
            </a:r>
            <a:r>
              <a:rPr lang="en-US" altLang="en-US"/>
              <a:t>nếu chỉ có 1 công tác đến</a:t>
            </a:r>
          </a:p>
          <a:p>
            <a:pPr marL="1295400" lvl="2" indent="-381000" eaLnBrk="1" hangingPunct="1"/>
            <a:r>
              <a:rPr lang="en-US" altLang="en-US"/>
              <a:t>EOj</a:t>
            </a:r>
            <a:r>
              <a:rPr lang="en-US" altLang="en-US" b="1"/>
              <a:t> </a:t>
            </a:r>
            <a:r>
              <a:rPr lang="en-US" altLang="en-US"/>
              <a:t>= Max { EOi</a:t>
            </a:r>
            <a:r>
              <a:rPr lang="en-US" altLang="en-US" b="1"/>
              <a:t> </a:t>
            </a:r>
            <a:r>
              <a:rPr lang="en-US" altLang="en-US"/>
              <a:t>+ Tij</a:t>
            </a:r>
            <a:r>
              <a:rPr lang="en-US" altLang="en-US" b="1"/>
              <a:t> </a:t>
            </a:r>
            <a:r>
              <a:rPr lang="en-US" altLang="en-US"/>
              <a:t>}</a:t>
            </a:r>
          </a:p>
          <a:p>
            <a:pPr marL="914400" lvl="1" indent="-457200" eaLnBrk="1" hangingPunct="1"/>
            <a:endParaRPr lang="en-US" altLang="en-US" sz="2400"/>
          </a:p>
          <a:p>
            <a:pPr marL="914400" lvl="1" indent="-457200" eaLnBrk="1" hangingPunct="1"/>
            <a:endParaRPr lang="en-US" altLang="en-US"/>
          </a:p>
          <a:p>
            <a:pPr marL="914400" lvl="1" indent="-457200" eaLnBrk="1" hangingPunct="1"/>
            <a:endParaRPr lang="en-US" altLang="en-US"/>
          </a:p>
          <a:p>
            <a:pPr marL="533400" indent="-533400" eaLnBrk="1" hangingPunct="1"/>
            <a:endParaRPr lang="en-US" altLang="en-US"/>
          </a:p>
          <a:p>
            <a:pPr marL="914400" lvl="1" indent="-457200" eaLnBrk="1" hangingPunct="1"/>
            <a:endParaRPr lang="en-US"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Number Placeholder 5">
            <a:extLst>
              <a:ext uri="{FF2B5EF4-FFF2-40B4-BE49-F238E27FC236}">
                <a16:creationId xmlns:a16="http://schemas.microsoft.com/office/drawing/2014/main" id="{9AEC7A98-CBBC-F992-5F10-D443090ABB1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B14B7902-0FDE-47A7-A850-780EC7D69A52}" type="slidenum">
              <a:rPr lang="en-US" altLang="en-US" b="0"/>
              <a:pPr/>
              <a:t>59</a:t>
            </a:fld>
            <a:endParaRPr lang="en-US" altLang="en-US" b="0"/>
          </a:p>
        </p:txBody>
      </p:sp>
      <p:sp>
        <p:nvSpPr>
          <p:cNvPr id="57347" name="Rectangle 2">
            <a:extLst>
              <a:ext uri="{FF2B5EF4-FFF2-40B4-BE49-F238E27FC236}">
                <a16:creationId xmlns:a16="http://schemas.microsoft.com/office/drawing/2014/main" id="{C3766B74-A57C-C913-4F49-2910632B9F98}"/>
              </a:ext>
            </a:extLst>
          </p:cNvPr>
          <p:cNvSpPr>
            <a:spLocks noGrp="1" noChangeArrowheads="1"/>
          </p:cNvSpPr>
          <p:nvPr>
            <p:ph type="title"/>
          </p:nvPr>
        </p:nvSpPr>
        <p:spPr>
          <a:xfrm>
            <a:off x="990600" y="152400"/>
            <a:ext cx="8153400" cy="1004888"/>
          </a:xfrm>
        </p:spPr>
        <p:txBody>
          <a:bodyPr/>
          <a:lstStyle/>
          <a:p>
            <a:pPr eaLnBrk="1" hangingPunct="1"/>
            <a:r>
              <a:rPr lang="en-US" altLang="en-US" sz="3000" b="1"/>
              <a:t>PHƯƠNG PHÁP CPM</a:t>
            </a:r>
          </a:p>
        </p:txBody>
      </p:sp>
      <p:sp>
        <p:nvSpPr>
          <p:cNvPr id="57348" name="Rectangle 3">
            <a:extLst>
              <a:ext uri="{FF2B5EF4-FFF2-40B4-BE49-F238E27FC236}">
                <a16:creationId xmlns:a16="http://schemas.microsoft.com/office/drawing/2014/main" id="{EEBFCD51-4223-5A2F-BE63-075EE8E8978C}"/>
              </a:ext>
            </a:extLst>
          </p:cNvPr>
          <p:cNvSpPr>
            <a:spLocks noGrp="1" noChangeArrowheads="1"/>
          </p:cNvSpPr>
          <p:nvPr>
            <p:ph type="body" idx="1"/>
          </p:nvPr>
        </p:nvSpPr>
        <p:spPr>
          <a:xfrm>
            <a:off x="762000" y="1066800"/>
            <a:ext cx="8382000" cy="5029200"/>
          </a:xfrm>
        </p:spPr>
        <p:txBody>
          <a:bodyPr/>
          <a:lstStyle/>
          <a:p>
            <a:pPr marL="533400" indent="-533400" eaLnBrk="1" hangingPunct="1">
              <a:buSzTx/>
              <a:buFont typeface="Wingdings" panose="05000000000000000000" pitchFamily="2" charset="2"/>
              <a:buAutoNum type="arabicPeriod"/>
            </a:pPr>
            <a:endParaRPr lang="en-US" altLang="en-US" sz="2800"/>
          </a:p>
          <a:p>
            <a:pPr marL="533400" indent="-533400" eaLnBrk="1" hangingPunct="1"/>
            <a:r>
              <a:rPr lang="en-US" altLang="en-US" b="1">
                <a:solidFill>
                  <a:srgbClr val="FF0066"/>
                </a:solidFill>
              </a:rPr>
              <a:t>Xác định LO và LS</a:t>
            </a:r>
          </a:p>
          <a:p>
            <a:pPr marL="914400" lvl="1" indent="-457200" eaLnBrk="1" hangingPunct="1"/>
            <a:r>
              <a:rPr lang="en-US" altLang="en-US"/>
              <a:t>Đi ngược dòng sơ đồ mạng tính LOi và Lsij</a:t>
            </a:r>
          </a:p>
          <a:p>
            <a:pPr marL="914400" lvl="1" indent="-457200" eaLnBrk="1" hangingPunct="1"/>
            <a:r>
              <a:rPr lang="en-US" altLang="en-US" b="1"/>
              <a:t>Tại sự kiện cuối cùng</a:t>
            </a:r>
            <a:r>
              <a:rPr lang="en-US" altLang="en-US"/>
              <a:t>	</a:t>
            </a:r>
          </a:p>
          <a:p>
            <a:pPr marL="1295400" lvl="2" indent="-381000" eaLnBrk="1" hangingPunct="1"/>
            <a:r>
              <a:rPr lang="en-US" altLang="en-US"/>
              <a:t>EO</a:t>
            </a:r>
            <a:r>
              <a:rPr lang="en-US" altLang="en-US" baseline="-25000"/>
              <a:t>cuối </a:t>
            </a:r>
            <a:r>
              <a:rPr lang="en-US" altLang="en-US"/>
              <a:t>= LO</a:t>
            </a:r>
            <a:r>
              <a:rPr lang="en-US" altLang="en-US" baseline="-25000"/>
              <a:t>cuối </a:t>
            </a:r>
            <a:endParaRPr lang="en-US" altLang="en-US"/>
          </a:p>
          <a:p>
            <a:pPr marL="1295400" lvl="2" indent="-381000" eaLnBrk="1" hangingPunct="1"/>
            <a:r>
              <a:rPr lang="en-US" altLang="en-US"/>
              <a:t>LSij = LOj – tij</a:t>
            </a:r>
          </a:p>
          <a:p>
            <a:pPr marL="1295400" lvl="2" indent="-381000" eaLnBrk="1" hangingPunct="1"/>
            <a:r>
              <a:rPr lang="en-US" altLang="en-US"/>
              <a:t>LOi = LSij nếu chỉ có 1 công tác ij từ sự kiện i</a:t>
            </a:r>
          </a:p>
          <a:p>
            <a:pPr marL="1295400" lvl="2" indent="-381000" eaLnBrk="1" hangingPunct="1"/>
            <a:r>
              <a:rPr lang="en-US" altLang="en-US"/>
              <a:t>LOi = Min {LSij} = Min { LOj – tij}</a:t>
            </a:r>
          </a:p>
          <a:p>
            <a:pPr marL="1295400" lvl="2" indent="-381000" eaLnBrk="1" hangingPunct="1"/>
            <a:endParaRPr lang="en-US" altLang="en-US"/>
          </a:p>
          <a:p>
            <a:pPr marL="914400" lvl="1" indent="-457200" eaLnBrk="1" hangingPunct="1"/>
            <a:endParaRPr lang="en-US" altLang="en-US"/>
          </a:p>
          <a:p>
            <a:pPr marL="914400" lvl="1" indent="-457200" eaLnBrk="1" hangingPunct="1"/>
            <a:endParaRPr lang="en-US" altLang="en-US"/>
          </a:p>
          <a:p>
            <a:pPr marL="914400" lvl="1" indent="-457200" eaLnBrk="1" hangingPunct="1"/>
            <a:endParaRPr lang="en-US" altLang="en-US"/>
          </a:p>
          <a:p>
            <a:pPr marL="533400" indent="-533400" eaLnBrk="1" hangingPunct="1"/>
            <a:endParaRPr lang="en-US" altLang="en-US"/>
          </a:p>
          <a:p>
            <a:pPr marL="914400" lvl="1" indent="-457200" eaLnBrk="1" hangingPunct="1"/>
            <a:endParaRPr lang="en-US" alt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Number Placeholder 5">
            <a:extLst>
              <a:ext uri="{FF2B5EF4-FFF2-40B4-BE49-F238E27FC236}">
                <a16:creationId xmlns:a16="http://schemas.microsoft.com/office/drawing/2014/main" id="{CEE8DD60-07F6-3AAB-0861-56B13F3B907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7F98ECD4-A076-43CC-A36C-211B3784B91B}" type="slidenum">
              <a:rPr lang="en-US" altLang="en-US" b="0"/>
              <a:pPr/>
              <a:t>60</a:t>
            </a:fld>
            <a:endParaRPr lang="en-US" altLang="en-US" b="0"/>
          </a:p>
        </p:txBody>
      </p:sp>
      <p:sp>
        <p:nvSpPr>
          <p:cNvPr id="58371" name="Rectangle 2">
            <a:extLst>
              <a:ext uri="{FF2B5EF4-FFF2-40B4-BE49-F238E27FC236}">
                <a16:creationId xmlns:a16="http://schemas.microsoft.com/office/drawing/2014/main" id="{73B983F6-4F7C-7961-66A2-C07DB9C95890}"/>
              </a:ext>
            </a:extLst>
          </p:cNvPr>
          <p:cNvSpPr>
            <a:spLocks noGrp="1" noChangeArrowheads="1"/>
          </p:cNvSpPr>
          <p:nvPr>
            <p:ph type="title"/>
          </p:nvPr>
        </p:nvSpPr>
        <p:spPr>
          <a:xfrm>
            <a:off x="990600" y="152400"/>
            <a:ext cx="8153400" cy="1004888"/>
          </a:xfrm>
        </p:spPr>
        <p:txBody>
          <a:bodyPr/>
          <a:lstStyle/>
          <a:p>
            <a:pPr eaLnBrk="1" hangingPunct="1"/>
            <a:r>
              <a:rPr lang="en-US" altLang="en-US" sz="3000" b="1"/>
              <a:t>PHƯƠNG PHÁP CPM</a:t>
            </a:r>
          </a:p>
        </p:txBody>
      </p:sp>
      <p:sp>
        <p:nvSpPr>
          <p:cNvPr id="58372" name="Rectangle 3">
            <a:extLst>
              <a:ext uri="{FF2B5EF4-FFF2-40B4-BE49-F238E27FC236}">
                <a16:creationId xmlns:a16="http://schemas.microsoft.com/office/drawing/2014/main" id="{A2D3C6A2-7074-83B2-2403-D4A9229115A9}"/>
              </a:ext>
            </a:extLst>
          </p:cNvPr>
          <p:cNvSpPr>
            <a:spLocks noGrp="1" noChangeArrowheads="1"/>
          </p:cNvSpPr>
          <p:nvPr>
            <p:ph type="body" idx="1"/>
          </p:nvPr>
        </p:nvSpPr>
        <p:spPr>
          <a:xfrm>
            <a:off x="762000" y="1066800"/>
            <a:ext cx="8382000" cy="5029200"/>
          </a:xfrm>
        </p:spPr>
        <p:txBody>
          <a:bodyPr/>
          <a:lstStyle/>
          <a:p>
            <a:pPr marL="533400" indent="-533400" eaLnBrk="1" hangingPunct="1">
              <a:buSzTx/>
              <a:buFont typeface="Wingdings" panose="05000000000000000000" pitchFamily="2" charset="2"/>
              <a:buAutoNum type="arabicPeriod"/>
            </a:pPr>
            <a:endParaRPr lang="en-US" altLang="en-US" sz="2800"/>
          </a:p>
          <a:p>
            <a:pPr marL="533400" indent="-533400" eaLnBrk="1" hangingPunct="1"/>
            <a:r>
              <a:rPr lang="en-US" altLang="en-US" b="1">
                <a:solidFill>
                  <a:srgbClr val="FF0066"/>
                </a:solidFill>
              </a:rPr>
              <a:t>Các chú ý:</a:t>
            </a:r>
          </a:p>
          <a:p>
            <a:pPr marL="914400" lvl="1" indent="-457200" eaLnBrk="1" hangingPunct="1"/>
            <a:r>
              <a:rPr lang="en-US" altLang="en-US"/>
              <a:t>Sự kiện găng là sự kiện không thể chậm trễ </a:t>
            </a:r>
            <a:r>
              <a:rPr lang="en-US" altLang="en-US">
                <a:sym typeface="Wingdings" panose="05000000000000000000" pitchFamily="2" charset="2"/>
              </a:rPr>
              <a:t> Sự kiện găng có slack = 0</a:t>
            </a:r>
          </a:p>
          <a:p>
            <a:pPr marL="914400" lvl="1" indent="-457200" eaLnBrk="1" hangingPunct="1"/>
            <a:r>
              <a:rPr lang="en-US" altLang="en-US">
                <a:sym typeface="Wingdings" panose="05000000000000000000" pitchFamily="2" charset="2"/>
              </a:rPr>
              <a:t>Sự kiện xuất phát và sự kiện kết thúc bao giờ cũng là sự kiện găng  có thời gian dự trữ = 0</a:t>
            </a:r>
            <a:endParaRPr lang="en-US" altLang="en-US"/>
          </a:p>
          <a:p>
            <a:pPr marL="1295400" lvl="2" indent="-381000" eaLnBrk="1" hangingPunct="1"/>
            <a:endParaRPr lang="en-US" altLang="en-US"/>
          </a:p>
          <a:p>
            <a:pPr marL="914400" lvl="1" indent="-457200" eaLnBrk="1" hangingPunct="1"/>
            <a:endParaRPr lang="en-US" altLang="en-US"/>
          </a:p>
          <a:p>
            <a:pPr marL="914400" lvl="1" indent="-457200" eaLnBrk="1" hangingPunct="1"/>
            <a:endParaRPr lang="en-US" altLang="en-US"/>
          </a:p>
          <a:p>
            <a:pPr marL="914400" lvl="1" indent="-457200" eaLnBrk="1" hangingPunct="1"/>
            <a:endParaRPr lang="en-US" altLang="en-US"/>
          </a:p>
          <a:p>
            <a:pPr marL="533400" indent="-533400" eaLnBrk="1" hangingPunct="1"/>
            <a:endParaRPr lang="en-US" altLang="en-US"/>
          </a:p>
          <a:p>
            <a:pPr marL="914400" lvl="1" indent="-457200" eaLnBrk="1" hangingPunct="1"/>
            <a:endParaRPr lang="en-US"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Number Placeholder 6">
            <a:extLst>
              <a:ext uri="{FF2B5EF4-FFF2-40B4-BE49-F238E27FC236}">
                <a16:creationId xmlns:a16="http://schemas.microsoft.com/office/drawing/2014/main" id="{F7CF921F-FEE1-AA39-C7D3-7EA87467565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B26C98C3-D6C9-47AE-B5EF-34703F0D8E95}" type="slidenum">
              <a:rPr lang="en-US" altLang="en-US" b="0"/>
              <a:pPr/>
              <a:t>61</a:t>
            </a:fld>
            <a:endParaRPr lang="en-US" altLang="en-US" b="0"/>
          </a:p>
        </p:txBody>
      </p:sp>
      <p:sp>
        <p:nvSpPr>
          <p:cNvPr id="59395" name="Rectangle 2">
            <a:extLst>
              <a:ext uri="{FF2B5EF4-FFF2-40B4-BE49-F238E27FC236}">
                <a16:creationId xmlns:a16="http://schemas.microsoft.com/office/drawing/2014/main" id="{EB5E11C9-913E-BD2B-226E-378590E835F0}"/>
              </a:ext>
            </a:extLst>
          </p:cNvPr>
          <p:cNvSpPr>
            <a:spLocks noGrp="1" noChangeArrowheads="1"/>
          </p:cNvSpPr>
          <p:nvPr>
            <p:ph type="title"/>
          </p:nvPr>
        </p:nvSpPr>
        <p:spPr/>
        <p:txBody>
          <a:bodyPr/>
          <a:lstStyle/>
          <a:p>
            <a:pPr eaLnBrk="1" hangingPunct="1"/>
            <a:r>
              <a:rPr lang="en-US" altLang="en-US" sz="3000" b="1"/>
              <a:t>PHƯƠNG PHÁP CPM</a:t>
            </a:r>
          </a:p>
        </p:txBody>
      </p:sp>
      <p:sp>
        <p:nvSpPr>
          <p:cNvPr id="59396" name="Rectangle 3">
            <a:extLst>
              <a:ext uri="{FF2B5EF4-FFF2-40B4-BE49-F238E27FC236}">
                <a16:creationId xmlns:a16="http://schemas.microsoft.com/office/drawing/2014/main" id="{1B029BDE-3B48-F330-D458-E93071C2FC1E}"/>
              </a:ext>
            </a:extLst>
          </p:cNvPr>
          <p:cNvSpPr>
            <a:spLocks noGrp="1" noChangeArrowheads="1"/>
          </p:cNvSpPr>
          <p:nvPr>
            <p:ph type="body" sz="half" idx="1"/>
          </p:nvPr>
        </p:nvSpPr>
        <p:spPr>
          <a:xfrm>
            <a:off x="762000" y="1066800"/>
            <a:ext cx="7315200" cy="4456113"/>
          </a:xfrm>
        </p:spPr>
        <p:txBody>
          <a:bodyPr/>
          <a:lstStyle/>
          <a:p>
            <a:pPr marL="533400" indent="-533400" eaLnBrk="1" hangingPunct="1">
              <a:buSzTx/>
              <a:buFont typeface="Wingdings" panose="05000000000000000000" pitchFamily="2" charset="2"/>
              <a:buAutoNum type="arabicPeriod"/>
            </a:pPr>
            <a:endParaRPr lang="en-US" altLang="en-US" sz="2400"/>
          </a:p>
          <a:p>
            <a:pPr marL="533400" indent="-533400" eaLnBrk="1" hangingPunct="1"/>
            <a:r>
              <a:rPr lang="en-US" altLang="en-US" sz="2400"/>
              <a:t>Ví dụ: xác định đường găng cho cho DA sau:</a:t>
            </a:r>
          </a:p>
          <a:p>
            <a:pPr marL="533400" indent="-533400" eaLnBrk="1" hangingPunct="1"/>
            <a:endParaRPr lang="en-US" altLang="en-US" sz="2400"/>
          </a:p>
        </p:txBody>
      </p:sp>
      <p:graphicFrame>
        <p:nvGraphicFramePr>
          <p:cNvPr id="944347" name="Group 219">
            <a:extLst>
              <a:ext uri="{FF2B5EF4-FFF2-40B4-BE49-F238E27FC236}">
                <a16:creationId xmlns:a16="http://schemas.microsoft.com/office/drawing/2014/main" id="{A57BC0D6-CDBF-F7F8-6400-D4E1EB9AEFB3}"/>
              </a:ext>
            </a:extLst>
          </p:cNvPr>
          <p:cNvGraphicFramePr>
            <a:graphicFrameLocks noGrp="1"/>
          </p:cNvGraphicFramePr>
          <p:nvPr>
            <p:ph sz="half" idx="2"/>
          </p:nvPr>
        </p:nvGraphicFramePr>
        <p:xfrm>
          <a:off x="1295400" y="2133600"/>
          <a:ext cx="6934200" cy="4359278"/>
        </p:xfrm>
        <a:graphic>
          <a:graphicData uri="http://schemas.openxmlformats.org/drawingml/2006/table">
            <a:tbl>
              <a:tblPr/>
              <a:tblGrid>
                <a:gridCol w="1790700">
                  <a:extLst>
                    <a:ext uri="{9D8B030D-6E8A-4147-A177-3AD203B41FA5}">
                      <a16:colId xmlns:a16="http://schemas.microsoft.com/office/drawing/2014/main" val="20000"/>
                    </a:ext>
                  </a:extLst>
                </a:gridCol>
                <a:gridCol w="2659063">
                  <a:extLst>
                    <a:ext uri="{9D8B030D-6E8A-4147-A177-3AD203B41FA5}">
                      <a16:colId xmlns:a16="http://schemas.microsoft.com/office/drawing/2014/main" val="20001"/>
                    </a:ext>
                  </a:extLst>
                </a:gridCol>
                <a:gridCol w="2484437">
                  <a:extLst>
                    <a:ext uri="{9D8B030D-6E8A-4147-A177-3AD203B41FA5}">
                      <a16:colId xmlns:a16="http://schemas.microsoft.com/office/drawing/2014/main" val="20002"/>
                    </a:ext>
                  </a:extLst>
                </a:gridCol>
              </a:tblGrid>
              <a:tr h="396298">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Tahoma" pitchFamily="34" charset="0"/>
                          <a:cs typeface="Tahoma" pitchFamily="34" charset="0"/>
                        </a:rPr>
                        <a:t>Hoạt động</a:t>
                      </a:r>
                      <a:endParaRPr kumimoji="0" lang="en-US" sz="2000" b="0" i="0" u="none" strike="noStrike" cap="none" normalizeH="0" baseline="0">
                        <a:ln>
                          <a:noFill/>
                        </a:ln>
                        <a:solidFill>
                          <a:schemeClr val="tx1"/>
                        </a:solidFill>
                        <a:effectLst/>
                        <a:latin typeface="Tahoma" pitchFamily="34" charset="0"/>
                        <a:cs typeface="Tahoma" pitchFamily="34"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Tahoma" pitchFamily="34" charset="0"/>
                          <a:cs typeface="Tahoma" pitchFamily="34" charset="0"/>
                        </a:rPr>
                        <a:t>Công việc trước</a:t>
                      </a:r>
                      <a:endParaRPr kumimoji="0" lang="en-US" sz="2000" b="0" i="0" u="none" strike="noStrike" cap="none" normalizeH="0" baseline="0">
                        <a:ln>
                          <a:noFill/>
                        </a:ln>
                        <a:solidFill>
                          <a:schemeClr val="tx1"/>
                        </a:solidFill>
                        <a:effectLst/>
                        <a:latin typeface="Tahoma" pitchFamily="34" charset="0"/>
                        <a:cs typeface="Tahoma" pitchFamily="34"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Tahoma" pitchFamily="34" charset="0"/>
                          <a:cs typeface="Tahoma" pitchFamily="34" charset="0"/>
                        </a:rPr>
                        <a:t>Thời gian (tuần)</a:t>
                      </a:r>
                      <a:endParaRPr kumimoji="0" lang="en-US" sz="2000" b="0" i="0" u="none" strike="noStrike" cap="none" normalizeH="0" baseline="0">
                        <a:ln>
                          <a:noFill/>
                        </a:ln>
                        <a:solidFill>
                          <a:schemeClr val="tx1"/>
                        </a:solidFill>
                        <a:effectLst/>
                        <a:latin typeface="Tahoma" pitchFamily="34" charset="0"/>
                        <a:cs typeface="Tahoma" pitchFamily="34" charset="0"/>
                      </a:endParaRP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298">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ahoma" pitchFamily="34" charset="0"/>
                          <a:cs typeface="Tahoma" pitchFamily="34" charset="0"/>
                        </a:rPr>
                        <a:t>A</a:t>
                      </a: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ahoma" pitchFamily="34" charset="0"/>
                          <a:cs typeface="Tahoma" pitchFamily="34" charset="0"/>
                        </a:rPr>
                        <a:t>-</a:t>
                      </a: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ahoma" pitchFamily="34" charset="0"/>
                          <a:cs typeface="Tahoma" pitchFamily="34" charset="0"/>
                        </a:rPr>
                        <a:t>1</a:t>
                      </a: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298">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ahoma" pitchFamily="34" charset="0"/>
                          <a:cs typeface="Tahoma" pitchFamily="34" charset="0"/>
                        </a:rPr>
                        <a:t>B</a:t>
                      </a: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ahoma" pitchFamily="34" charset="0"/>
                          <a:cs typeface="Tahoma" pitchFamily="34" charset="0"/>
                        </a:rPr>
                        <a:t>-</a:t>
                      </a: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ahoma" pitchFamily="34" charset="0"/>
                          <a:cs typeface="Tahoma" pitchFamily="34" charset="0"/>
                        </a:rPr>
                        <a:t>2</a:t>
                      </a: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298">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ahoma" pitchFamily="34" charset="0"/>
                          <a:cs typeface="Tahoma" pitchFamily="34" charset="0"/>
                        </a:rPr>
                        <a:t>C</a:t>
                      </a: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ahoma" pitchFamily="34" charset="0"/>
                          <a:cs typeface="Tahoma" pitchFamily="34" charset="0"/>
                        </a:rPr>
                        <a:t>-</a:t>
                      </a: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ahoma" pitchFamily="34" charset="0"/>
                          <a:cs typeface="Tahoma" pitchFamily="34" charset="0"/>
                        </a:rPr>
                        <a:t>3</a:t>
                      </a: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6298">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ahoma" pitchFamily="34" charset="0"/>
                          <a:cs typeface="Tahoma" pitchFamily="34" charset="0"/>
                        </a:rPr>
                        <a:t>D</a:t>
                      </a: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ahoma" pitchFamily="34" charset="0"/>
                          <a:cs typeface="Tahoma" pitchFamily="34" charset="0"/>
                        </a:rPr>
                        <a:t>A</a:t>
                      </a: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ahoma" pitchFamily="34" charset="0"/>
                          <a:cs typeface="Tahoma" pitchFamily="34" charset="0"/>
                        </a:rPr>
                        <a:t>4</a:t>
                      </a: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6298">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ahoma" pitchFamily="34" charset="0"/>
                          <a:cs typeface="Tahoma" pitchFamily="34" charset="0"/>
                        </a:rPr>
                        <a:t>E</a:t>
                      </a: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ahoma" pitchFamily="34" charset="0"/>
                          <a:cs typeface="Tahoma" pitchFamily="34" charset="0"/>
                        </a:rPr>
                        <a:t>B</a:t>
                      </a: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ahoma" pitchFamily="34" charset="0"/>
                          <a:cs typeface="Tahoma" pitchFamily="34" charset="0"/>
                        </a:rPr>
                        <a:t>5</a:t>
                      </a: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96298">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ahoma" pitchFamily="34" charset="0"/>
                          <a:cs typeface="Tahoma" pitchFamily="34" charset="0"/>
                        </a:rPr>
                        <a:t>F</a:t>
                      </a: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ahoma" pitchFamily="34" charset="0"/>
                          <a:cs typeface="Tahoma" pitchFamily="34" charset="0"/>
                        </a:rPr>
                        <a:t>B</a:t>
                      </a: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ahoma" pitchFamily="34" charset="0"/>
                          <a:cs typeface="Tahoma" pitchFamily="34" charset="0"/>
                        </a:rPr>
                        <a:t>4</a:t>
                      </a: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96298">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ahoma" pitchFamily="34" charset="0"/>
                          <a:cs typeface="Tahoma" pitchFamily="34" charset="0"/>
                        </a:rPr>
                        <a:t>G</a:t>
                      </a: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ahoma" pitchFamily="34" charset="0"/>
                          <a:cs typeface="Tahoma" pitchFamily="34" charset="0"/>
                        </a:rPr>
                        <a:t>C</a:t>
                      </a: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ahoma" pitchFamily="34" charset="0"/>
                          <a:cs typeface="Tahoma" pitchFamily="34" charset="0"/>
                        </a:rPr>
                        <a:t>6</a:t>
                      </a: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96298">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ahoma" pitchFamily="34" charset="0"/>
                          <a:cs typeface="Tahoma" pitchFamily="34" charset="0"/>
                        </a:rPr>
                        <a:t>H</a:t>
                      </a: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ahoma" pitchFamily="34" charset="0"/>
                          <a:cs typeface="Tahoma" pitchFamily="34" charset="0"/>
                        </a:rPr>
                        <a:t>D,E</a:t>
                      </a: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ahoma" pitchFamily="34" charset="0"/>
                          <a:cs typeface="Tahoma" pitchFamily="34" charset="0"/>
                        </a:rPr>
                        <a:t>6</a:t>
                      </a: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96298">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ahoma" pitchFamily="34" charset="0"/>
                          <a:cs typeface="Tahoma" pitchFamily="34" charset="0"/>
                        </a:rPr>
                        <a:t>I</a:t>
                      </a: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ahoma" pitchFamily="34" charset="0"/>
                          <a:cs typeface="Tahoma" pitchFamily="34" charset="0"/>
                        </a:rPr>
                        <a:t>G</a:t>
                      </a: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ahoma" pitchFamily="34" charset="0"/>
                          <a:cs typeface="Tahoma" pitchFamily="34" charset="0"/>
                        </a:rPr>
                        <a:t>2</a:t>
                      </a: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96298">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ahoma" pitchFamily="34" charset="0"/>
                          <a:cs typeface="Tahoma" pitchFamily="34" charset="0"/>
                        </a:rPr>
                        <a:t>J</a:t>
                      </a: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ahoma" pitchFamily="34" charset="0"/>
                          <a:cs typeface="Tahoma" pitchFamily="34" charset="0"/>
                        </a:rPr>
                        <a:t>F, H,I</a:t>
                      </a: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ahoma" pitchFamily="34" charset="0"/>
                          <a:cs typeface="Tahoma" pitchFamily="34" charset="0"/>
                        </a:rPr>
                        <a:t>3</a:t>
                      </a:r>
                    </a:p>
                  </a:txBody>
                  <a:tcPr marT="45727" marB="45727"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Number Placeholder 5">
            <a:extLst>
              <a:ext uri="{FF2B5EF4-FFF2-40B4-BE49-F238E27FC236}">
                <a16:creationId xmlns:a16="http://schemas.microsoft.com/office/drawing/2014/main" id="{7194686B-C16A-529B-C3CF-B8BB03D8CCA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5AFF7C92-7A94-469F-890C-53CE2FB866D7}" type="slidenum">
              <a:rPr lang="en-US" altLang="en-US" b="0"/>
              <a:pPr/>
              <a:t>62</a:t>
            </a:fld>
            <a:endParaRPr lang="en-US" altLang="en-US" b="0"/>
          </a:p>
        </p:txBody>
      </p:sp>
      <p:sp>
        <p:nvSpPr>
          <p:cNvPr id="60419" name="Rectangle 2">
            <a:extLst>
              <a:ext uri="{FF2B5EF4-FFF2-40B4-BE49-F238E27FC236}">
                <a16:creationId xmlns:a16="http://schemas.microsoft.com/office/drawing/2014/main" id="{3491DC80-FD7E-669C-BCAD-CCFAE627B6A6}"/>
              </a:ext>
            </a:extLst>
          </p:cNvPr>
          <p:cNvSpPr>
            <a:spLocks noGrp="1" noChangeArrowheads="1"/>
          </p:cNvSpPr>
          <p:nvPr>
            <p:ph type="title"/>
          </p:nvPr>
        </p:nvSpPr>
        <p:spPr>
          <a:xfrm>
            <a:off x="990600" y="152400"/>
            <a:ext cx="8153400" cy="1004888"/>
          </a:xfrm>
        </p:spPr>
        <p:txBody>
          <a:bodyPr/>
          <a:lstStyle/>
          <a:p>
            <a:pPr eaLnBrk="1" hangingPunct="1"/>
            <a:r>
              <a:rPr lang="en-US" altLang="en-US" sz="3000" b="1"/>
              <a:t>PHƯƠNG PHÁP CPM</a:t>
            </a:r>
          </a:p>
        </p:txBody>
      </p:sp>
      <p:sp>
        <p:nvSpPr>
          <p:cNvPr id="60420" name="Rectangle 3">
            <a:extLst>
              <a:ext uri="{FF2B5EF4-FFF2-40B4-BE49-F238E27FC236}">
                <a16:creationId xmlns:a16="http://schemas.microsoft.com/office/drawing/2014/main" id="{D486AED2-695E-76EE-A51C-6FE033423B60}"/>
              </a:ext>
            </a:extLst>
          </p:cNvPr>
          <p:cNvSpPr>
            <a:spLocks noGrp="1" noChangeArrowheads="1"/>
          </p:cNvSpPr>
          <p:nvPr>
            <p:ph type="body" idx="1"/>
          </p:nvPr>
        </p:nvSpPr>
        <p:spPr>
          <a:xfrm>
            <a:off x="762000" y="1066800"/>
            <a:ext cx="8382000" cy="5029200"/>
          </a:xfrm>
        </p:spPr>
        <p:txBody>
          <a:bodyPr/>
          <a:lstStyle/>
          <a:p>
            <a:pPr marL="533400" indent="-533400" eaLnBrk="1" hangingPunct="1">
              <a:buSzTx/>
              <a:buFont typeface="Wingdings" panose="05000000000000000000" pitchFamily="2" charset="2"/>
              <a:buAutoNum type="arabicPeriod"/>
            </a:pPr>
            <a:endParaRPr lang="en-US" altLang="en-US" sz="2800"/>
          </a:p>
          <a:p>
            <a:pPr marL="533400" indent="-533400" eaLnBrk="1" hangingPunct="1"/>
            <a:endParaRPr lang="en-US" altLang="en-US" sz="2800"/>
          </a:p>
          <a:p>
            <a:pPr marL="533400" indent="-533400" eaLnBrk="1" hangingPunct="1"/>
            <a:endParaRPr lang="en-US" altLang="en-US" sz="2800"/>
          </a:p>
        </p:txBody>
      </p:sp>
      <p:pic>
        <p:nvPicPr>
          <p:cNvPr id="60421" name="Picture 6">
            <a:extLst>
              <a:ext uri="{FF2B5EF4-FFF2-40B4-BE49-F238E27FC236}">
                <a16:creationId xmlns:a16="http://schemas.microsoft.com/office/drawing/2014/main" id="{218F5E92-33F3-FA8E-09EB-49ED7F31BA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895475"/>
            <a:ext cx="6811963"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2" name="Rectangle 7">
            <a:extLst>
              <a:ext uri="{FF2B5EF4-FFF2-40B4-BE49-F238E27FC236}">
                <a16:creationId xmlns:a16="http://schemas.microsoft.com/office/drawing/2014/main" id="{CA35ED96-6747-9283-3DFD-46E0795CBF66}"/>
              </a:ext>
            </a:extLst>
          </p:cNvPr>
          <p:cNvSpPr>
            <a:spLocks noChangeArrowheads="1"/>
          </p:cNvSpPr>
          <p:nvPr/>
        </p:nvSpPr>
        <p:spPr bwMode="auto">
          <a:xfrm>
            <a:off x="1524000" y="4876800"/>
            <a:ext cx="5576888"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pPr algn="l"/>
            <a:r>
              <a:rPr lang="en-US" altLang="en-US"/>
              <a:t>A-D-H-J: = 1+4+6+3 = 14 tuần</a:t>
            </a:r>
          </a:p>
          <a:p>
            <a:pPr algn="l"/>
            <a:r>
              <a:rPr lang="en-US" altLang="en-US">
                <a:solidFill>
                  <a:srgbClr val="EA2A16"/>
                </a:solidFill>
              </a:rPr>
              <a:t>B-E-H-J: = 2+5+6+3= 16 tuần</a:t>
            </a:r>
          </a:p>
          <a:p>
            <a:pPr algn="l"/>
            <a:r>
              <a:rPr lang="en-US" altLang="en-US"/>
              <a:t>B-F-J:= 2+4+3 = 9 tuần</a:t>
            </a:r>
          </a:p>
          <a:p>
            <a:pPr algn="l"/>
            <a:r>
              <a:rPr lang="en-US" altLang="en-US"/>
              <a:t>C-G-I-J:=3+6+2+3 = 14 tuần</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Number Placeholder 5">
            <a:extLst>
              <a:ext uri="{FF2B5EF4-FFF2-40B4-BE49-F238E27FC236}">
                <a16:creationId xmlns:a16="http://schemas.microsoft.com/office/drawing/2014/main" id="{B1E32BB9-1D5B-A578-E7E9-B617E2C1CE0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F79D8103-BADE-4DD0-A006-C46938AC6ECD}" type="slidenum">
              <a:rPr lang="en-US" altLang="en-US" b="0"/>
              <a:pPr/>
              <a:t>63</a:t>
            </a:fld>
            <a:endParaRPr lang="en-US" altLang="en-US" b="0"/>
          </a:p>
        </p:txBody>
      </p:sp>
      <p:sp>
        <p:nvSpPr>
          <p:cNvPr id="61443" name="Rectangle 2">
            <a:extLst>
              <a:ext uri="{FF2B5EF4-FFF2-40B4-BE49-F238E27FC236}">
                <a16:creationId xmlns:a16="http://schemas.microsoft.com/office/drawing/2014/main" id="{394B756B-D910-1B6A-9DF3-69EC14A1192C}"/>
              </a:ext>
            </a:extLst>
          </p:cNvPr>
          <p:cNvSpPr>
            <a:spLocks noGrp="1" noChangeArrowheads="1"/>
          </p:cNvSpPr>
          <p:nvPr>
            <p:ph type="title"/>
          </p:nvPr>
        </p:nvSpPr>
        <p:spPr>
          <a:xfrm>
            <a:off x="990600" y="152400"/>
            <a:ext cx="8153400" cy="1004888"/>
          </a:xfrm>
        </p:spPr>
        <p:txBody>
          <a:bodyPr/>
          <a:lstStyle/>
          <a:p>
            <a:pPr eaLnBrk="1" hangingPunct="1"/>
            <a:r>
              <a:rPr lang="en-US" altLang="en-US" sz="3000" b="1"/>
              <a:t>PHƯƠNG PHÁP CPM</a:t>
            </a:r>
          </a:p>
        </p:txBody>
      </p:sp>
      <p:sp>
        <p:nvSpPr>
          <p:cNvPr id="61444" name="Rectangle 3">
            <a:extLst>
              <a:ext uri="{FF2B5EF4-FFF2-40B4-BE49-F238E27FC236}">
                <a16:creationId xmlns:a16="http://schemas.microsoft.com/office/drawing/2014/main" id="{C4EC0467-2467-088C-4DEB-C97ADFE61B75}"/>
              </a:ext>
            </a:extLst>
          </p:cNvPr>
          <p:cNvSpPr>
            <a:spLocks noGrp="1" noChangeArrowheads="1"/>
          </p:cNvSpPr>
          <p:nvPr>
            <p:ph type="body" idx="1"/>
          </p:nvPr>
        </p:nvSpPr>
        <p:spPr>
          <a:xfrm>
            <a:off x="762000" y="1066800"/>
            <a:ext cx="8382000" cy="5029200"/>
          </a:xfrm>
        </p:spPr>
        <p:txBody>
          <a:bodyPr/>
          <a:lstStyle/>
          <a:p>
            <a:pPr marL="533400" indent="-533400" eaLnBrk="1" hangingPunct="1">
              <a:buSzTx/>
              <a:buFont typeface="Wingdings" panose="05000000000000000000" pitchFamily="2" charset="2"/>
              <a:buAutoNum type="arabicPeriod"/>
            </a:pPr>
            <a:endParaRPr lang="en-US" altLang="en-US" sz="2800"/>
          </a:p>
          <a:p>
            <a:pPr marL="533400" indent="-533400" eaLnBrk="1" hangingPunct="1"/>
            <a:r>
              <a:rPr lang="en-US" altLang="en-US" sz="2800" b="1">
                <a:solidFill>
                  <a:srgbClr val="FF0066"/>
                </a:solidFill>
              </a:rPr>
              <a:t>Ý nghĩa của đường găng (critical path)</a:t>
            </a:r>
          </a:p>
          <a:p>
            <a:pPr marL="914400" lvl="1" indent="-457200" eaLnBrk="1" hangingPunct="1"/>
            <a:r>
              <a:rPr lang="en-US" altLang="en-US" sz="2000"/>
              <a:t>M</a:t>
            </a:r>
            <a:r>
              <a:rPr lang="en-US" altLang="en-US" sz="2400"/>
              <a:t>ỗi sơ đồ có ít nhất 1 đường găng</a:t>
            </a:r>
          </a:p>
          <a:p>
            <a:pPr marL="914400" lvl="1" indent="-457200" eaLnBrk="1" hangingPunct="1"/>
            <a:r>
              <a:rPr lang="en-US" altLang="en-US" sz="2400"/>
              <a:t>Tổng thời gian của tất cả các công việc trên đường găng: là thời gian tối thiểu để hoàn thành DA</a:t>
            </a:r>
          </a:p>
          <a:p>
            <a:pPr marL="914400" lvl="1" indent="-457200" eaLnBrk="1" hangingPunct="1"/>
            <a:r>
              <a:rPr lang="en-US" altLang="en-US" sz="2400"/>
              <a:t>Nếu công việc trên đường găng bị trễ </a:t>
            </a:r>
            <a:r>
              <a:rPr lang="en-US" altLang="en-US" sz="2400">
                <a:sym typeface="Wingdings" panose="05000000000000000000" pitchFamily="2" charset="2"/>
              </a:rPr>
              <a:t> toàn bộ DA trễ. Muốn rút ngắn thời hạn hoàn thành DA  tập trung vào các công việc trên đường găng</a:t>
            </a:r>
          </a:p>
          <a:p>
            <a:pPr marL="914400" lvl="1" indent="-457200" eaLnBrk="1" hangingPunct="1"/>
            <a:r>
              <a:rPr lang="en-US" altLang="en-US" sz="2400">
                <a:sym typeface="Wingdings" panose="05000000000000000000" pitchFamily="2" charset="2"/>
              </a:rPr>
              <a:t>Với công việc không găng  cho phép xê dịch thời gian thực hiện (không quá thời gian dự trữ.</a:t>
            </a:r>
            <a:endParaRPr lang="en-US" altLang="en-US" sz="2000"/>
          </a:p>
          <a:p>
            <a:pPr marL="533400" indent="-533400" eaLnBrk="1" hangingPunct="1"/>
            <a:endParaRPr lang="en-US" altLang="en-US" sz="240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Number Placeholder 5">
            <a:extLst>
              <a:ext uri="{FF2B5EF4-FFF2-40B4-BE49-F238E27FC236}">
                <a16:creationId xmlns:a16="http://schemas.microsoft.com/office/drawing/2014/main" id="{9E743B19-0A72-48FE-F502-C38B5924182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9D4601C2-0E10-46DA-AC44-3FFAFF076B6F}" type="slidenum">
              <a:rPr lang="en-US" altLang="en-US" b="0"/>
              <a:pPr/>
              <a:t>64</a:t>
            </a:fld>
            <a:endParaRPr lang="en-US" altLang="en-US" b="0"/>
          </a:p>
        </p:txBody>
      </p:sp>
      <p:sp>
        <p:nvSpPr>
          <p:cNvPr id="62467" name="Rectangle 2">
            <a:extLst>
              <a:ext uri="{FF2B5EF4-FFF2-40B4-BE49-F238E27FC236}">
                <a16:creationId xmlns:a16="http://schemas.microsoft.com/office/drawing/2014/main" id="{B8072227-45DE-B6F5-2374-F7B2B6C385E0}"/>
              </a:ext>
            </a:extLst>
          </p:cNvPr>
          <p:cNvSpPr>
            <a:spLocks noGrp="1" noChangeArrowheads="1"/>
          </p:cNvSpPr>
          <p:nvPr>
            <p:ph type="title"/>
          </p:nvPr>
        </p:nvSpPr>
        <p:spPr>
          <a:xfrm>
            <a:off x="990600" y="152400"/>
            <a:ext cx="8153400" cy="1004888"/>
          </a:xfrm>
        </p:spPr>
        <p:txBody>
          <a:bodyPr/>
          <a:lstStyle/>
          <a:p>
            <a:pPr eaLnBrk="1" hangingPunct="1"/>
            <a:r>
              <a:rPr lang="en-US" altLang="en-US" sz="3000" b="1"/>
              <a:t>PHƯƠNG PHÁP CPM</a:t>
            </a:r>
          </a:p>
        </p:txBody>
      </p:sp>
      <p:sp>
        <p:nvSpPr>
          <p:cNvPr id="62468" name="Rectangle 3">
            <a:extLst>
              <a:ext uri="{FF2B5EF4-FFF2-40B4-BE49-F238E27FC236}">
                <a16:creationId xmlns:a16="http://schemas.microsoft.com/office/drawing/2014/main" id="{569826D6-C41E-CD1A-040A-5954DED0E8FF}"/>
              </a:ext>
            </a:extLst>
          </p:cNvPr>
          <p:cNvSpPr>
            <a:spLocks noGrp="1" noChangeArrowheads="1"/>
          </p:cNvSpPr>
          <p:nvPr>
            <p:ph type="body" idx="1"/>
          </p:nvPr>
        </p:nvSpPr>
        <p:spPr>
          <a:xfrm>
            <a:off x="762000" y="1066800"/>
            <a:ext cx="8382000" cy="5029200"/>
          </a:xfrm>
        </p:spPr>
        <p:txBody>
          <a:bodyPr/>
          <a:lstStyle/>
          <a:p>
            <a:pPr marL="533400" indent="-533400" eaLnBrk="1" hangingPunct="1">
              <a:buSzTx/>
              <a:buFont typeface="Wingdings" panose="05000000000000000000" pitchFamily="2" charset="2"/>
              <a:buAutoNum type="arabicPeriod"/>
            </a:pPr>
            <a:endParaRPr lang="en-US" altLang="en-US" sz="2800"/>
          </a:p>
          <a:p>
            <a:pPr marL="533400" indent="-533400" eaLnBrk="1" hangingPunct="1"/>
            <a:r>
              <a:rPr lang="en-US" altLang="en-US" sz="2800" b="1">
                <a:solidFill>
                  <a:srgbClr val="FF0066"/>
                </a:solidFill>
              </a:rPr>
              <a:t>Phân tích kết quả CPM: xác định</a:t>
            </a:r>
          </a:p>
          <a:p>
            <a:pPr marL="914400" lvl="1" indent="-457200" eaLnBrk="1" hangingPunct="1"/>
            <a:r>
              <a:rPr lang="en-US" altLang="en-US" sz="2400"/>
              <a:t>Thời gian tối thiểu để hoàn thành DA (critical time)</a:t>
            </a:r>
          </a:p>
          <a:p>
            <a:pPr marL="914400" lvl="1" indent="-457200" eaLnBrk="1" hangingPunct="1"/>
            <a:r>
              <a:rPr lang="en-US" altLang="en-US" sz="2400"/>
              <a:t>Đường găng và các công việc găng (critical path &amp; activities)</a:t>
            </a:r>
          </a:p>
          <a:p>
            <a:pPr marL="914400" lvl="1" indent="-457200" eaLnBrk="1" hangingPunct="1"/>
            <a:r>
              <a:rPr lang="en-US" altLang="en-US" sz="2400"/>
              <a:t>Thời gian dự trữ các công việc (slack/float)</a:t>
            </a:r>
          </a:p>
          <a:p>
            <a:pPr marL="914400" lvl="1" indent="-457200" eaLnBrk="1" hangingPunct="1"/>
            <a:endParaRPr lang="en-US" altLang="en-US" sz="2400"/>
          </a:p>
          <a:p>
            <a:pPr marL="533400" indent="-533400" eaLnBrk="1" hangingPunct="1"/>
            <a:endParaRPr lang="en-US" altLang="en-US" sz="280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Number Placeholder 5">
            <a:extLst>
              <a:ext uri="{FF2B5EF4-FFF2-40B4-BE49-F238E27FC236}">
                <a16:creationId xmlns:a16="http://schemas.microsoft.com/office/drawing/2014/main" id="{33C58E29-663A-3297-3D8A-9F1E537FA4D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25E0788F-2A39-4F8E-B2EC-3DCF6D4EC926}" type="slidenum">
              <a:rPr lang="en-US" altLang="en-US" b="0"/>
              <a:pPr/>
              <a:t>65</a:t>
            </a:fld>
            <a:endParaRPr lang="en-US" altLang="en-US" b="0"/>
          </a:p>
        </p:txBody>
      </p:sp>
      <p:sp>
        <p:nvSpPr>
          <p:cNvPr id="63491" name="Rectangle 2">
            <a:extLst>
              <a:ext uri="{FF2B5EF4-FFF2-40B4-BE49-F238E27FC236}">
                <a16:creationId xmlns:a16="http://schemas.microsoft.com/office/drawing/2014/main" id="{91114D49-CE5A-672E-B61E-93F6F9B7EC63}"/>
              </a:ext>
            </a:extLst>
          </p:cNvPr>
          <p:cNvSpPr>
            <a:spLocks noGrp="1" noChangeArrowheads="1"/>
          </p:cNvSpPr>
          <p:nvPr>
            <p:ph type="title"/>
          </p:nvPr>
        </p:nvSpPr>
        <p:spPr>
          <a:xfrm>
            <a:off x="990600" y="152400"/>
            <a:ext cx="8153400" cy="1004888"/>
          </a:xfrm>
        </p:spPr>
        <p:txBody>
          <a:bodyPr/>
          <a:lstStyle/>
          <a:p>
            <a:pPr eaLnBrk="1" hangingPunct="1"/>
            <a:r>
              <a:rPr lang="en-US" altLang="en-US" sz="3000" b="1"/>
              <a:t>PHƯƠNG PHÁP SƠ ĐỒ PERT</a:t>
            </a:r>
          </a:p>
        </p:txBody>
      </p:sp>
      <p:sp>
        <p:nvSpPr>
          <p:cNvPr id="63492" name="Rectangle 3">
            <a:extLst>
              <a:ext uri="{FF2B5EF4-FFF2-40B4-BE49-F238E27FC236}">
                <a16:creationId xmlns:a16="http://schemas.microsoft.com/office/drawing/2014/main" id="{300D58DD-4713-353B-EB09-E5C2EB06C9C5}"/>
              </a:ext>
            </a:extLst>
          </p:cNvPr>
          <p:cNvSpPr>
            <a:spLocks noGrp="1" noChangeArrowheads="1"/>
          </p:cNvSpPr>
          <p:nvPr>
            <p:ph type="body" idx="1"/>
          </p:nvPr>
        </p:nvSpPr>
        <p:spPr>
          <a:xfrm>
            <a:off x="762000" y="1066800"/>
            <a:ext cx="8382000" cy="5029200"/>
          </a:xfrm>
        </p:spPr>
        <p:txBody>
          <a:bodyPr/>
          <a:lstStyle/>
          <a:p>
            <a:pPr marL="533400" indent="-533400" eaLnBrk="1" hangingPunct="1">
              <a:buSzTx/>
              <a:buFont typeface="Wingdings" panose="05000000000000000000" pitchFamily="2" charset="2"/>
              <a:buAutoNum type="arabicPeriod"/>
            </a:pPr>
            <a:endParaRPr lang="en-US" altLang="en-US" sz="2800"/>
          </a:p>
          <a:p>
            <a:pPr marL="533400" indent="-533400" eaLnBrk="1" hangingPunct="1"/>
            <a:r>
              <a:rPr lang="en-US" altLang="en-US" sz="2800"/>
              <a:t>Pert là kỹ thuật xác suất </a:t>
            </a:r>
            <a:r>
              <a:rPr lang="en-US" altLang="en-US" sz="2800">
                <a:sym typeface="Wingdings" panose="05000000000000000000" pitchFamily="2" charset="2"/>
              </a:rPr>
              <a:t> xác định xác suất toàn bộ dự án hoàn thành trong 1 thời gian định sẵn, có tính đến yếu tố rủi ro.</a:t>
            </a:r>
          </a:p>
          <a:p>
            <a:pPr marL="533400" indent="-533400" eaLnBrk="1" hangingPunct="1"/>
            <a:r>
              <a:rPr lang="en-US" altLang="en-US" sz="2800">
                <a:sym typeface="Wingdings" panose="05000000000000000000" pitchFamily="2" charset="2"/>
              </a:rPr>
              <a:t>Thời gian thực hiện mỗi công việc mong muốn (TE – Expected time) được ước lượng bởi các loại thời gian:</a:t>
            </a:r>
          </a:p>
          <a:p>
            <a:pPr marL="914400" lvl="1" indent="-457200" eaLnBrk="1" hangingPunct="1"/>
            <a:r>
              <a:rPr lang="en-US" altLang="en-US" sz="2400">
                <a:sym typeface="Wingdings" panose="05000000000000000000" pitchFamily="2" charset="2"/>
              </a:rPr>
              <a:t>Thời gian lạc quan </a:t>
            </a:r>
            <a:r>
              <a:rPr lang="en-US" altLang="en-US" sz="2400" b="1">
                <a:sym typeface="Wingdings" panose="05000000000000000000" pitchFamily="2" charset="2"/>
              </a:rPr>
              <a:t>a</a:t>
            </a:r>
            <a:r>
              <a:rPr lang="en-US" altLang="en-US" sz="2400">
                <a:sym typeface="Wingdings" panose="05000000000000000000" pitchFamily="2" charset="2"/>
              </a:rPr>
              <a:t> (optimistic time)</a:t>
            </a:r>
          </a:p>
          <a:p>
            <a:pPr marL="914400" lvl="1" indent="-457200" eaLnBrk="1" hangingPunct="1"/>
            <a:r>
              <a:rPr lang="en-US" altLang="en-US" sz="2400">
                <a:sym typeface="Wingdings" panose="05000000000000000000" pitchFamily="2" charset="2"/>
              </a:rPr>
              <a:t>Thời gian bi quan </a:t>
            </a:r>
            <a:r>
              <a:rPr lang="en-US" altLang="en-US" sz="2400" b="1">
                <a:sym typeface="Wingdings" panose="05000000000000000000" pitchFamily="2" charset="2"/>
              </a:rPr>
              <a:t>b</a:t>
            </a:r>
            <a:r>
              <a:rPr lang="en-US" altLang="en-US" sz="2400">
                <a:sym typeface="Wingdings" panose="05000000000000000000" pitchFamily="2" charset="2"/>
              </a:rPr>
              <a:t> (pessmistic time)</a:t>
            </a:r>
          </a:p>
          <a:p>
            <a:pPr marL="914400" lvl="1" indent="-457200" eaLnBrk="1" hangingPunct="1"/>
            <a:r>
              <a:rPr lang="en-US" altLang="en-US" sz="2400">
                <a:sym typeface="Wingdings" panose="05000000000000000000" pitchFamily="2" charset="2"/>
              </a:rPr>
              <a:t>Thời gian thực hiện bình thường </a:t>
            </a:r>
            <a:r>
              <a:rPr lang="en-US" altLang="en-US" sz="2400" b="1">
                <a:sym typeface="Wingdings" panose="05000000000000000000" pitchFamily="2" charset="2"/>
              </a:rPr>
              <a:t>m</a:t>
            </a:r>
            <a:r>
              <a:rPr lang="en-US" altLang="en-US" sz="2400">
                <a:sym typeface="Wingdings" panose="05000000000000000000" pitchFamily="2" charset="2"/>
              </a:rPr>
              <a:t>: </a:t>
            </a:r>
            <a:r>
              <a:rPr lang="en-US" altLang="en-US" sz="2400" b="1">
                <a:solidFill>
                  <a:srgbClr val="FF0066"/>
                </a:solidFill>
                <a:sym typeface="Wingdings" panose="05000000000000000000" pitchFamily="2" charset="2"/>
              </a:rPr>
              <a:t>a ≤ m ≤ b</a:t>
            </a:r>
            <a:endParaRPr lang="en-US" altLang="en-US" sz="2400">
              <a:solidFill>
                <a:srgbClr val="FF0066"/>
              </a:solidFill>
              <a:sym typeface="Wingdings" panose="05000000000000000000" pitchFamily="2" charset="2"/>
            </a:endParaRPr>
          </a:p>
          <a:p>
            <a:pPr marL="914400" lvl="1" indent="-457200" eaLnBrk="1" hangingPunct="1"/>
            <a:endParaRPr lang="en-US" altLang="en-US" sz="2400">
              <a:sym typeface="Wingdings" panose="05000000000000000000" pitchFamily="2" charset="2"/>
            </a:endParaRPr>
          </a:p>
          <a:p>
            <a:pPr marL="533400" indent="-533400" eaLnBrk="1" hangingPunct="1"/>
            <a:endParaRPr lang="en-US" altLang="en-US" sz="2800"/>
          </a:p>
          <a:p>
            <a:pPr marL="914400" lvl="1" indent="-457200" eaLnBrk="1" hangingPunct="1"/>
            <a:endParaRPr lang="en-US" altLang="en-US" sz="2400"/>
          </a:p>
          <a:p>
            <a:pPr marL="533400" indent="-533400" eaLnBrk="1" hangingPunct="1"/>
            <a:endParaRPr lang="en-US" altLang="en-US" sz="280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Number Placeholder 5">
            <a:extLst>
              <a:ext uri="{FF2B5EF4-FFF2-40B4-BE49-F238E27FC236}">
                <a16:creationId xmlns:a16="http://schemas.microsoft.com/office/drawing/2014/main" id="{FB4977B7-AE01-4239-F819-A54842442A9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3DDE64D1-88CE-44F7-BD17-9FA789894534}" type="slidenum">
              <a:rPr lang="en-US" altLang="en-US" b="0"/>
              <a:pPr/>
              <a:t>66</a:t>
            </a:fld>
            <a:endParaRPr lang="en-US" altLang="en-US" b="0"/>
          </a:p>
        </p:txBody>
      </p:sp>
      <p:sp>
        <p:nvSpPr>
          <p:cNvPr id="64515" name="Rectangle 2">
            <a:extLst>
              <a:ext uri="{FF2B5EF4-FFF2-40B4-BE49-F238E27FC236}">
                <a16:creationId xmlns:a16="http://schemas.microsoft.com/office/drawing/2014/main" id="{19B66317-8CAA-ACF0-E859-4E51C229B197}"/>
              </a:ext>
            </a:extLst>
          </p:cNvPr>
          <p:cNvSpPr>
            <a:spLocks noGrp="1" noChangeArrowheads="1"/>
          </p:cNvSpPr>
          <p:nvPr>
            <p:ph type="title"/>
          </p:nvPr>
        </p:nvSpPr>
        <p:spPr>
          <a:xfrm>
            <a:off x="990600" y="152400"/>
            <a:ext cx="8153400" cy="1004888"/>
          </a:xfrm>
        </p:spPr>
        <p:txBody>
          <a:bodyPr/>
          <a:lstStyle/>
          <a:p>
            <a:pPr eaLnBrk="1" hangingPunct="1"/>
            <a:r>
              <a:rPr lang="en-US" altLang="en-US" sz="3000" b="1"/>
              <a:t>PHƯƠNG PHÁP SƠ ĐỒ PERT</a:t>
            </a:r>
          </a:p>
        </p:txBody>
      </p:sp>
      <p:sp>
        <p:nvSpPr>
          <p:cNvPr id="64516" name="Rectangle 3">
            <a:extLst>
              <a:ext uri="{FF2B5EF4-FFF2-40B4-BE49-F238E27FC236}">
                <a16:creationId xmlns:a16="http://schemas.microsoft.com/office/drawing/2014/main" id="{5AF00892-7C90-3620-4C7E-3A1F95F7FE49}"/>
              </a:ext>
            </a:extLst>
          </p:cNvPr>
          <p:cNvSpPr>
            <a:spLocks noGrp="1" noChangeArrowheads="1"/>
          </p:cNvSpPr>
          <p:nvPr>
            <p:ph type="body" idx="1"/>
          </p:nvPr>
        </p:nvSpPr>
        <p:spPr>
          <a:xfrm>
            <a:off x="762000" y="1066800"/>
            <a:ext cx="8153400" cy="5029200"/>
          </a:xfrm>
        </p:spPr>
        <p:txBody>
          <a:bodyPr/>
          <a:lstStyle/>
          <a:p>
            <a:pPr marL="533400" indent="-533400" eaLnBrk="1" hangingPunct="1">
              <a:buSzTx/>
              <a:buFont typeface="Wingdings" panose="05000000000000000000" pitchFamily="2" charset="2"/>
              <a:buAutoNum type="arabicPeriod"/>
            </a:pPr>
            <a:endParaRPr lang="en-US" altLang="en-US" sz="2800"/>
          </a:p>
          <a:p>
            <a:pPr marL="533400" indent="-533400" eaLnBrk="1" hangingPunct="1"/>
            <a:r>
              <a:rPr lang="en-US" altLang="en-US" sz="2800"/>
              <a:t>Thời gian hoàn thành mong muốn:</a:t>
            </a:r>
          </a:p>
          <a:p>
            <a:pPr marL="914400" lvl="1" indent="-457200" eaLnBrk="1" hangingPunct="1"/>
            <a:r>
              <a:rPr lang="en-US" altLang="en-US" sz="2400" b="1"/>
              <a:t>TE = (a + 4m +b) / 6</a:t>
            </a:r>
          </a:p>
          <a:p>
            <a:pPr marL="533400" indent="-533400" eaLnBrk="1" hangingPunct="1"/>
            <a:r>
              <a:rPr lang="en-US" altLang="en-US" sz="2800"/>
              <a:t>Nếu không thể ước lượng được m:</a:t>
            </a:r>
          </a:p>
          <a:p>
            <a:pPr marL="914400" lvl="1" indent="-457200" eaLnBrk="1" hangingPunct="1"/>
            <a:r>
              <a:rPr lang="en-US" altLang="en-US" sz="2400" b="1"/>
              <a:t>TE = ( 3b +2a) / 6</a:t>
            </a:r>
          </a:p>
          <a:p>
            <a:pPr marL="533400" indent="-533400" eaLnBrk="1" hangingPunct="1"/>
            <a:r>
              <a:rPr lang="en-US" altLang="en-US" sz="2800"/>
              <a:t>Phương sai: </a:t>
            </a:r>
          </a:p>
          <a:p>
            <a:pPr marL="914400" lvl="1" indent="-457200" eaLnBrk="1" hangingPunct="1"/>
            <a:r>
              <a:rPr lang="en-US" altLang="en-US" sz="2400" b="1"/>
              <a:t>V = [( b - a) / 6]</a:t>
            </a:r>
            <a:r>
              <a:rPr lang="en-US" altLang="en-US" sz="2400" b="1" baseline="30000"/>
              <a:t>2</a:t>
            </a:r>
          </a:p>
          <a:p>
            <a:pPr marL="533400" indent="-533400" eaLnBrk="1" hangingPunct="1"/>
            <a:r>
              <a:rPr lang="en-US" altLang="en-US" sz="2800"/>
              <a:t>Độ lệch chuẩn: </a:t>
            </a:r>
          </a:p>
          <a:p>
            <a:pPr marL="914400" lvl="1" indent="-457200" eaLnBrk="1" hangingPunct="1"/>
            <a:r>
              <a:rPr lang="en-US" altLang="en-US" sz="2400" b="1">
                <a:sym typeface="Wingdings" panose="05000000000000000000" pitchFamily="2" charset="2"/>
              </a:rPr>
              <a:t>σ = ( b - a ) / 6</a:t>
            </a:r>
          </a:p>
          <a:p>
            <a:pPr marL="533400" indent="-533400" eaLnBrk="1" hangingPunct="1"/>
            <a:endParaRPr lang="en-US" altLang="en-US" sz="2800" b="1">
              <a:sym typeface="Wingdings" panose="05000000000000000000" pitchFamily="2" charset="2"/>
            </a:endParaRPr>
          </a:p>
          <a:p>
            <a:pPr marL="914400" lvl="1" indent="-457200" eaLnBrk="1" hangingPunct="1"/>
            <a:endParaRPr lang="en-US" altLang="en-US">
              <a:solidFill>
                <a:srgbClr val="FF0066"/>
              </a:solidFill>
              <a:sym typeface="Wingdings" panose="05000000000000000000" pitchFamily="2" charset="2"/>
            </a:endParaRPr>
          </a:p>
          <a:p>
            <a:pPr marL="914400" lvl="1" indent="-457200" eaLnBrk="1" hangingPunct="1"/>
            <a:endParaRPr lang="en-US" altLang="en-US">
              <a:sym typeface="Wingdings" panose="05000000000000000000" pitchFamily="2" charset="2"/>
            </a:endParaRPr>
          </a:p>
          <a:p>
            <a:pPr marL="533400" indent="-533400" eaLnBrk="1" hangingPunct="1"/>
            <a:endParaRPr lang="en-US" altLang="en-US" sz="2800"/>
          </a:p>
          <a:p>
            <a:pPr marL="914400" lvl="1" indent="-457200" eaLnBrk="1" hangingPunct="1"/>
            <a:endParaRPr lang="en-US" altLang="en-US"/>
          </a:p>
          <a:p>
            <a:pPr marL="533400" indent="-533400" eaLnBrk="1" hangingPunct="1"/>
            <a:endParaRPr lang="en-US" altLang="en-US" sz="280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Number Placeholder 5">
            <a:extLst>
              <a:ext uri="{FF2B5EF4-FFF2-40B4-BE49-F238E27FC236}">
                <a16:creationId xmlns:a16="http://schemas.microsoft.com/office/drawing/2014/main" id="{945A2433-D90B-0283-207A-F3207C9EB2A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1F3EA782-B595-4165-9F7C-7262F7D7C6D2}" type="slidenum">
              <a:rPr lang="en-US" altLang="en-US" b="0"/>
              <a:pPr/>
              <a:t>67</a:t>
            </a:fld>
            <a:endParaRPr lang="en-US" altLang="en-US" b="0"/>
          </a:p>
        </p:txBody>
      </p:sp>
      <p:sp>
        <p:nvSpPr>
          <p:cNvPr id="65539" name="Rectangle 2">
            <a:extLst>
              <a:ext uri="{FF2B5EF4-FFF2-40B4-BE49-F238E27FC236}">
                <a16:creationId xmlns:a16="http://schemas.microsoft.com/office/drawing/2014/main" id="{949D3642-72F9-FB10-CCCB-D10D53AEFEB4}"/>
              </a:ext>
            </a:extLst>
          </p:cNvPr>
          <p:cNvSpPr>
            <a:spLocks noGrp="1" noChangeArrowheads="1"/>
          </p:cNvSpPr>
          <p:nvPr>
            <p:ph type="title"/>
          </p:nvPr>
        </p:nvSpPr>
        <p:spPr>
          <a:xfrm>
            <a:off x="990600" y="152400"/>
            <a:ext cx="8153400" cy="1004888"/>
          </a:xfrm>
        </p:spPr>
        <p:txBody>
          <a:bodyPr/>
          <a:lstStyle/>
          <a:p>
            <a:pPr eaLnBrk="1" hangingPunct="1"/>
            <a:r>
              <a:rPr lang="en-US" altLang="en-US" sz="3000" b="1"/>
              <a:t>PHƯƠNG PHÁP SƠ ĐỒ PERT</a:t>
            </a:r>
          </a:p>
        </p:txBody>
      </p:sp>
      <p:sp>
        <p:nvSpPr>
          <p:cNvPr id="65540" name="Rectangle 3">
            <a:extLst>
              <a:ext uri="{FF2B5EF4-FFF2-40B4-BE49-F238E27FC236}">
                <a16:creationId xmlns:a16="http://schemas.microsoft.com/office/drawing/2014/main" id="{45E30964-C096-731F-45D9-247B683D719A}"/>
              </a:ext>
            </a:extLst>
          </p:cNvPr>
          <p:cNvSpPr>
            <a:spLocks noGrp="1" noChangeArrowheads="1"/>
          </p:cNvSpPr>
          <p:nvPr>
            <p:ph type="body" idx="1"/>
          </p:nvPr>
        </p:nvSpPr>
        <p:spPr>
          <a:xfrm>
            <a:off x="762000" y="914400"/>
            <a:ext cx="8382000" cy="5029200"/>
          </a:xfrm>
        </p:spPr>
        <p:txBody>
          <a:bodyPr/>
          <a:lstStyle/>
          <a:p>
            <a:pPr marL="533400" indent="-533400" eaLnBrk="1" hangingPunct="1">
              <a:buSzTx/>
              <a:buFont typeface="Wingdings" panose="05000000000000000000" pitchFamily="2" charset="2"/>
              <a:buAutoNum type="arabicPeriod"/>
            </a:pPr>
            <a:endParaRPr lang="en-US" altLang="en-US" sz="2800"/>
          </a:p>
          <a:p>
            <a:pPr marL="533400" indent="-533400" eaLnBrk="1" hangingPunct="1"/>
            <a:r>
              <a:rPr lang="en-US" altLang="en-US" sz="2800"/>
              <a:t>Ví dụ:</a:t>
            </a:r>
          </a:p>
          <a:p>
            <a:pPr marL="533400" indent="-533400" eaLnBrk="1" hangingPunct="1"/>
            <a:endParaRPr lang="en-US" altLang="en-US" sz="2800">
              <a:sym typeface="Wingdings" panose="05000000000000000000" pitchFamily="2" charset="2"/>
            </a:endParaRPr>
          </a:p>
          <a:p>
            <a:pPr marL="533400" indent="-533400" eaLnBrk="1" hangingPunct="1"/>
            <a:endParaRPr lang="en-US" altLang="en-US" sz="2800"/>
          </a:p>
          <a:p>
            <a:pPr marL="914400" lvl="1" indent="-457200" eaLnBrk="1" hangingPunct="1"/>
            <a:endParaRPr lang="en-US" altLang="en-US" sz="2400"/>
          </a:p>
          <a:p>
            <a:pPr marL="533400" indent="-533400" eaLnBrk="1" hangingPunct="1"/>
            <a:endParaRPr lang="en-US" altLang="en-US" sz="2800"/>
          </a:p>
        </p:txBody>
      </p:sp>
      <p:pic>
        <p:nvPicPr>
          <p:cNvPr id="65541" name="Picture 4">
            <a:extLst>
              <a:ext uri="{FF2B5EF4-FFF2-40B4-BE49-F238E27FC236}">
                <a16:creationId xmlns:a16="http://schemas.microsoft.com/office/drawing/2014/main" id="{E726CDFB-B865-E33A-9FFE-035DE05A52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1943100"/>
            <a:ext cx="7627938" cy="468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Number Placeholder 5">
            <a:extLst>
              <a:ext uri="{FF2B5EF4-FFF2-40B4-BE49-F238E27FC236}">
                <a16:creationId xmlns:a16="http://schemas.microsoft.com/office/drawing/2014/main" id="{9A067938-4ABA-2827-7609-3720EC4A483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260E440F-D781-42CD-BC25-F94F4AA687F1}" type="slidenum">
              <a:rPr lang="en-US" altLang="en-US" b="0"/>
              <a:pPr/>
              <a:t>68</a:t>
            </a:fld>
            <a:endParaRPr lang="en-US" altLang="en-US" b="0"/>
          </a:p>
        </p:txBody>
      </p:sp>
      <p:sp>
        <p:nvSpPr>
          <p:cNvPr id="66563" name="Rectangle 2">
            <a:extLst>
              <a:ext uri="{FF2B5EF4-FFF2-40B4-BE49-F238E27FC236}">
                <a16:creationId xmlns:a16="http://schemas.microsoft.com/office/drawing/2014/main" id="{842A8C3C-C91E-E220-CBDF-E80F988DDB34}"/>
              </a:ext>
            </a:extLst>
          </p:cNvPr>
          <p:cNvSpPr>
            <a:spLocks noGrp="1" noChangeArrowheads="1"/>
          </p:cNvSpPr>
          <p:nvPr>
            <p:ph type="title"/>
          </p:nvPr>
        </p:nvSpPr>
        <p:spPr>
          <a:xfrm>
            <a:off x="990600" y="152400"/>
            <a:ext cx="8153400" cy="1004888"/>
          </a:xfrm>
        </p:spPr>
        <p:txBody>
          <a:bodyPr/>
          <a:lstStyle/>
          <a:p>
            <a:pPr eaLnBrk="1" hangingPunct="1"/>
            <a:r>
              <a:rPr lang="en-US" altLang="en-US" sz="3000" b="1"/>
              <a:t>PHƯƠNG PHÁP SƠ ĐỒ PERT</a:t>
            </a:r>
          </a:p>
        </p:txBody>
      </p:sp>
      <p:sp>
        <p:nvSpPr>
          <p:cNvPr id="66564" name="Rectangle 3">
            <a:extLst>
              <a:ext uri="{FF2B5EF4-FFF2-40B4-BE49-F238E27FC236}">
                <a16:creationId xmlns:a16="http://schemas.microsoft.com/office/drawing/2014/main" id="{705383AA-1BBC-DC54-89DE-8F4B5F19454B}"/>
              </a:ext>
            </a:extLst>
          </p:cNvPr>
          <p:cNvSpPr>
            <a:spLocks noGrp="1" noChangeArrowheads="1"/>
          </p:cNvSpPr>
          <p:nvPr>
            <p:ph type="body" idx="1"/>
          </p:nvPr>
        </p:nvSpPr>
        <p:spPr>
          <a:xfrm>
            <a:off x="762000" y="1066800"/>
            <a:ext cx="8382000" cy="5029200"/>
          </a:xfrm>
        </p:spPr>
        <p:txBody>
          <a:bodyPr/>
          <a:lstStyle/>
          <a:p>
            <a:pPr marL="533400" indent="-533400" eaLnBrk="1" hangingPunct="1">
              <a:buSzTx/>
              <a:buFont typeface="Wingdings" panose="05000000000000000000" pitchFamily="2" charset="2"/>
              <a:buAutoNum type="arabicPeriod"/>
            </a:pPr>
            <a:endParaRPr lang="en-US" altLang="en-US" sz="2800"/>
          </a:p>
          <a:p>
            <a:pPr marL="533400" indent="-533400" eaLnBrk="1" hangingPunct="1"/>
            <a:r>
              <a:rPr lang="en-US" altLang="en-US" sz="2800"/>
              <a:t>Sơ đồ Pert</a:t>
            </a:r>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p>
          <a:p>
            <a:pPr marL="533400" indent="-533400" eaLnBrk="1" hangingPunct="1"/>
            <a:r>
              <a:rPr lang="en-US" altLang="en-US" sz="2800"/>
              <a:t>Đường găng: a-d-j = 20+15+18 = 43 ngày</a:t>
            </a:r>
          </a:p>
          <a:p>
            <a:pPr marL="533400" indent="-533400" eaLnBrk="1" hangingPunct="1"/>
            <a:endParaRPr lang="en-US" altLang="en-US" sz="2800"/>
          </a:p>
          <a:p>
            <a:pPr marL="533400" indent="-533400" eaLnBrk="1" hangingPunct="1"/>
            <a:endParaRPr lang="en-US" altLang="en-US" sz="2800">
              <a:sym typeface="Wingdings" panose="05000000000000000000" pitchFamily="2" charset="2"/>
            </a:endParaRPr>
          </a:p>
          <a:p>
            <a:pPr marL="533400" indent="-533400" eaLnBrk="1" hangingPunct="1"/>
            <a:endParaRPr lang="en-US" altLang="en-US" sz="2800"/>
          </a:p>
          <a:p>
            <a:pPr marL="914400" lvl="1" indent="-457200" eaLnBrk="1" hangingPunct="1"/>
            <a:endParaRPr lang="en-US" altLang="en-US" sz="2400"/>
          </a:p>
          <a:p>
            <a:pPr marL="533400" indent="-533400" eaLnBrk="1" hangingPunct="1"/>
            <a:endParaRPr lang="en-US" altLang="en-US" sz="2800"/>
          </a:p>
        </p:txBody>
      </p:sp>
      <p:pic>
        <p:nvPicPr>
          <p:cNvPr id="66565" name="Picture 5">
            <a:extLst>
              <a:ext uri="{FF2B5EF4-FFF2-40B4-BE49-F238E27FC236}">
                <a16:creationId xmlns:a16="http://schemas.microsoft.com/office/drawing/2014/main" id="{1219BAA2-CED7-B842-4FEC-1389FFF0A0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2133600"/>
            <a:ext cx="5086350" cy="282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Number Placeholder 5">
            <a:extLst>
              <a:ext uri="{FF2B5EF4-FFF2-40B4-BE49-F238E27FC236}">
                <a16:creationId xmlns:a16="http://schemas.microsoft.com/office/drawing/2014/main" id="{31853474-0E5C-6286-7989-5B5B70D4BA3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69AC6A25-77A1-4BFE-BCA4-958D7498C5D9}" type="slidenum">
              <a:rPr lang="en-US" altLang="en-US" b="0"/>
              <a:pPr/>
              <a:t>69</a:t>
            </a:fld>
            <a:endParaRPr lang="en-US" altLang="en-US" b="0"/>
          </a:p>
        </p:txBody>
      </p:sp>
      <p:sp>
        <p:nvSpPr>
          <p:cNvPr id="67587" name="Rectangle 2">
            <a:extLst>
              <a:ext uri="{FF2B5EF4-FFF2-40B4-BE49-F238E27FC236}">
                <a16:creationId xmlns:a16="http://schemas.microsoft.com/office/drawing/2014/main" id="{EBC93588-13C3-E0D4-2B3D-850EF31791CA}"/>
              </a:ext>
            </a:extLst>
          </p:cNvPr>
          <p:cNvSpPr>
            <a:spLocks noGrp="1" noChangeArrowheads="1"/>
          </p:cNvSpPr>
          <p:nvPr>
            <p:ph type="title"/>
          </p:nvPr>
        </p:nvSpPr>
        <p:spPr>
          <a:xfrm>
            <a:off x="990600" y="152400"/>
            <a:ext cx="8153400" cy="1004888"/>
          </a:xfrm>
        </p:spPr>
        <p:txBody>
          <a:bodyPr/>
          <a:lstStyle/>
          <a:p>
            <a:pPr eaLnBrk="1" hangingPunct="1"/>
            <a:r>
              <a:rPr lang="en-US" altLang="en-US" sz="3000" b="1"/>
              <a:t>PHƯƠNG PHÁP SƠ ĐỒ PERT</a:t>
            </a:r>
          </a:p>
        </p:txBody>
      </p:sp>
      <p:sp>
        <p:nvSpPr>
          <p:cNvPr id="67588" name="Rectangle 3">
            <a:extLst>
              <a:ext uri="{FF2B5EF4-FFF2-40B4-BE49-F238E27FC236}">
                <a16:creationId xmlns:a16="http://schemas.microsoft.com/office/drawing/2014/main" id="{A91D6825-0592-5527-B4E3-2C0ADCECFA4C}"/>
              </a:ext>
            </a:extLst>
          </p:cNvPr>
          <p:cNvSpPr>
            <a:spLocks noGrp="1" noChangeArrowheads="1"/>
          </p:cNvSpPr>
          <p:nvPr>
            <p:ph type="body" idx="1"/>
          </p:nvPr>
        </p:nvSpPr>
        <p:spPr>
          <a:xfrm>
            <a:off x="762000" y="1066800"/>
            <a:ext cx="8382000" cy="5029200"/>
          </a:xfrm>
        </p:spPr>
        <p:txBody>
          <a:bodyPr/>
          <a:lstStyle/>
          <a:p>
            <a:pPr marL="533400" indent="-533400" eaLnBrk="1" hangingPunct="1">
              <a:buSzTx/>
              <a:buFont typeface="Wingdings" panose="05000000000000000000" pitchFamily="2" charset="2"/>
              <a:buAutoNum type="arabicPeriod"/>
            </a:pPr>
            <a:endParaRPr lang="en-US" altLang="en-US" sz="2800"/>
          </a:p>
          <a:p>
            <a:pPr marL="533400" indent="-533400" eaLnBrk="1" hangingPunct="1"/>
            <a:r>
              <a:rPr lang="en-US" altLang="en-US" sz="2800"/>
              <a:t>Tính TE và V theo ví dụ trên</a:t>
            </a:r>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sym typeface="Wingdings" panose="05000000000000000000" pitchFamily="2" charset="2"/>
            </a:endParaRPr>
          </a:p>
          <a:p>
            <a:pPr marL="533400" indent="-533400" eaLnBrk="1" hangingPunct="1"/>
            <a:endParaRPr lang="en-US" altLang="en-US" sz="2800"/>
          </a:p>
          <a:p>
            <a:pPr marL="914400" lvl="1" indent="-457200" eaLnBrk="1" hangingPunct="1"/>
            <a:endParaRPr lang="en-US" altLang="en-US" sz="2400"/>
          </a:p>
          <a:p>
            <a:pPr marL="533400" indent="-533400" eaLnBrk="1" hangingPunct="1"/>
            <a:endParaRPr lang="en-US" altLang="en-US" sz="2800"/>
          </a:p>
        </p:txBody>
      </p:sp>
      <p:pic>
        <p:nvPicPr>
          <p:cNvPr id="67589" name="Picture 5">
            <a:extLst>
              <a:ext uri="{FF2B5EF4-FFF2-40B4-BE49-F238E27FC236}">
                <a16:creationId xmlns:a16="http://schemas.microsoft.com/office/drawing/2014/main" id="{862B474F-79B3-BD78-CB00-D12BB11888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2209800"/>
            <a:ext cx="6249988" cy="376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Number Placeholder 5">
            <a:extLst>
              <a:ext uri="{FF2B5EF4-FFF2-40B4-BE49-F238E27FC236}">
                <a16:creationId xmlns:a16="http://schemas.microsoft.com/office/drawing/2014/main" id="{658F6003-1426-012F-3D6F-CCD0BA503A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C0A4AEBA-B605-488D-8810-1ED93E6B1340}" type="slidenum">
              <a:rPr lang="en-US" altLang="en-US" b="0"/>
              <a:pPr/>
              <a:t>70</a:t>
            </a:fld>
            <a:endParaRPr lang="en-US" altLang="en-US" b="0"/>
          </a:p>
        </p:txBody>
      </p:sp>
      <p:sp>
        <p:nvSpPr>
          <p:cNvPr id="68611" name="Rectangle 2">
            <a:extLst>
              <a:ext uri="{FF2B5EF4-FFF2-40B4-BE49-F238E27FC236}">
                <a16:creationId xmlns:a16="http://schemas.microsoft.com/office/drawing/2014/main" id="{9E8E8A4B-ACA8-B4F2-4F49-5561A7B2898D}"/>
              </a:ext>
            </a:extLst>
          </p:cNvPr>
          <p:cNvSpPr>
            <a:spLocks noGrp="1" noChangeArrowheads="1"/>
          </p:cNvSpPr>
          <p:nvPr>
            <p:ph type="title"/>
          </p:nvPr>
        </p:nvSpPr>
        <p:spPr>
          <a:xfrm>
            <a:off x="990600" y="152400"/>
            <a:ext cx="8153400" cy="1004888"/>
          </a:xfrm>
        </p:spPr>
        <p:txBody>
          <a:bodyPr/>
          <a:lstStyle/>
          <a:p>
            <a:pPr eaLnBrk="1" hangingPunct="1"/>
            <a:r>
              <a:rPr lang="en-US" altLang="en-US" sz="3000" b="1"/>
              <a:t>PHƯƠNG PHÁP SƠ ĐỒ PERT</a:t>
            </a:r>
          </a:p>
        </p:txBody>
      </p:sp>
      <p:sp>
        <p:nvSpPr>
          <p:cNvPr id="68612" name="Rectangle 3">
            <a:extLst>
              <a:ext uri="{FF2B5EF4-FFF2-40B4-BE49-F238E27FC236}">
                <a16:creationId xmlns:a16="http://schemas.microsoft.com/office/drawing/2014/main" id="{9B6D67F9-A5F2-12A2-B5A2-E9C78DA4EE3C}"/>
              </a:ext>
            </a:extLst>
          </p:cNvPr>
          <p:cNvSpPr>
            <a:spLocks noGrp="1" noChangeArrowheads="1"/>
          </p:cNvSpPr>
          <p:nvPr>
            <p:ph type="body" idx="1"/>
          </p:nvPr>
        </p:nvSpPr>
        <p:spPr>
          <a:xfrm>
            <a:off x="762000" y="1066800"/>
            <a:ext cx="8382000" cy="5029200"/>
          </a:xfrm>
        </p:spPr>
        <p:txBody>
          <a:bodyPr/>
          <a:lstStyle/>
          <a:p>
            <a:pPr marL="533400" indent="-533400" eaLnBrk="1" hangingPunct="1">
              <a:buSzTx/>
              <a:buFont typeface="Wingdings" panose="05000000000000000000" pitchFamily="2" charset="2"/>
              <a:buAutoNum type="arabicPeriod"/>
            </a:pPr>
            <a:endParaRPr lang="en-US" altLang="en-US" sz="2800"/>
          </a:p>
          <a:p>
            <a:pPr marL="533400" indent="-533400" eaLnBrk="1" hangingPunct="1"/>
            <a:r>
              <a:rPr lang="en-US" altLang="en-US" sz="2800"/>
              <a:t>Thời gian dự trữ cho sự kiện</a:t>
            </a:r>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sym typeface="Wingdings" panose="05000000000000000000" pitchFamily="2" charset="2"/>
            </a:endParaRPr>
          </a:p>
          <a:p>
            <a:pPr marL="533400" indent="-533400" eaLnBrk="1" hangingPunct="1"/>
            <a:endParaRPr lang="en-US" altLang="en-US" sz="2800"/>
          </a:p>
          <a:p>
            <a:pPr marL="914400" lvl="1" indent="-457200" eaLnBrk="1" hangingPunct="1"/>
            <a:endParaRPr lang="en-US" altLang="en-US" sz="2400"/>
          </a:p>
          <a:p>
            <a:pPr marL="533400" indent="-533400" eaLnBrk="1" hangingPunct="1"/>
            <a:endParaRPr lang="en-US" altLang="en-US" sz="2800"/>
          </a:p>
        </p:txBody>
      </p:sp>
      <p:pic>
        <p:nvPicPr>
          <p:cNvPr id="68613" name="Picture 6">
            <a:extLst>
              <a:ext uri="{FF2B5EF4-FFF2-40B4-BE49-F238E27FC236}">
                <a16:creationId xmlns:a16="http://schemas.microsoft.com/office/drawing/2014/main" id="{EC0BF15B-831C-DAA8-8807-00A0A1BB6D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2209800"/>
            <a:ext cx="6219825" cy="370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Number Placeholder 5">
            <a:extLst>
              <a:ext uri="{FF2B5EF4-FFF2-40B4-BE49-F238E27FC236}">
                <a16:creationId xmlns:a16="http://schemas.microsoft.com/office/drawing/2014/main" id="{84B20006-6A87-E396-7B53-9A6285BAC6B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DD7A5966-6C97-4251-BB0E-9B25B374A290}" type="slidenum">
              <a:rPr lang="en-US" altLang="en-US" b="0"/>
              <a:pPr/>
              <a:t>71</a:t>
            </a:fld>
            <a:endParaRPr lang="en-US" altLang="en-US" b="0"/>
          </a:p>
        </p:txBody>
      </p:sp>
      <p:sp>
        <p:nvSpPr>
          <p:cNvPr id="69635" name="Rectangle 2">
            <a:extLst>
              <a:ext uri="{FF2B5EF4-FFF2-40B4-BE49-F238E27FC236}">
                <a16:creationId xmlns:a16="http://schemas.microsoft.com/office/drawing/2014/main" id="{0EFA9ECD-485A-E51D-FC6E-4D10245B6ED6}"/>
              </a:ext>
            </a:extLst>
          </p:cNvPr>
          <p:cNvSpPr>
            <a:spLocks noGrp="1" noChangeArrowheads="1"/>
          </p:cNvSpPr>
          <p:nvPr>
            <p:ph type="title"/>
          </p:nvPr>
        </p:nvSpPr>
        <p:spPr>
          <a:xfrm>
            <a:off x="990600" y="152400"/>
            <a:ext cx="8153400" cy="1004888"/>
          </a:xfrm>
        </p:spPr>
        <p:txBody>
          <a:bodyPr/>
          <a:lstStyle/>
          <a:p>
            <a:pPr eaLnBrk="1" hangingPunct="1"/>
            <a:r>
              <a:rPr lang="en-US" altLang="en-US" sz="3000" b="1"/>
              <a:t>PHƯƠNG PHÁP SƠ ĐỒ PERT</a:t>
            </a:r>
          </a:p>
        </p:txBody>
      </p:sp>
      <p:sp>
        <p:nvSpPr>
          <p:cNvPr id="69636" name="Rectangle 3">
            <a:extLst>
              <a:ext uri="{FF2B5EF4-FFF2-40B4-BE49-F238E27FC236}">
                <a16:creationId xmlns:a16="http://schemas.microsoft.com/office/drawing/2014/main" id="{E2E774C6-64DB-1EEF-9F8B-820363BC6DD0}"/>
              </a:ext>
            </a:extLst>
          </p:cNvPr>
          <p:cNvSpPr>
            <a:spLocks noGrp="1" noChangeArrowheads="1"/>
          </p:cNvSpPr>
          <p:nvPr>
            <p:ph type="body" idx="1"/>
          </p:nvPr>
        </p:nvSpPr>
        <p:spPr>
          <a:xfrm>
            <a:off x="762000" y="1066800"/>
            <a:ext cx="8382000" cy="5029200"/>
          </a:xfrm>
        </p:spPr>
        <p:txBody>
          <a:bodyPr/>
          <a:lstStyle/>
          <a:p>
            <a:pPr marL="533400" indent="-533400" eaLnBrk="1" hangingPunct="1">
              <a:buSzTx/>
              <a:buFont typeface="Wingdings" panose="05000000000000000000" pitchFamily="2" charset="2"/>
              <a:buAutoNum type="arabicPeriod"/>
            </a:pPr>
            <a:endParaRPr lang="en-US" altLang="en-US" sz="2800"/>
          </a:p>
          <a:p>
            <a:pPr marL="533400" indent="-533400" eaLnBrk="1" hangingPunct="1"/>
            <a:r>
              <a:rPr lang="en-US" altLang="en-US" sz="2800"/>
              <a:t>Thời gian dự trữ cho công việc</a:t>
            </a:r>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sym typeface="Wingdings" panose="05000000000000000000" pitchFamily="2" charset="2"/>
            </a:endParaRPr>
          </a:p>
          <a:p>
            <a:pPr marL="533400" indent="-533400" eaLnBrk="1" hangingPunct="1"/>
            <a:endParaRPr lang="en-US" altLang="en-US" sz="2800"/>
          </a:p>
          <a:p>
            <a:pPr marL="914400" lvl="1" indent="-457200" eaLnBrk="1" hangingPunct="1"/>
            <a:endParaRPr lang="en-US" altLang="en-US" sz="2400"/>
          </a:p>
          <a:p>
            <a:pPr marL="533400" indent="-533400" eaLnBrk="1" hangingPunct="1"/>
            <a:endParaRPr lang="en-US" altLang="en-US" sz="2800"/>
          </a:p>
        </p:txBody>
      </p:sp>
      <p:pic>
        <p:nvPicPr>
          <p:cNvPr id="69637" name="Picture 5">
            <a:extLst>
              <a:ext uri="{FF2B5EF4-FFF2-40B4-BE49-F238E27FC236}">
                <a16:creationId xmlns:a16="http://schemas.microsoft.com/office/drawing/2014/main" id="{633E2154-6F79-3E79-5CDD-AD1406331C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2209800"/>
            <a:ext cx="6465888" cy="410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Number Placeholder 5">
            <a:extLst>
              <a:ext uri="{FF2B5EF4-FFF2-40B4-BE49-F238E27FC236}">
                <a16:creationId xmlns:a16="http://schemas.microsoft.com/office/drawing/2014/main" id="{B9F22BE9-D966-19F0-8918-468687370B4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EDA44890-3DE0-40C4-A988-AF648BFA10DF}" type="slidenum">
              <a:rPr lang="en-US" altLang="en-US" b="0"/>
              <a:pPr/>
              <a:t>72</a:t>
            </a:fld>
            <a:endParaRPr lang="en-US" altLang="en-US" b="0"/>
          </a:p>
        </p:txBody>
      </p:sp>
      <p:sp>
        <p:nvSpPr>
          <p:cNvPr id="70659" name="Rectangle 2">
            <a:extLst>
              <a:ext uri="{FF2B5EF4-FFF2-40B4-BE49-F238E27FC236}">
                <a16:creationId xmlns:a16="http://schemas.microsoft.com/office/drawing/2014/main" id="{093D35DF-D29A-9D26-8BD4-568F1DA98AF4}"/>
              </a:ext>
            </a:extLst>
          </p:cNvPr>
          <p:cNvSpPr>
            <a:spLocks noGrp="1" noChangeArrowheads="1"/>
          </p:cNvSpPr>
          <p:nvPr>
            <p:ph type="title"/>
          </p:nvPr>
        </p:nvSpPr>
        <p:spPr>
          <a:xfrm>
            <a:off x="990600" y="152400"/>
            <a:ext cx="8153400" cy="1004888"/>
          </a:xfrm>
        </p:spPr>
        <p:txBody>
          <a:bodyPr/>
          <a:lstStyle/>
          <a:p>
            <a:pPr eaLnBrk="1" hangingPunct="1"/>
            <a:r>
              <a:rPr lang="en-US" altLang="en-US" sz="3000" b="1"/>
              <a:t>PHƯƠNG PHÁP SƠ ĐỒ PERT</a:t>
            </a:r>
          </a:p>
        </p:txBody>
      </p:sp>
      <p:sp>
        <p:nvSpPr>
          <p:cNvPr id="70660" name="Rectangle 3">
            <a:extLst>
              <a:ext uri="{FF2B5EF4-FFF2-40B4-BE49-F238E27FC236}">
                <a16:creationId xmlns:a16="http://schemas.microsoft.com/office/drawing/2014/main" id="{FD3B868D-6739-9FDA-1EB3-3E2BA8010046}"/>
              </a:ext>
            </a:extLst>
          </p:cNvPr>
          <p:cNvSpPr>
            <a:spLocks noGrp="1" noChangeArrowheads="1"/>
          </p:cNvSpPr>
          <p:nvPr>
            <p:ph type="body" idx="1"/>
          </p:nvPr>
        </p:nvSpPr>
        <p:spPr>
          <a:xfrm>
            <a:off x="762000" y="1066800"/>
            <a:ext cx="8382000" cy="5029200"/>
          </a:xfrm>
        </p:spPr>
        <p:txBody>
          <a:bodyPr/>
          <a:lstStyle/>
          <a:p>
            <a:pPr marL="533400" indent="-533400" eaLnBrk="1" hangingPunct="1">
              <a:buSzTx/>
              <a:buFont typeface="Wingdings" panose="05000000000000000000" pitchFamily="2" charset="2"/>
              <a:buAutoNum type="arabicPeriod"/>
            </a:pPr>
            <a:endParaRPr lang="en-US" altLang="en-US" sz="2400"/>
          </a:p>
          <a:p>
            <a:pPr marL="533400" indent="-533400" eaLnBrk="1" hangingPunct="1"/>
            <a:r>
              <a:rPr lang="en-US" altLang="en-US" sz="2400"/>
              <a:t>Các bước thực hiện phương pháp PERT</a:t>
            </a:r>
          </a:p>
          <a:p>
            <a:pPr marL="914400" lvl="1" indent="-457200" eaLnBrk="1" hangingPunct="1"/>
            <a:r>
              <a:rPr lang="en-US" altLang="en-US" sz="2000"/>
              <a:t>Vẽ sơ đồ mạng</a:t>
            </a:r>
          </a:p>
          <a:p>
            <a:pPr marL="914400" lvl="1" indent="-457200" eaLnBrk="1" hangingPunct="1"/>
            <a:r>
              <a:rPr lang="en-US" altLang="en-US" sz="2000"/>
              <a:t>Tính TE và V của các công việc</a:t>
            </a:r>
          </a:p>
          <a:p>
            <a:pPr marL="914400" lvl="1" indent="-457200" eaLnBrk="1" hangingPunct="1"/>
            <a:r>
              <a:rPr lang="en-US" altLang="en-US" sz="2000"/>
              <a:t>Dùng phương pháp CPM </a:t>
            </a:r>
            <a:r>
              <a:rPr lang="en-US" altLang="en-US" sz="2000">
                <a:sym typeface="Wingdings" panose="05000000000000000000" pitchFamily="2" charset="2"/>
              </a:rPr>
              <a:t> xác định đường găng</a:t>
            </a:r>
          </a:p>
          <a:p>
            <a:pPr marL="914400" lvl="1" indent="-457200" eaLnBrk="1" hangingPunct="1"/>
            <a:r>
              <a:rPr lang="en-US" altLang="en-US" sz="2000">
                <a:sym typeface="Wingdings" panose="05000000000000000000" pitchFamily="2" charset="2"/>
              </a:rPr>
              <a:t>Đánh giá khả năng hoàn thành dự án trong thời gian mong muốn</a:t>
            </a:r>
          </a:p>
          <a:p>
            <a:pPr marL="914400" lvl="1" indent="-457200" eaLnBrk="1" hangingPunct="1"/>
            <a:endParaRPr lang="en-US" altLang="en-US" sz="2000">
              <a:sym typeface="Wingdings" panose="05000000000000000000" pitchFamily="2" charset="2"/>
            </a:endParaRPr>
          </a:p>
          <a:p>
            <a:pPr marL="914400" lvl="1" indent="-457200" eaLnBrk="1" hangingPunct="1"/>
            <a:endParaRPr lang="en-US" altLang="en-US" sz="2000">
              <a:sym typeface="Wingdings" panose="05000000000000000000" pitchFamily="2" charset="2"/>
            </a:endParaRPr>
          </a:p>
          <a:p>
            <a:pPr marL="914400" lvl="1" indent="-457200" eaLnBrk="1" hangingPunct="1"/>
            <a:endParaRPr lang="en-US" altLang="en-US" sz="2000">
              <a:sym typeface="Wingdings" panose="05000000000000000000" pitchFamily="2" charset="2"/>
            </a:endParaRPr>
          </a:p>
          <a:p>
            <a:pPr marL="914400" lvl="1" indent="-457200" eaLnBrk="1" hangingPunct="1"/>
            <a:endParaRPr lang="en-US" altLang="en-US" sz="2000">
              <a:sym typeface="Wingdings" panose="05000000000000000000" pitchFamily="2" charset="2"/>
            </a:endParaRPr>
          </a:p>
          <a:p>
            <a:pPr marL="914400" lvl="1" indent="-457200" eaLnBrk="1" hangingPunct="1"/>
            <a:r>
              <a:rPr lang="en-US" altLang="en-US" sz="2000">
                <a:sym typeface="Wingdings" panose="05000000000000000000" pitchFamily="2" charset="2"/>
              </a:rPr>
              <a:t>Từ Z, tra bảng xác suất phân bố chuẩn  xác định xác suất hoàn thành dự án</a:t>
            </a:r>
            <a:endParaRPr lang="en-US" altLang="en-US" sz="2000"/>
          </a:p>
          <a:p>
            <a:pPr marL="533400" indent="-533400" eaLnBrk="1" hangingPunct="1"/>
            <a:endParaRPr lang="en-US" altLang="en-US" sz="2400"/>
          </a:p>
          <a:p>
            <a:pPr marL="533400" indent="-533400" eaLnBrk="1" hangingPunct="1"/>
            <a:endParaRPr lang="en-US" altLang="en-US" sz="2400"/>
          </a:p>
          <a:p>
            <a:pPr marL="533400" indent="-533400" eaLnBrk="1" hangingPunct="1"/>
            <a:endParaRPr lang="en-US" altLang="en-US" sz="2400"/>
          </a:p>
          <a:p>
            <a:pPr marL="533400" indent="-533400" eaLnBrk="1" hangingPunct="1"/>
            <a:endParaRPr lang="en-US" altLang="en-US" sz="2400"/>
          </a:p>
          <a:p>
            <a:pPr marL="533400" indent="-533400" eaLnBrk="1" hangingPunct="1"/>
            <a:endParaRPr lang="en-US" altLang="en-US" sz="2400"/>
          </a:p>
          <a:p>
            <a:pPr marL="533400" indent="-533400" eaLnBrk="1" hangingPunct="1"/>
            <a:endParaRPr lang="en-US" altLang="en-US" sz="2400"/>
          </a:p>
          <a:p>
            <a:pPr marL="533400" indent="-533400" eaLnBrk="1" hangingPunct="1"/>
            <a:endParaRPr lang="en-US" altLang="en-US" sz="2400"/>
          </a:p>
          <a:p>
            <a:pPr marL="533400" indent="-533400" eaLnBrk="1" hangingPunct="1"/>
            <a:endParaRPr lang="en-US" altLang="en-US" sz="2400">
              <a:sym typeface="Wingdings" panose="05000000000000000000" pitchFamily="2" charset="2"/>
            </a:endParaRPr>
          </a:p>
          <a:p>
            <a:pPr marL="533400" indent="-533400" eaLnBrk="1" hangingPunct="1"/>
            <a:endParaRPr lang="en-US" altLang="en-US" sz="2400"/>
          </a:p>
          <a:p>
            <a:pPr marL="914400" lvl="1" indent="-457200" eaLnBrk="1" hangingPunct="1"/>
            <a:endParaRPr lang="en-US" altLang="en-US" sz="2000"/>
          </a:p>
          <a:p>
            <a:pPr marL="533400" indent="-533400" eaLnBrk="1" hangingPunct="1"/>
            <a:endParaRPr lang="en-US" altLang="en-US" sz="2400"/>
          </a:p>
        </p:txBody>
      </p:sp>
      <p:pic>
        <p:nvPicPr>
          <p:cNvPr id="70661" name="Picture 5">
            <a:extLst>
              <a:ext uri="{FF2B5EF4-FFF2-40B4-BE49-F238E27FC236}">
                <a16:creationId xmlns:a16="http://schemas.microsoft.com/office/drawing/2014/main" id="{4ECA5C81-FE16-0F45-AD99-BACF363061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3657600"/>
            <a:ext cx="6751638" cy="158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Number Placeholder 5">
            <a:extLst>
              <a:ext uri="{FF2B5EF4-FFF2-40B4-BE49-F238E27FC236}">
                <a16:creationId xmlns:a16="http://schemas.microsoft.com/office/drawing/2014/main" id="{2BA43CDF-CC50-DAB2-9C73-FF265177A07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7F63A972-DB9A-4EBA-B1D8-4EC95A62CC7B}" type="slidenum">
              <a:rPr lang="en-US" altLang="en-US" b="0"/>
              <a:pPr/>
              <a:t>73</a:t>
            </a:fld>
            <a:endParaRPr lang="en-US" altLang="en-US" b="0"/>
          </a:p>
        </p:txBody>
      </p:sp>
      <p:sp>
        <p:nvSpPr>
          <p:cNvPr id="71683" name="Rectangle 2">
            <a:extLst>
              <a:ext uri="{FF2B5EF4-FFF2-40B4-BE49-F238E27FC236}">
                <a16:creationId xmlns:a16="http://schemas.microsoft.com/office/drawing/2014/main" id="{E46DF1AC-FD1B-A3C8-8403-1555E7CDD9B1}"/>
              </a:ext>
            </a:extLst>
          </p:cNvPr>
          <p:cNvSpPr>
            <a:spLocks noGrp="1" noChangeArrowheads="1"/>
          </p:cNvSpPr>
          <p:nvPr>
            <p:ph type="title"/>
          </p:nvPr>
        </p:nvSpPr>
        <p:spPr>
          <a:xfrm>
            <a:off x="990600" y="152400"/>
            <a:ext cx="8153400" cy="1004888"/>
          </a:xfrm>
        </p:spPr>
        <p:txBody>
          <a:bodyPr/>
          <a:lstStyle/>
          <a:p>
            <a:pPr eaLnBrk="1" hangingPunct="1"/>
            <a:r>
              <a:rPr lang="en-US" altLang="en-US" sz="2000" b="1"/>
              <a:t>Bảng phân phối </a:t>
            </a:r>
            <a:br>
              <a:rPr lang="en-US" altLang="en-US" sz="2000" b="1"/>
            </a:br>
            <a:r>
              <a:rPr lang="en-US" altLang="en-US" sz="2000" b="1"/>
              <a:t>xác suất chuẩn</a:t>
            </a:r>
          </a:p>
        </p:txBody>
      </p:sp>
      <p:sp>
        <p:nvSpPr>
          <p:cNvPr id="71684" name="Rectangle 3">
            <a:extLst>
              <a:ext uri="{FF2B5EF4-FFF2-40B4-BE49-F238E27FC236}">
                <a16:creationId xmlns:a16="http://schemas.microsoft.com/office/drawing/2014/main" id="{611E1C6B-6421-9DD2-C0F1-59859BF9C27A}"/>
              </a:ext>
            </a:extLst>
          </p:cNvPr>
          <p:cNvSpPr>
            <a:spLocks noGrp="1" noChangeArrowheads="1"/>
          </p:cNvSpPr>
          <p:nvPr>
            <p:ph type="body" idx="1"/>
          </p:nvPr>
        </p:nvSpPr>
        <p:spPr>
          <a:xfrm>
            <a:off x="762000" y="1066800"/>
            <a:ext cx="8382000" cy="5029200"/>
          </a:xfrm>
        </p:spPr>
        <p:txBody>
          <a:bodyPr/>
          <a:lstStyle/>
          <a:p>
            <a:pPr marL="533400" indent="-533400" eaLnBrk="1" hangingPunct="1">
              <a:lnSpc>
                <a:spcPct val="90000"/>
              </a:lnSpc>
              <a:buSzTx/>
              <a:buFont typeface="Wingdings" panose="05000000000000000000" pitchFamily="2" charset="2"/>
              <a:buAutoNum type="arabicPeriod"/>
            </a:pPr>
            <a:endParaRPr lang="en-US" altLang="en-US" sz="2400"/>
          </a:p>
          <a:p>
            <a:pPr marL="533400" indent="-533400" eaLnBrk="1" hangingPunct="1">
              <a:lnSpc>
                <a:spcPct val="90000"/>
              </a:lnSpc>
            </a:pPr>
            <a:endParaRPr lang="en-US" altLang="en-US" sz="2400"/>
          </a:p>
          <a:p>
            <a:pPr marL="533400" indent="-533400" eaLnBrk="1" hangingPunct="1">
              <a:lnSpc>
                <a:spcPct val="90000"/>
              </a:lnSpc>
            </a:pPr>
            <a:endParaRPr lang="en-US" altLang="en-US" sz="2400"/>
          </a:p>
          <a:p>
            <a:pPr marL="533400" indent="-533400" eaLnBrk="1" hangingPunct="1">
              <a:lnSpc>
                <a:spcPct val="90000"/>
              </a:lnSpc>
            </a:pPr>
            <a:endParaRPr lang="en-US" altLang="en-US" sz="2400"/>
          </a:p>
          <a:p>
            <a:pPr marL="533400" indent="-533400" eaLnBrk="1" hangingPunct="1">
              <a:lnSpc>
                <a:spcPct val="90000"/>
              </a:lnSpc>
            </a:pPr>
            <a:endParaRPr lang="en-US" altLang="en-US" sz="2400"/>
          </a:p>
          <a:p>
            <a:pPr marL="533400" indent="-533400" eaLnBrk="1" hangingPunct="1">
              <a:lnSpc>
                <a:spcPct val="90000"/>
              </a:lnSpc>
            </a:pPr>
            <a:endParaRPr lang="en-US" altLang="en-US" sz="2400"/>
          </a:p>
          <a:p>
            <a:pPr marL="533400" indent="-533400" eaLnBrk="1" hangingPunct="1">
              <a:lnSpc>
                <a:spcPct val="90000"/>
              </a:lnSpc>
            </a:pPr>
            <a:endParaRPr lang="en-US" altLang="en-US" sz="2400"/>
          </a:p>
          <a:p>
            <a:pPr marL="533400" indent="-533400" eaLnBrk="1" hangingPunct="1">
              <a:lnSpc>
                <a:spcPct val="90000"/>
              </a:lnSpc>
            </a:pPr>
            <a:endParaRPr lang="en-US" altLang="en-US" sz="2400"/>
          </a:p>
          <a:p>
            <a:pPr marL="533400" indent="-533400" eaLnBrk="1" hangingPunct="1">
              <a:lnSpc>
                <a:spcPct val="90000"/>
              </a:lnSpc>
            </a:pPr>
            <a:endParaRPr lang="en-US" altLang="en-US" sz="2400">
              <a:sym typeface="Wingdings" panose="05000000000000000000" pitchFamily="2" charset="2"/>
            </a:endParaRPr>
          </a:p>
          <a:p>
            <a:pPr marL="533400" indent="-533400" eaLnBrk="1" hangingPunct="1">
              <a:lnSpc>
                <a:spcPct val="90000"/>
              </a:lnSpc>
            </a:pPr>
            <a:endParaRPr lang="en-US" altLang="en-US" sz="2400"/>
          </a:p>
          <a:p>
            <a:pPr marL="914400" lvl="1" indent="-457200" eaLnBrk="1" hangingPunct="1">
              <a:lnSpc>
                <a:spcPct val="90000"/>
              </a:lnSpc>
            </a:pPr>
            <a:endParaRPr lang="en-US" altLang="en-US" sz="2000"/>
          </a:p>
          <a:p>
            <a:pPr marL="533400" indent="-533400" eaLnBrk="1" hangingPunct="1">
              <a:lnSpc>
                <a:spcPct val="90000"/>
              </a:lnSpc>
            </a:pPr>
            <a:endParaRPr lang="en-US" altLang="en-US" sz="2400"/>
          </a:p>
        </p:txBody>
      </p:sp>
      <p:pic>
        <p:nvPicPr>
          <p:cNvPr id="71685" name="Picture 5">
            <a:extLst>
              <a:ext uri="{FF2B5EF4-FFF2-40B4-BE49-F238E27FC236}">
                <a16:creationId xmlns:a16="http://schemas.microsoft.com/office/drawing/2014/main" id="{D709BC9B-88DE-078B-46C7-F16F23B441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458788"/>
            <a:ext cx="5324475" cy="6399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Number Placeholder 5">
            <a:extLst>
              <a:ext uri="{FF2B5EF4-FFF2-40B4-BE49-F238E27FC236}">
                <a16:creationId xmlns:a16="http://schemas.microsoft.com/office/drawing/2014/main" id="{5BF55C7D-D075-6480-CA80-9C40A21EEA4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9ADA85CF-2926-4F96-85B7-C4C96225B165}" type="slidenum">
              <a:rPr lang="en-US" altLang="en-US" b="0"/>
              <a:pPr/>
              <a:t>74</a:t>
            </a:fld>
            <a:endParaRPr lang="en-US" altLang="en-US" b="0"/>
          </a:p>
        </p:txBody>
      </p:sp>
      <p:sp>
        <p:nvSpPr>
          <p:cNvPr id="72707" name="Rectangle 2">
            <a:extLst>
              <a:ext uri="{FF2B5EF4-FFF2-40B4-BE49-F238E27FC236}">
                <a16:creationId xmlns:a16="http://schemas.microsoft.com/office/drawing/2014/main" id="{F5CF40FA-EE45-9D94-AC01-F5CF262F37C0}"/>
              </a:ext>
            </a:extLst>
          </p:cNvPr>
          <p:cNvSpPr>
            <a:spLocks noGrp="1" noChangeArrowheads="1"/>
          </p:cNvSpPr>
          <p:nvPr>
            <p:ph type="title"/>
          </p:nvPr>
        </p:nvSpPr>
        <p:spPr>
          <a:xfrm>
            <a:off x="990600" y="152400"/>
            <a:ext cx="8153400" cy="1004888"/>
          </a:xfrm>
        </p:spPr>
        <p:txBody>
          <a:bodyPr/>
          <a:lstStyle/>
          <a:p>
            <a:pPr eaLnBrk="1" hangingPunct="1"/>
            <a:r>
              <a:rPr lang="en-US" altLang="en-US" sz="3000" b="1"/>
              <a:t>PHƯƠNG PHÁP SƠ ĐỒ PERT</a:t>
            </a:r>
          </a:p>
        </p:txBody>
      </p:sp>
      <p:sp>
        <p:nvSpPr>
          <p:cNvPr id="72708" name="Rectangle 3">
            <a:extLst>
              <a:ext uri="{FF2B5EF4-FFF2-40B4-BE49-F238E27FC236}">
                <a16:creationId xmlns:a16="http://schemas.microsoft.com/office/drawing/2014/main" id="{E1B9FE64-F25E-A837-1E63-113DEA0C3D48}"/>
              </a:ext>
            </a:extLst>
          </p:cNvPr>
          <p:cNvSpPr>
            <a:spLocks noGrp="1" noChangeArrowheads="1"/>
          </p:cNvSpPr>
          <p:nvPr>
            <p:ph type="body" idx="1"/>
          </p:nvPr>
        </p:nvSpPr>
        <p:spPr>
          <a:xfrm>
            <a:off x="762000" y="1066800"/>
            <a:ext cx="8382000" cy="5029200"/>
          </a:xfrm>
        </p:spPr>
        <p:txBody>
          <a:bodyPr/>
          <a:lstStyle/>
          <a:p>
            <a:pPr marL="533400" indent="-533400" eaLnBrk="1" hangingPunct="1">
              <a:buSzTx/>
              <a:buFont typeface="Wingdings" panose="05000000000000000000" pitchFamily="2" charset="2"/>
              <a:buAutoNum type="arabicPeriod"/>
            </a:pPr>
            <a:endParaRPr lang="en-US" altLang="en-US" sz="2800"/>
          </a:p>
          <a:p>
            <a:pPr marL="533400" indent="-533400" eaLnBrk="1" hangingPunct="1"/>
            <a:r>
              <a:rPr lang="en-US" altLang="en-US"/>
              <a:t>Có 2 dạng bài toán:</a:t>
            </a:r>
          </a:p>
          <a:p>
            <a:pPr marL="914400" lvl="1" indent="-457200" eaLnBrk="1" hangingPunct="1"/>
            <a:r>
              <a:rPr lang="en-US" altLang="en-US"/>
              <a:t>Cho D, tìm xác suất hoàn thành dự án</a:t>
            </a:r>
          </a:p>
          <a:p>
            <a:pPr marL="1295400" lvl="2" indent="-381000" eaLnBrk="1" hangingPunct="1"/>
            <a:r>
              <a:rPr lang="en-US" altLang="en-US"/>
              <a:t>D </a:t>
            </a:r>
            <a:r>
              <a:rPr lang="en-US" altLang="en-US">
                <a:sym typeface="Wingdings" panose="05000000000000000000" pitchFamily="2" charset="2"/>
              </a:rPr>
              <a:t> Z  p%</a:t>
            </a:r>
          </a:p>
          <a:p>
            <a:pPr marL="914400" lvl="1" indent="-457200" eaLnBrk="1" hangingPunct="1"/>
            <a:r>
              <a:rPr lang="en-US" altLang="en-US"/>
              <a:t>Cho xác suất p%, tìm thời gian hoàn thành dự án D</a:t>
            </a:r>
          </a:p>
          <a:p>
            <a:pPr marL="1295400" lvl="2" indent="-381000" eaLnBrk="1" hangingPunct="1"/>
            <a:r>
              <a:rPr lang="en-US" altLang="en-US">
                <a:sym typeface="Wingdings" panose="05000000000000000000" pitchFamily="2" charset="2"/>
              </a:rPr>
              <a:t>p%  Z  D</a:t>
            </a:r>
          </a:p>
          <a:p>
            <a:pPr marL="914400" lvl="1" indent="-457200" eaLnBrk="1" hangingPunct="1"/>
            <a:endParaRPr lang="en-US" altLang="en-US"/>
          </a:p>
          <a:p>
            <a:pPr marL="533400" indent="-533400" eaLnBrk="1" hangingPunct="1">
              <a:buFont typeface="Wingdings" panose="05000000000000000000" pitchFamily="2" charset="2"/>
              <a:buNone/>
            </a:pPr>
            <a:endParaRPr lang="en-US" altLang="en-US" sz="2800"/>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sym typeface="Wingdings" panose="05000000000000000000" pitchFamily="2" charset="2"/>
            </a:endParaRPr>
          </a:p>
          <a:p>
            <a:pPr marL="533400" indent="-533400" eaLnBrk="1" hangingPunct="1"/>
            <a:endParaRPr lang="en-US" altLang="en-US" sz="2800"/>
          </a:p>
          <a:p>
            <a:pPr marL="914400" lvl="1" indent="-457200" eaLnBrk="1" hangingPunct="1"/>
            <a:endParaRPr lang="en-US" altLang="en-US" sz="2400"/>
          </a:p>
          <a:p>
            <a:pPr marL="533400" indent="-533400" eaLnBrk="1" hangingPunct="1"/>
            <a:endParaRPr lang="en-US" altLang="en-US" sz="280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Number Placeholder 5">
            <a:extLst>
              <a:ext uri="{FF2B5EF4-FFF2-40B4-BE49-F238E27FC236}">
                <a16:creationId xmlns:a16="http://schemas.microsoft.com/office/drawing/2014/main" id="{47C85A06-FC65-25E1-57AB-F32261E31CD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B7130ABF-463A-429F-878C-A5080D41D236}" type="slidenum">
              <a:rPr lang="en-US" altLang="en-US" b="0"/>
              <a:pPr/>
              <a:t>75</a:t>
            </a:fld>
            <a:endParaRPr lang="en-US" altLang="en-US" b="0"/>
          </a:p>
        </p:txBody>
      </p:sp>
      <p:sp>
        <p:nvSpPr>
          <p:cNvPr id="73731" name="Rectangle 2">
            <a:extLst>
              <a:ext uri="{FF2B5EF4-FFF2-40B4-BE49-F238E27FC236}">
                <a16:creationId xmlns:a16="http://schemas.microsoft.com/office/drawing/2014/main" id="{66034EA5-4522-E9BB-4B47-741BB4990EBE}"/>
              </a:ext>
            </a:extLst>
          </p:cNvPr>
          <p:cNvSpPr>
            <a:spLocks noGrp="1" noChangeArrowheads="1"/>
          </p:cNvSpPr>
          <p:nvPr>
            <p:ph type="title"/>
          </p:nvPr>
        </p:nvSpPr>
        <p:spPr>
          <a:xfrm>
            <a:off x="990600" y="152400"/>
            <a:ext cx="8153400" cy="1004888"/>
          </a:xfrm>
        </p:spPr>
        <p:txBody>
          <a:bodyPr/>
          <a:lstStyle/>
          <a:p>
            <a:pPr eaLnBrk="1" hangingPunct="1"/>
            <a:r>
              <a:rPr lang="en-US" altLang="en-US" sz="3000" b="1"/>
              <a:t>PHƯƠNG PHÁP SƠ ĐỒ PERT</a:t>
            </a:r>
          </a:p>
        </p:txBody>
      </p:sp>
      <p:sp>
        <p:nvSpPr>
          <p:cNvPr id="73732" name="Rectangle 3">
            <a:extLst>
              <a:ext uri="{FF2B5EF4-FFF2-40B4-BE49-F238E27FC236}">
                <a16:creationId xmlns:a16="http://schemas.microsoft.com/office/drawing/2014/main" id="{BE87001C-B43B-2FB7-B918-1B1069447F8A}"/>
              </a:ext>
            </a:extLst>
          </p:cNvPr>
          <p:cNvSpPr>
            <a:spLocks noGrp="1" noChangeArrowheads="1"/>
          </p:cNvSpPr>
          <p:nvPr>
            <p:ph type="body" idx="1"/>
          </p:nvPr>
        </p:nvSpPr>
        <p:spPr>
          <a:xfrm>
            <a:off x="762000" y="1066800"/>
            <a:ext cx="8382000" cy="5029200"/>
          </a:xfrm>
        </p:spPr>
        <p:txBody>
          <a:bodyPr/>
          <a:lstStyle/>
          <a:p>
            <a:pPr marL="533400" indent="-533400" eaLnBrk="1" hangingPunct="1">
              <a:buSzTx/>
              <a:buFont typeface="Wingdings" panose="05000000000000000000" pitchFamily="2" charset="2"/>
              <a:buAutoNum type="arabicPeriod"/>
            </a:pPr>
            <a:endParaRPr lang="en-US" altLang="en-US" sz="2800"/>
          </a:p>
          <a:p>
            <a:pPr marL="533400" indent="-533400" eaLnBrk="1" hangingPunct="1"/>
            <a:r>
              <a:rPr lang="en-US" altLang="en-US" sz="2800" b="1"/>
              <a:t>Ví dụ 1:</a:t>
            </a:r>
            <a:r>
              <a:rPr lang="en-US" altLang="en-US" sz="2800"/>
              <a:t> Tính xác suất hoàn thành DA trong thời gian mong muốn D=50, S=43, V=33.</a:t>
            </a:r>
          </a:p>
          <a:p>
            <a:pPr marL="533400" indent="-533400" eaLnBrk="1" hangingPunct="1"/>
            <a:r>
              <a:rPr lang="en-US" altLang="en-US" sz="2800"/>
              <a:t>Giải:</a:t>
            </a:r>
            <a:endParaRPr lang="en-US" altLang="en-US" sz="2800">
              <a:sym typeface="Wingdings" panose="05000000000000000000" pitchFamily="2" charset="2"/>
            </a:endParaRPr>
          </a:p>
          <a:p>
            <a:pPr marL="914400" lvl="1" indent="-457200" eaLnBrk="1" hangingPunct="1"/>
            <a:endParaRPr lang="en-US" altLang="en-US" sz="2400"/>
          </a:p>
          <a:p>
            <a:pPr marL="533400" indent="-533400" eaLnBrk="1" hangingPunct="1">
              <a:buFont typeface="Wingdings" panose="05000000000000000000" pitchFamily="2" charset="2"/>
              <a:buNone/>
            </a:pPr>
            <a:endParaRPr lang="en-US" altLang="en-US" sz="2800"/>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sym typeface="Wingdings" panose="05000000000000000000" pitchFamily="2" charset="2"/>
            </a:endParaRPr>
          </a:p>
          <a:p>
            <a:pPr marL="533400" indent="-533400" eaLnBrk="1" hangingPunct="1"/>
            <a:endParaRPr lang="en-US" altLang="en-US" sz="2800"/>
          </a:p>
          <a:p>
            <a:pPr marL="914400" lvl="1" indent="-457200" eaLnBrk="1" hangingPunct="1"/>
            <a:endParaRPr lang="en-US" altLang="en-US" sz="2400"/>
          </a:p>
          <a:p>
            <a:pPr marL="533400" indent="-533400" eaLnBrk="1" hangingPunct="1"/>
            <a:endParaRPr lang="en-US" altLang="en-US" sz="2800"/>
          </a:p>
        </p:txBody>
      </p:sp>
      <p:pic>
        <p:nvPicPr>
          <p:cNvPr id="73733" name="Picture 5">
            <a:extLst>
              <a:ext uri="{FF2B5EF4-FFF2-40B4-BE49-F238E27FC236}">
                <a16:creationId xmlns:a16="http://schemas.microsoft.com/office/drawing/2014/main" id="{3F6B7520-2A8D-9609-56E6-E3CAEBD29F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3200400"/>
            <a:ext cx="5791200" cy="187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Number Placeholder 5">
            <a:extLst>
              <a:ext uri="{FF2B5EF4-FFF2-40B4-BE49-F238E27FC236}">
                <a16:creationId xmlns:a16="http://schemas.microsoft.com/office/drawing/2014/main" id="{A4C076E9-46F4-26E6-8E2D-79C983A0A10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E3A30C22-4CAC-408F-B52B-DC4B26B2E442}" type="slidenum">
              <a:rPr lang="en-US" altLang="en-US" b="0"/>
              <a:pPr/>
              <a:t>76</a:t>
            </a:fld>
            <a:endParaRPr lang="en-US" altLang="en-US" b="0"/>
          </a:p>
        </p:txBody>
      </p:sp>
      <p:sp>
        <p:nvSpPr>
          <p:cNvPr id="74755" name="Rectangle 2">
            <a:extLst>
              <a:ext uri="{FF2B5EF4-FFF2-40B4-BE49-F238E27FC236}">
                <a16:creationId xmlns:a16="http://schemas.microsoft.com/office/drawing/2014/main" id="{D52BA3DB-15F7-4AC7-A677-2C77AB2A332C}"/>
              </a:ext>
            </a:extLst>
          </p:cNvPr>
          <p:cNvSpPr>
            <a:spLocks noGrp="1" noChangeArrowheads="1"/>
          </p:cNvSpPr>
          <p:nvPr>
            <p:ph type="title"/>
          </p:nvPr>
        </p:nvSpPr>
        <p:spPr>
          <a:xfrm>
            <a:off x="990600" y="152400"/>
            <a:ext cx="8153400" cy="1004888"/>
          </a:xfrm>
        </p:spPr>
        <p:txBody>
          <a:bodyPr/>
          <a:lstStyle/>
          <a:p>
            <a:pPr eaLnBrk="1" hangingPunct="1"/>
            <a:r>
              <a:rPr lang="en-US" altLang="en-US" sz="3000" b="1"/>
              <a:t>PHƯƠNG PHÁP SƠ ĐỒ PERT</a:t>
            </a:r>
          </a:p>
        </p:txBody>
      </p:sp>
      <p:sp>
        <p:nvSpPr>
          <p:cNvPr id="74756" name="Rectangle 3">
            <a:extLst>
              <a:ext uri="{FF2B5EF4-FFF2-40B4-BE49-F238E27FC236}">
                <a16:creationId xmlns:a16="http://schemas.microsoft.com/office/drawing/2014/main" id="{91E9952B-C106-C73F-7666-F875C564A806}"/>
              </a:ext>
            </a:extLst>
          </p:cNvPr>
          <p:cNvSpPr>
            <a:spLocks noGrp="1" noChangeArrowheads="1"/>
          </p:cNvSpPr>
          <p:nvPr>
            <p:ph type="body" idx="1"/>
          </p:nvPr>
        </p:nvSpPr>
        <p:spPr>
          <a:xfrm>
            <a:off x="762000" y="1066800"/>
            <a:ext cx="8382000" cy="5029200"/>
          </a:xfrm>
        </p:spPr>
        <p:txBody>
          <a:bodyPr/>
          <a:lstStyle/>
          <a:p>
            <a:pPr marL="533400" indent="-533400" eaLnBrk="1" hangingPunct="1">
              <a:buSzTx/>
              <a:buFont typeface="Wingdings" panose="05000000000000000000" pitchFamily="2" charset="2"/>
              <a:buAutoNum type="arabicPeriod"/>
            </a:pPr>
            <a:endParaRPr lang="en-US" altLang="en-US" sz="2800"/>
          </a:p>
          <a:p>
            <a:pPr marL="533400" indent="-533400" eaLnBrk="1" hangingPunct="1"/>
            <a:r>
              <a:rPr lang="en-US" altLang="en-US" sz="2800" b="1"/>
              <a:t>Ví dụ 2:</a:t>
            </a:r>
            <a:r>
              <a:rPr lang="en-US" altLang="en-US" sz="2800"/>
              <a:t> Nếu xác suất hoàn thành là 95% thì thời gian hoàn thành DA là bao nhiêu?</a:t>
            </a:r>
          </a:p>
          <a:p>
            <a:pPr marL="533400" indent="-533400" eaLnBrk="1" hangingPunct="1"/>
            <a:r>
              <a:rPr lang="en-US" altLang="en-US" sz="2800"/>
              <a:t>Giải:</a:t>
            </a:r>
          </a:p>
          <a:p>
            <a:pPr marL="533400" indent="-533400" eaLnBrk="1" hangingPunct="1">
              <a:buFont typeface="Wingdings" panose="05000000000000000000" pitchFamily="2" charset="2"/>
              <a:buNone/>
            </a:pPr>
            <a:r>
              <a:rPr lang="en-US" altLang="en-US" sz="2800"/>
              <a:t>	Tra bảng </a:t>
            </a:r>
            <a:r>
              <a:rPr lang="en-US" altLang="en-US" sz="2800">
                <a:sym typeface="Wingdings" panose="05000000000000000000" pitchFamily="2" charset="2"/>
              </a:rPr>
              <a:t> Z = 1.645</a:t>
            </a:r>
            <a:endParaRPr lang="en-US" altLang="en-US" sz="2800"/>
          </a:p>
          <a:p>
            <a:pPr marL="533400" indent="-533400" eaLnBrk="1" hangingPunct="1"/>
            <a:endParaRPr lang="en-US" altLang="en-US" sz="2800">
              <a:sym typeface="Wingdings" panose="05000000000000000000" pitchFamily="2" charset="2"/>
            </a:endParaRPr>
          </a:p>
          <a:p>
            <a:pPr marL="914400" lvl="1" indent="-457200" eaLnBrk="1" hangingPunct="1"/>
            <a:endParaRPr lang="en-US" altLang="en-US" sz="2400"/>
          </a:p>
          <a:p>
            <a:pPr marL="533400" indent="-533400" eaLnBrk="1" hangingPunct="1">
              <a:buFont typeface="Wingdings" panose="05000000000000000000" pitchFamily="2" charset="2"/>
              <a:buNone/>
            </a:pPr>
            <a:endParaRPr lang="en-US" altLang="en-US" sz="2800"/>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sym typeface="Wingdings" panose="05000000000000000000" pitchFamily="2" charset="2"/>
            </a:endParaRPr>
          </a:p>
          <a:p>
            <a:pPr marL="533400" indent="-533400" eaLnBrk="1" hangingPunct="1"/>
            <a:endParaRPr lang="en-US" altLang="en-US" sz="2800"/>
          </a:p>
          <a:p>
            <a:pPr marL="914400" lvl="1" indent="-457200" eaLnBrk="1" hangingPunct="1"/>
            <a:endParaRPr lang="en-US" altLang="en-US" sz="2400"/>
          </a:p>
          <a:p>
            <a:pPr marL="533400" indent="-533400" eaLnBrk="1" hangingPunct="1"/>
            <a:endParaRPr lang="en-US" altLang="en-US" sz="2800"/>
          </a:p>
        </p:txBody>
      </p:sp>
      <p:pic>
        <p:nvPicPr>
          <p:cNvPr id="74757" name="Picture 6">
            <a:extLst>
              <a:ext uri="{FF2B5EF4-FFF2-40B4-BE49-F238E27FC236}">
                <a16:creationId xmlns:a16="http://schemas.microsoft.com/office/drawing/2014/main" id="{536BC5FD-A0ED-905F-93D2-3DB6DDE74B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3733800"/>
            <a:ext cx="5486400"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Slide Number Placeholder 5">
            <a:extLst>
              <a:ext uri="{FF2B5EF4-FFF2-40B4-BE49-F238E27FC236}">
                <a16:creationId xmlns:a16="http://schemas.microsoft.com/office/drawing/2014/main" id="{F52CF8FB-CC70-3C9D-3773-403E7A26343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1D1976C0-4487-483B-8BCF-6DEA16104899}" type="slidenum">
              <a:rPr lang="en-US" altLang="en-US" b="0"/>
              <a:pPr/>
              <a:t>77</a:t>
            </a:fld>
            <a:endParaRPr lang="en-US" altLang="en-US" b="0"/>
          </a:p>
        </p:txBody>
      </p:sp>
      <p:sp>
        <p:nvSpPr>
          <p:cNvPr id="1028" name="Rectangle 2">
            <a:extLst>
              <a:ext uri="{FF2B5EF4-FFF2-40B4-BE49-F238E27FC236}">
                <a16:creationId xmlns:a16="http://schemas.microsoft.com/office/drawing/2014/main" id="{E4994297-57FD-D92A-977B-10793A659B6C}"/>
              </a:ext>
            </a:extLst>
          </p:cNvPr>
          <p:cNvSpPr>
            <a:spLocks noGrp="1" noChangeArrowheads="1"/>
          </p:cNvSpPr>
          <p:nvPr>
            <p:ph type="title"/>
          </p:nvPr>
        </p:nvSpPr>
        <p:spPr/>
        <p:txBody>
          <a:bodyPr/>
          <a:lstStyle/>
          <a:p>
            <a:pPr eaLnBrk="1" hangingPunct="1"/>
            <a:r>
              <a:rPr lang="en-US" altLang="en-US" b="1"/>
              <a:t>VÍ DỤ 1 - VẼ AON</a:t>
            </a:r>
          </a:p>
        </p:txBody>
      </p:sp>
      <p:graphicFrame>
        <p:nvGraphicFramePr>
          <p:cNvPr id="1026" name="Object 3">
            <a:extLst>
              <a:ext uri="{FF2B5EF4-FFF2-40B4-BE49-F238E27FC236}">
                <a16:creationId xmlns:a16="http://schemas.microsoft.com/office/drawing/2014/main" id="{905B42B6-233C-F814-A2B9-1C5BCF2C8B8C}"/>
              </a:ext>
            </a:extLst>
          </p:cNvPr>
          <p:cNvGraphicFramePr>
            <a:graphicFrameLocks noGrp="1" noChangeAspect="1"/>
          </p:cNvGraphicFramePr>
          <p:nvPr>
            <p:ph idx="1"/>
          </p:nvPr>
        </p:nvGraphicFramePr>
        <p:xfrm>
          <a:off x="762000" y="2133600"/>
          <a:ext cx="6765925" cy="3962400"/>
        </p:xfrm>
        <a:graphic>
          <a:graphicData uri="http://schemas.openxmlformats.org/presentationml/2006/ole">
            <mc:AlternateContent xmlns:mc="http://schemas.openxmlformats.org/markup-compatibility/2006">
              <mc:Choice xmlns:v="urn:schemas-microsoft-com:vml" Requires="v">
                <p:oleObj name="Document" r:id="rId3" imgW="7765222" imgH="5113262" progId="Word.Document.8">
                  <p:embed/>
                </p:oleObj>
              </mc:Choice>
              <mc:Fallback>
                <p:oleObj name="Document" r:id="rId3" imgW="7765222" imgH="5113262" progId="Word.Document.8">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2133600"/>
                        <a:ext cx="6765925" cy="3962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Number Placeholder 5">
            <a:extLst>
              <a:ext uri="{FF2B5EF4-FFF2-40B4-BE49-F238E27FC236}">
                <a16:creationId xmlns:a16="http://schemas.microsoft.com/office/drawing/2014/main" id="{7DE44E3F-62CC-BE88-FE0E-C89EFAB6078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8A80B93F-1049-4C21-91E9-80CA25A0E9CD}" type="slidenum">
              <a:rPr lang="en-US" altLang="en-US" b="0"/>
              <a:pPr/>
              <a:t>78</a:t>
            </a:fld>
            <a:endParaRPr lang="en-US" altLang="en-US" b="0"/>
          </a:p>
        </p:txBody>
      </p:sp>
      <p:sp>
        <p:nvSpPr>
          <p:cNvPr id="75779" name="Rectangle 2">
            <a:extLst>
              <a:ext uri="{FF2B5EF4-FFF2-40B4-BE49-F238E27FC236}">
                <a16:creationId xmlns:a16="http://schemas.microsoft.com/office/drawing/2014/main" id="{AC99EA3C-6D75-6746-B64A-473E031C80F0}"/>
              </a:ext>
            </a:extLst>
          </p:cNvPr>
          <p:cNvSpPr>
            <a:spLocks noGrp="1" noChangeArrowheads="1"/>
          </p:cNvSpPr>
          <p:nvPr>
            <p:ph type="title"/>
          </p:nvPr>
        </p:nvSpPr>
        <p:spPr/>
        <p:txBody>
          <a:bodyPr/>
          <a:lstStyle/>
          <a:p>
            <a:pPr eaLnBrk="1" hangingPunct="1"/>
            <a:r>
              <a:rPr lang="en-US" altLang="en-US" b="1"/>
              <a:t>AON - BƯỚC 1</a:t>
            </a:r>
          </a:p>
        </p:txBody>
      </p:sp>
      <p:pic>
        <p:nvPicPr>
          <p:cNvPr id="75780" name="Picture 3">
            <a:extLst>
              <a:ext uri="{FF2B5EF4-FFF2-40B4-BE49-F238E27FC236}">
                <a16:creationId xmlns:a16="http://schemas.microsoft.com/office/drawing/2014/main" id="{48787068-72DA-3F8B-AADE-72B242C1733D}"/>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362200" y="2209800"/>
            <a:ext cx="4127500" cy="2657475"/>
          </a:xfrm>
          <a:noFill/>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Number Placeholder 5">
            <a:extLst>
              <a:ext uri="{FF2B5EF4-FFF2-40B4-BE49-F238E27FC236}">
                <a16:creationId xmlns:a16="http://schemas.microsoft.com/office/drawing/2014/main" id="{78B8FC8F-C458-FB7F-8D53-0B2ACEDFB02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0DC576A8-5DCB-4F64-8D6B-95A01D963FC7}" type="slidenum">
              <a:rPr lang="en-US" altLang="en-US" b="0"/>
              <a:pPr/>
              <a:t>79</a:t>
            </a:fld>
            <a:endParaRPr lang="en-US" altLang="en-US" b="0"/>
          </a:p>
        </p:txBody>
      </p:sp>
      <p:sp>
        <p:nvSpPr>
          <p:cNvPr id="76803" name="Rectangle 2">
            <a:extLst>
              <a:ext uri="{FF2B5EF4-FFF2-40B4-BE49-F238E27FC236}">
                <a16:creationId xmlns:a16="http://schemas.microsoft.com/office/drawing/2014/main" id="{F89AFF04-28F2-F31F-00C1-DDA52F60FA26}"/>
              </a:ext>
            </a:extLst>
          </p:cNvPr>
          <p:cNvSpPr>
            <a:spLocks noGrp="1" noChangeArrowheads="1"/>
          </p:cNvSpPr>
          <p:nvPr>
            <p:ph type="title"/>
          </p:nvPr>
        </p:nvSpPr>
        <p:spPr/>
        <p:txBody>
          <a:bodyPr/>
          <a:lstStyle/>
          <a:p>
            <a:pPr eaLnBrk="1" hangingPunct="1"/>
            <a:r>
              <a:rPr lang="en-US" altLang="en-US" b="1"/>
              <a:t>AON - BƯỚC 2</a:t>
            </a:r>
          </a:p>
        </p:txBody>
      </p:sp>
      <p:pic>
        <p:nvPicPr>
          <p:cNvPr id="76804" name="Picture 3">
            <a:extLst>
              <a:ext uri="{FF2B5EF4-FFF2-40B4-BE49-F238E27FC236}">
                <a16:creationId xmlns:a16="http://schemas.microsoft.com/office/drawing/2014/main" id="{C3BE50E7-D4B4-86A7-17E6-DE45BFA3C6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1981200"/>
            <a:ext cx="5273675" cy="302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Number Placeholder 5">
            <a:extLst>
              <a:ext uri="{FF2B5EF4-FFF2-40B4-BE49-F238E27FC236}">
                <a16:creationId xmlns:a16="http://schemas.microsoft.com/office/drawing/2014/main" id="{D607D976-DB89-930A-1E37-75AD66728FA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5E3C10CB-7533-486A-A18C-BE0DEC361C9F}" type="slidenum">
              <a:rPr lang="en-US" altLang="en-US" b="0"/>
              <a:pPr/>
              <a:t>80</a:t>
            </a:fld>
            <a:endParaRPr lang="en-US" altLang="en-US" b="0"/>
          </a:p>
        </p:txBody>
      </p:sp>
      <p:sp>
        <p:nvSpPr>
          <p:cNvPr id="77827" name="Rectangle 2">
            <a:extLst>
              <a:ext uri="{FF2B5EF4-FFF2-40B4-BE49-F238E27FC236}">
                <a16:creationId xmlns:a16="http://schemas.microsoft.com/office/drawing/2014/main" id="{48BD14FA-CC22-51B9-2C6B-5EE61F99E263}"/>
              </a:ext>
            </a:extLst>
          </p:cNvPr>
          <p:cNvSpPr>
            <a:spLocks noGrp="1" noChangeArrowheads="1"/>
          </p:cNvSpPr>
          <p:nvPr>
            <p:ph type="title"/>
          </p:nvPr>
        </p:nvSpPr>
        <p:spPr/>
        <p:txBody>
          <a:bodyPr/>
          <a:lstStyle/>
          <a:p>
            <a:pPr eaLnBrk="1" hangingPunct="1"/>
            <a:r>
              <a:rPr lang="en-US" altLang="en-US" b="1"/>
              <a:t>AON - KẾT THÚC</a:t>
            </a:r>
          </a:p>
        </p:txBody>
      </p:sp>
      <p:pic>
        <p:nvPicPr>
          <p:cNvPr id="77828" name="Picture 3">
            <a:extLst>
              <a:ext uri="{FF2B5EF4-FFF2-40B4-BE49-F238E27FC236}">
                <a16:creationId xmlns:a16="http://schemas.microsoft.com/office/drawing/2014/main" id="{DA15B99E-2048-E4F0-4479-7BBF397C27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362200"/>
            <a:ext cx="7327900" cy="282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Number Placeholder 5">
            <a:extLst>
              <a:ext uri="{FF2B5EF4-FFF2-40B4-BE49-F238E27FC236}">
                <a16:creationId xmlns:a16="http://schemas.microsoft.com/office/drawing/2014/main" id="{E8D9A6CC-8E14-24D1-BED5-7B2A3AC34D8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A13376A3-2104-4223-A95C-6440AD76A938}" type="slidenum">
              <a:rPr lang="en-US" altLang="en-US" b="0"/>
              <a:pPr/>
              <a:t>81</a:t>
            </a:fld>
            <a:endParaRPr lang="en-US" altLang="en-US" b="0"/>
          </a:p>
        </p:txBody>
      </p:sp>
      <p:sp>
        <p:nvSpPr>
          <p:cNvPr id="78851" name="Rectangle 2">
            <a:extLst>
              <a:ext uri="{FF2B5EF4-FFF2-40B4-BE49-F238E27FC236}">
                <a16:creationId xmlns:a16="http://schemas.microsoft.com/office/drawing/2014/main" id="{D77A62DE-1726-02D7-0C7F-8DEE3971EDCC}"/>
              </a:ext>
            </a:extLst>
          </p:cNvPr>
          <p:cNvSpPr>
            <a:spLocks noGrp="1" noChangeArrowheads="1"/>
          </p:cNvSpPr>
          <p:nvPr>
            <p:ph type="title"/>
          </p:nvPr>
        </p:nvSpPr>
        <p:spPr/>
        <p:txBody>
          <a:bodyPr/>
          <a:lstStyle/>
          <a:p>
            <a:pPr eaLnBrk="1" hangingPunct="1"/>
            <a:r>
              <a:rPr lang="en-US" altLang="en-US" b="1"/>
              <a:t>AOA - BƯỚC 1</a:t>
            </a:r>
          </a:p>
        </p:txBody>
      </p:sp>
      <p:pic>
        <p:nvPicPr>
          <p:cNvPr id="78852" name="Picture 3">
            <a:extLst>
              <a:ext uri="{FF2B5EF4-FFF2-40B4-BE49-F238E27FC236}">
                <a16:creationId xmlns:a16="http://schemas.microsoft.com/office/drawing/2014/main" id="{A9B1BB7A-38E2-6596-EAE6-4E2A4E1FCB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800" y="1752600"/>
            <a:ext cx="2951163" cy="374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Number Placeholder 5">
            <a:extLst>
              <a:ext uri="{FF2B5EF4-FFF2-40B4-BE49-F238E27FC236}">
                <a16:creationId xmlns:a16="http://schemas.microsoft.com/office/drawing/2014/main" id="{CC73FBFC-7DE6-EB59-68B4-42E691513A5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45F234FD-09FA-4D56-9288-023187BDEE9B}" type="slidenum">
              <a:rPr lang="en-US" altLang="en-US" b="0"/>
              <a:pPr/>
              <a:t>82</a:t>
            </a:fld>
            <a:endParaRPr lang="en-US" altLang="en-US" b="0"/>
          </a:p>
        </p:txBody>
      </p:sp>
      <p:sp>
        <p:nvSpPr>
          <p:cNvPr id="79875" name="Rectangle 2">
            <a:extLst>
              <a:ext uri="{FF2B5EF4-FFF2-40B4-BE49-F238E27FC236}">
                <a16:creationId xmlns:a16="http://schemas.microsoft.com/office/drawing/2014/main" id="{CE5FA3FF-35B1-646E-F3E2-A191F459CCA8}"/>
              </a:ext>
            </a:extLst>
          </p:cNvPr>
          <p:cNvSpPr>
            <a:spLocks noGrp="1" noChangeArrowheads="1"/>
          </p:cNvSpPr>
          <p:nvPr>
            <p:ph type="title"/>
          </p:nvPr>
        </p:nvSpPr>
        <p:spPr/>
        <p:txBody>
          <a:bodyPr/>
          <a:lstStyle/>
          <a:p>
            <a:pPr eaLnBrk="1" hangingPunct="1"/>
            <a:r>
              <a:rPr lang="en-US" altLang="en-US" b="1"/>
              <a:t>AON - BƯỚC 2</a:t>
            </a:r>
          </a:p>
        </p:txBody>
      </p:sp>
      <p:pic>
        <p:nvPicPr>
          <p:cNvPr id="79876" name="Picture 3">
            <a:extLst>
              <a:ext uri="{FF2B5EF4-FFF2-40B4-BE49-F238E27FC236}">
                <a16:creationId xmlns:a16="http://schemas.microsoft.com/office/drawing/2014/main" id="{90F6E38A-D56F-260F-2866-7B2CB6FE83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1905000"/>
            <a:ext cx="3614738" cy="404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Number Placeholder 5">
            <a:extLst>
              <a:ext uri="{FF2B5EF4-FFF2-40B4-BE49-F238E27FC236}">
                <a16:creationId xmlns:a16="http://schemas.microsoft.com/office/drawing/2014/main" id="{78AFE5FC-B537-9CB4-9B7E-EC787699080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6FCF52DF-A14A-4585-8399-FBDE0F53CD1F}" type="slidenum">
              <a:rPr lang="en-US" altLang="en-US" b="0"/>
              <a:pPr/>
              <a:t>83</a:t>
            </a:fld>
            <a:endParaRPr lang="en-US" altLang="en-US" b="0"/>
          </a:p>
        </p:txBody>
      </p:sp>
      <p:sp>
        <p:nvSpPr>
          <p:cNvPr id="80899" name="Rectangle 2">
            <a:extLst>
              <a:ext uri="{FF2B5EF4-FFF2-40B4-BE49-F238E27FC236}">
                <a16:creationId xmlns:a16="http://schemas.microsoft.com/office/drawing/2014/main" id="{E36CB816-0539-0788-5570-F1DE04141251}"/>
              </a:ext>
            </a:extLst>
          </p:cNvPr>
          <p:cNvSpPr>
            <a:spLocks noGrp="1" noChangeArrowheads="1"/>
          </p:cNvSpPr>
          <p:nvPr>
            <p:ph type="title"/>
          </p:nvPr>
        </p:nvSpPr>
        <p:spPr/>
        <p:txBody>
          <a:bodyPr/>
          <a:lstStyle/>
          <a:p>
            <a:pPr eaLnBrk="1" hangingPunct="1"/>
            <a:r>
              <a:rPr lang="en-US" altLang="en-US" b="1"/>
              <a:t>AON - KẾT THÚC</a:t>
            </a:r>
          </a:p>
        </p:txBody>
      </p:sp>
      <p:pic>
        <p:nvPicPr>
          <p:cNvPr id="80900" name="Picture 3">
            <a:extLst>
              <a:ext uri="{FF2B5EF4-FFF2-40B4-BE49-F238E27FC236}">
                <a16:creationId xmlns:a16="http://schemas.microsoft.com/office/drawing/2014/main" id="{8076EA5E-48F7-4869-8458-0177916D9E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676400"/>
            <a:ext cx="6950075" cy="382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Slide Number Placeholder 5">
            <a:extLst>
              <a:ext uri="{FF2B5EF4-FFF2-40B4-BE49-F238E27FC236}">
                <a16:creationId xmlns:a16="http://schemas.microsoft.com/office/drawing/2014/main" id="{8CE7209E-2173-4779-1354-7FD2BBCF2AC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174328D7-BBCF-4FB3-B7E1-F168C3CE38EB}" type="slidenum">
              <a:rPr lang="en-US" altLang="en-US" b="0"/>
              <a:pPr/>
              <a:t>84</a:t>
            </a:fld>
            <a:endParaRPr lang="en-US" altLang="en-US" b="0"/>
          </a:p>
        </p:txBody>
      </p:sp>
      <p:sp>
        <p:nvSpPr>
          <p:cNvPr id="2052" name="Rectangle 2">
            <a:extLst>
              <a:ext uri="{FF2B5EF4-FFF2-40B4-BE49-F238E27FC236}">
                <a16:creationId xmlns:a16="http://schemas.microsoft.com/office/drawing/2014/main" id="{086757F7-804D-E26E-76F0-CF311302F293}"/>
              </a:ext>
            </a:extLst>
          </p:cNvPr>
          <p:cNvSpPr>
            <a:spLocks noGrp="1" noChangeArrowheads="1"/>
          </p:cNvSpPr>
          <p:nvPr>
            <p:ph type="title"/>
          </p:nvPr>
        </p:nvSpPr>
        <p:spPr/>
        <p:txBody>
          <a:bodyPr/>
          <a:lstStyle/>
          <a:p>
            <a:pPr eaLnBrk="1" hangingPunct="1"/>
            <a:r>
              <a:rPr lang="en-US" altLang="en-US" b="1"/>
              <a:t>VÍ DỤ 2</a:t>
            </a:r>
          </a:p>
        </p:txBody>
      </p:sp>
      <p:graphicFrame>
        <p:nvGraphicFramePr>
          <p:cNvPr id="2050" name="Object 3">
            <a:extLst>
              <a:ext uri="{FF2B5EF4-FFF2-40B4-BE49-F238E27FC236}">
                <a16:creationId xmlns:a16="http://schemas.microsoft.com/office/drawing/2014/main" id="{F476C9E3-37A5-76AC-9F07-EF4E439CCDDF}"/>
              </a:ext>
            </a:extLst>
          </p:cNvPr>
          <p:cNvGraphicFramePr>
            <a:graphicFrameLocks noGrp="1" noChangeAspect="1"/>
          </p:cNvGraphicFramePr>
          <p:nvPr>
            <p:ph idx="1"/>
          </p:nvPr>
        </p:nvGraphicFramePr>
        <p:xfrm>
          <a:off x="914400" y="1639888"/>
          <a:ext cx="5341938" cy="4456112"/>
        </p:xfrm>
        <a:graphic>
          <a:graphicData uri="http://schemas.openxmlformats.org/presentationml/2006/ole">
            <mc:AlternateContent xmlns:mc="http://schemas.openxmlformats.org/markup-compatibility/2006">
              <mc:Choice xmlns:v="urn:schemas-microsoft-com:vml" Requires="v">
                <p:oleObj name="Document" r:id="rId3" imgW="7925757" imgH="6611573" progId="Word.Document.8">
                  <p:embed/>
                </p:oleObj>
              </mc:Choice>
              <mc:Fallback>
                <p:oleObj name="Document" r:id="rId3" imgW="7925757" imgH="6611573" progId="Word.Document.8">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1639888"/>
                        <a:ext cx="5341938" cy="4456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53" name="Rectangle 4">
            <a:extLst>
              <a:ext uri="{FF2B5EF4-FFF2-40B4-BE49-F238E27FC236}">
                <a16:creationId xmlns:a16="http://schemas.microsoft.com/office/drawing/2014/main" id="{2DB6DC9E-A0F5-0687-AD42-828B570BA295}"/>
              </a:ext>
            </a:extLst>
          </p:cNvPr>
          <p:cNvSpPr>
            <a:spLocks noChangeArrowheads="1"/>
          </p:cNvSpPr>
          <p:nvPr/>
        </p:nvSpPr>
        <p:spPr bwMode="auto">
          <a:xfrm>
            <a:off x="5181600" y="2514600"/>
            <a:ext cx="3505200"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pPr algn="l">
              <a:buFontTx/>
              <a:buAutoNum type="alphaLcParenR"/>
            </a:pPr>
            <a:r>
              <a:rPr lang="en-US" altLang="en-US" b="0"/>
              <a:t>Hãy vẽ sơ đồ mạng theo dạng AON của dự án này? </a:t>
            </a:r>
          </a:p>
          <a:p>
            <a:pPr algn="l">
              <a:buFontTx/>
              <a:buAutoNum type="alphaLcParenR"/>
            </a:pPr>
            <a:endParaRPr lang="en-US" altLang="en-US" b="0"/>
          </a:p>
          <a:p>
            <a:pPr algn="l">
              <a:buFontTx/>
              <a:buAutoNum type="alphaLcParenR"/>
            </a:pPr>
            <a:r>
              <a:rPr lang="en-US" altLang="en-US" b="0"/>
              <a:t>Xác định thời gian dự trữ của các công tác không nằm trên đường găng? </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Number Placeholder 5">
            <a:extLst>
              <a:ext uri="{FF2B5EF4-FFF2-40B4-BE49-F238E27FC236}">
                <a16:creationId xmlns:a16="http://schemas.microsoft.com/office/drawing/2014/main" id="{953D5DA3-6181-1253-FE55-FE519E2AFB0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DBE19D53-2EE6-4394-B649-DB1B735D4F4E}" type="slidenum">
              <a:rPr lang="en-US" altLang="en-US" b="0"/>
              <a:pPr/>
              <a:t>85</a:t>
            </a:fld>
            <a:endParaRPr lang="en-US" altLang="en-US" b="0"/>
          </a:p>
        </p:txBody>
      </p:sp>
      <p:sp>
        <p:nvSpPr>
          <p:cNvPr id="81923" name="Rectangle 2">
            <a:extLst>
              <a:ext uri="{FF2B5EF4-FFF2-40B4-BE49-F238E27FC236}">
                <a16:creationId xmlns:a16="http://schemas.microsoft.com/office/drawing/2014/main" id="{E2862594-C9C9-3D35-F2C3-1F7BE04C35CD}"/>
              </a:ext>
            </a:extLst>
          </p:cNvPr>
          <p:cNvSpPr>
            <a:spLocks noGrp="1" noChangeArrowheads="1"/>
          </p:cNvSpPr>
          <p:nvPr>
            <p:ph type="title"/>
          </p:nvPr>
        </p:nvSpPr>
        <p:spPr/>
        <p:txBody>
          <a:bodyPr/>
          <a:lstStyle/>
          <a:p>
            <a:pPr eaLnBrk="1" hangingPunct="1"/>
            <a:r>
              <a:rPr lang="en-US" altLang="en-US" b="1"/>
              <a:t>VÍ DỤ 2</a:t>
            </a:r>
          </a:p>
        </p:txBody>
      </p:sp>
      <p:pic>
        <p:nvPicPr>
          <p:cNvPr id="81924" name="Picture 3">
            <a:extLst>
              <a:ext uri="{FF2B5EF4-FFF2-40B4-BE49-F238E27FC236}">
                <a16:creationId xmlns:a16="http://schemas.microsoft.com/office/drawing/2014/main" id="{95C598BF-C2F9-D695-DF97-A89700D0FB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600200"/>
            <a:ext cx="7480300" cy="373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Number Placeholder 5">
            <a:extLst>
              <a:ext uri="{FF2B5EF4-FFF2-40B4-BE49-F238E27FC236}">
                <a16:creationId xmlns:a16="http://schemas.microsoft.com/office/drawing/2014/main" id="{3D0E7B36-AAF1-D240-2097-96D6A935872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F9C6DB72-A938-4238-8A99-8DDDC11824D7}" type="slidenum">
              <a:rPr lang="en-US" altLang="en-US" b="0"/>
              <a:pPr/>
              <a:t>86</a:t>
            </a:fld>
            <a:endParaRPr lang="en-US" altLang="en-US" b="0"/>
          </a:p>
        </p:txBody>
      </p:sp>
      <p:sp>
        <p:nvSpPr>
          <p:cNvPr id="82947" name="Rectangle 2">
            <a:extLst>
              <a:ext uri="{FF2B5EF4-FFF2-40B4-BE49-F238E27FC236}">
                <a16:creationId xmlns:a16="http://schemas.microsoft.com/office/drawing/2014/main" id="{BABB4CB8-9E08-B11B-496E-334B7B67EDE3}"/>
              </a:ext>
            </a:extLst>
          </p:cNvPr>
          <p:cNvSpPr>
            <a:spLocks noGrp="1" noChangeArrowheads="1"/>
          </p:cNvSpPr>
          <p:nvPr>
            <p:ph type="title"/>
          </p:nvPr>
        </p:nvSpPr>
        <p:spPr>
          <a:xfrm>
            <a:off x="990600" y="152400"/>
            <a:ext cx="8153400" cy="1004888"/>
          </a:xfrm>
        </p:spPr>
        <p:txBody>
          <a:bodyPr/>
          <a:lstStyle/>
          <a:p>
            <a:pPr eaLnBrk="1" hangingPunct="1"/>
            <a:r>
              <a:rPr lang="en-US" altLang="en-US" sz="3000" b="1"/>
              <a:t>M</a:t>
            </a:r>
            <a:r>
              <a:rPr lang="en-US" altLang="en-US" b="1"/>
              <a:t>ỘT SỐ LƯU Ý</a:t>
            </a:r>
          </a:p>
        </p:txBody>
      </p:sp>
      <p:sp>
        <p:nvSpPr>
          <p:cNvPr id="82948" name="Rectangle 3">
            <a:extLst>
              <a:ext uri="{FF2B5EF4-FFF2-40B4-BE49-F238E27FC236}">
                <a16:creationId xmlns:a16="http://schemas.microsoft.com/office/drawing/2014/main" id="{174CEA3E-94DF-B638-2E18-70648CE6E133}"/>
              </a:ext>
            </a:extLst>
          </p:cNvPr>
          <p:cNvSpPr>
            <a:spLocks noGrp="1" noChangeArrowheads="1"/>
          </p:cNvSpPr>
          <p:nvPr>
            <p:ph type="body" idx="1"/>
          </p:nvPr>
        </p:nvSpPr>
        <p:spPr>
          <a:xfrm>
            <a:off x="762000" y="1066800"/>
            <a:ext cx="8382000" cy="5029200"/>
          </a:xfrm>
        </p:spPr>
        <p:txBody>
          <a:bodyPr/>
          <a:lstStyle/>
          <a:p>
            <a:pPr marL="533400" indent="-533400" eaLnBrk="1" hangingPunct="1">
              <a:buSzTx/>
              <a:buFont typeface="Wingdings" panose="05000000000000000000" pitchFamily="2" charset="2"/>
              <a:buAutoNum type="arabicPeriod"/>
            </a:pPr>
            <a:endParaRPr lang="en-US" altLang="en-US" sz="2800"/>
          </a:p>
          <a:p>
            <a:pPr marL="533400" indent="-533400" eaLnBrk="1" hangingPunct="1"/>
            <a:r>
              <a:rPr lang="en-US" altLang="en-US" b="1">
                <a:solidFill>
                  <a:srgbClr val="FF0066"/>
                </a:solidFill>
                <a:sym typeface="Wingdings" panose="05000000000000000000" pitchFamily="2" charset="2"/>
              </a:rPr>
              <a:t>Cần lưu ý để lập thời biểu chính xác</a:t>
            </a:r>
          </a:p>
          <a:p>
            <a:pPr marL="914400" lvl="1" indent="-457200" eaLnBrk="1" hangingPunct="1"/>
            <a:r>
              <a:rPr lang="en-US" altLang="en-US" sz="2400">
                <a:sym typeface="Wingdings" panose="05000000000000000000" pitchFamily="2" charset="2"/>
              </a:rPr>
              <a:t>C</a:t>
            </a:r>
            <a:r>
              <a:rPr lang="en-US" altLang="en-US">
                <a:sym typeface="Wingdings" panose="05000000000000000000" pitchFamily="2" charset="2"/>
              </a:rPr>
              <a:t>ác ngày nghỉ, ngày lễ, các sự kiện quan trọng của tổ chức</a:t>
            </a:r>
          </a:p>
          <a:p>
            <a:pPr marL="914400" lvl="1" indent="-457200" eaLnBrk="1" hangingPunct="1"/>
            <a:r>
              <a:rPr lang="en-US" altLang="en-US">
                <a:sym typeface="Wingdings" panose="05000000000000000000" pitchFamily="2" charset="2"/>
              </a:rPr>
              <a:t>Các hạn chế về thời gian từng công việc cụ thể: cần nhận dạng rõ, đầy đủ &amp; kịp thời để lập kế hoạch</a:t>
            </a:r>
          </a:p>
          <a:p>
            <a:pPr marL="914400" lvl="1" indent="-457200" eaLnBrk="1" hangingPunct="1"/>
            <a:r>
              <a:rPr lang="en-US" altLang="en-US">
                <a:sym typeface="Wingdings" panose="05000000000000000000" pitchFamily="2" charset="2"/>
              </a:rPr>
              <a:t>Cần trao đổi với các bên liên quan để có thông tin cần thiết để lập thời biểu</a:t>
            </a:r>
            <a:endParaRPr lang="en-US" altLang="en-US" sz="2400">
              <a:sym typeface="Wingdings" panose="05000000000000000000" pitchFamily="2" charset="2"/>
            </a:endParaRPr>
          </a:p>
          <a:p>
            <a:pPr marL="914400" lvl="1" indent="-457200" eaLnBrk="1" hangingPunct="1"/>
            <a:endParaRPr lang="en-US" altLang="en-US" sz="2400"/>
          </a:p>
          <a:p>
            <a:pPr marL="533400" indent="-533400" eaLnBrk="1" hangingPunct="1">
              <a:buFont typeface="Wingdings" panose="05000000000000000000" pitchFamily="2" charset="2"/>
              <a:buNone/>
            </a:pPr>
            <a:endParaRPr lang="en-US" altLang="en-US" sz="2800"/>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sym typeface="Wingdings" panose="05000000000000000000" pitchFamily="2" charset="2"/>
            </a:endParaRPr>
          </a:p>
          <a:p>
            <a:pPr marL="533400" indent="-533400" eaLnBrk="1" hangingPunct="1"/>
            <a:endParaRPr lang="en-US" altLang="en-US" sz="2800"/>
          </a:p>
          <a:p>
            <a:pPr marL="914400" lvl="1" indent="-457200" eaLnBrk="1" hangingPunct="1"/>
            <a:endParaRPr lang="en-US" altLang="en-US" sz="2400"/>
          </a:p>
          <a:p>
            <a:pPr marL="533400" indent="-533400" eaLnBrk="1" hangingPunct="1"/>
            <a:endParaRPr lang="en-US" altLang="en-US" sz="280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Number Placeholder 5">
            <a:extLst>
              <a:ext uri="{FF2B5EF4-FFF2-40B4-BE49-F238E27FC236}">
                <a16:creationId xmlns:a16="http://schemas.microsoft.com/office/drawing/2014/main" id="{89C85621-C342-ED8F-F871-B3C9642A598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A98D8AF6-1358-4CF2-9133-C9AEFE8E427A}" type="slidenum">
              <a:rPr lang="en-US" altLang="en-US" b="0"/>
              <a:pPr/>
              <a:t>87</a:t>
            </a:fld>
            <a:endParaRPr lang="en-US" altLang="en-US" b="0"/>
          </a:p>
        </p:txBody>
      </p:sp>
      <p:sp>
        <p:nvSpPr>
          <p:cNvPr id="83971" name="Rectangle 2">
            <a:extLst>
              <a:ext uri="{FF2B5EF4-FFF2-40B4-BE49-F238E27FC236}">
                <a16:creationId xmlns:a16="http://schemas.microsoft.com/office/drawing/2014/main" id="{9F442C61-F36E-AD5F-0AC1-63C078111E3D}"/>
              </a:ext>
            </a:extLst>
          </p:cNvPr>
          <p:cNvSpPr>
            <a:spLocks noGrp="1" noChangeArrowheads="1"/>
          </p:cNvSpPr>
          <p:nvPr>
            <p:ph type="title"/>
          </p:nvPr>
        </p:nvSpPr>
        <p:spPr>
          <a:xfrm>
            <a:off x="990600" y="152400"/>
            <a:ext cx="8153400" cy="1004888"/>
          </a:xfrm>
        </p:spPr>
        <p:txBody>
          <a:bodyPr/>
          <a:lstStyle/>
          <a:p>
            <a:pPr eaLnBrk="1" hangingPunct="1"/>
            <a:r>
              <a:rPr lang="en-US" altLang="en-US" sz="3000" b="1"/>
              <a:t>K</a:t>
            </a:r>
            <a:r>
              <a:rPr lang="en-US" altLang="en-US" b="1"/>
              <a:t>Ỹ THUẬT LÀM NGẮN TIẾN ĐỘ DỰ ÁN</a:t>
            </a:r>
          </a:p>
        </p:txBody>
      </p:sp>
      <p:sp>
        <p:nvSpPr>
          <p:cNvPr id="83972" name="Rectangle 3">
            <a:extLst>
              <a:ext uri="{FF2B5EF4-FFF2-40B4-BE49-F238E27FC236}">
                <a16:creationId xmlns:a16="http://schemas.microsoft.com/office/drawing/2014/main" id="{E65AFB24-87C6-8F35-25E3-B2AC648327EA}"/>
              </a:ext>
            </a:extLst>
          </p:cNvPr>
          <p:cNvSpPr>
            <a:spLocks noGrp="1" noChangeArrowheads="1"/>
          </p:cNvSpPr>
          <p:nvPr>
            <p:ph type="body" idx="1"/>
          </p:nvPr>
        </p:nvSpPr>
        <p:spPr>
          <a:xfrm>
            <a:off x="762000" y="1066800"/>
            <a:ext cx="8382000" cy="5029200"/>
          </a:xfrm>
        </p:spPr>
        <p:txBody>
          <a:bodyPr/>
          <a:lstStyle/>
          <a:p>
            <a:pPr marL="533400" indent="-533400" eaLnBrk="1" hangingPunct="1">
              <a:buSzTx/>
              <a:buFont typeface="Wingdings" panose="05000000000000000000" pitchFamily="2" charset="2"/>
              <a:buAutoNum type="arabicPeriod"/>
            </a:pPr>
            <a:endParaRPr lang="en-US" altLang="en-US" sz="2800"/>
          </a:p>
          <a:p>
            <a:pPr marL="533400" indent="-533400" eaLnBrk="1" hangingPunct="1"/>
            <a:r>
              <a:rPr lang="en-US" altLang="en-US" sz="2800">
                <a:sym typeface="Wingdings" panose="05000000000000000000" pitchFamily="2" charset="2"/>
              </a:rPr>
              <a:t>Trong thực tế, có rất nhiều trường hợp thời gian hoàn thành mong muốn (D) nhỏ hơn thời gian tối ưu để hoàn thành DA theo đường găng (S)</a:t>
            </a:r>
          </a:p>
          <a:p>
            <a:pPr marL="533400" indent="-533400" eaLnBrk="1" hangingPunct="1"/>
            <a:r>
              <a:rPr lang="en-US" altLang="en-US" sz="2800">
                <a:sym typeface="Wingdings" panose="05000000000000000000" pitchFamily="2" charset="2"/>
              </a:rPr>
              <a:t>Để đảm bảo thời gian qui định D  tìm cách rút ngắn thời gian đường găng S</a:t>
            </a:r>
          </a:p>
          <a:p>
            <a:pPr marL="533400" indent="-533400" eaLnBrk="1" hangingPunct="1"/>
            <a:r>
              <a:rPr lang="en-US" altLang="en-US" sz="2800">
                <a:sym typeface="Wingdings" panose="05000000000000000000" pitchFamily="2" charset="2"/>
              </a:rPr>
              <a:t>Làm ngắn thời gian của các công việc găng bằng cách tăng thêm nguồn lực hoặc thay đổi qui mô DA.</a:t>
            </a:r>
            <a:endParaRPr lang="en-US" altLang="en-US" sz="2800"/>
          </a:p>
          <a:p>
            <a:pPr marL="533400" indent="-533400" eaLnBrk="1" hangingPunct="1"/>
            <a:endParaRPr lang="en-US" altLang="en-US" sz="2800"/>
          </a:p>
          <a:p>
            <a:pPr marL="533400" indent="-533400" eaLnBrk="1" hangingPunct="1"/>
            <a:endParaRPr lang="en-US" altLang="en-US" sz="2800">
              <a:sym typeface="Wingdings" panose="05000000000000000000" pitchFamily="2" charset="2"/>
            </a:endParaRPr>
          </a:p>
          <a:p>
            <a:pPr marL="533400" indent="-533400" eaLnBrk="1" hangingPunct="1"/>
            <a:endParaRPr lang="en-US" altLang="en-US" sz="2800"/>
          </a:p>
          <a:p>
            <a:pPr marL="914400" lvl="1" indent="-457200" eaLnBrk="1" hangingPunct="1"/>
            <a:endParaRPr lang="en-US" altLang="en-US" sz="2400"/>
          </a:p>
          <a:p>
            <a:pPr marL="533400" indent="-533400" eaLnBrk="1" hangingPunct="1"/>
            <a:endParaRPr lang="en-US" altLang="en-US" sz="280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Number Placeholder 5">
            <a:extLst>
              <a:ext uri="{FF2B5EF4-FFF2-40B4-BE49-F238E27FC236}">
                <a16:creationId xmlns:a16="http://schemas.microsoft.com/office/drawing/2014/main" id="{662DC017-B71C-282F-1F16-D3FC7304582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40B46215-178C-423A-94B9-D02E6E8339EC}" type="slidenum">
              <a:rPr lang="en-US" altLang="en-US" b="0"/>
              <a:pPr/>
              <a:t>88</a:t>
            </a:fld>
            <a:endParaRPr lang="en-US" altLang="en-US" b="0"/>
          </a:p>
        </p:txBody>
      </p:sp>
      <p:sp>
        <p:nvSpPr>
          <p:cNvPr id="84995" name="Rectangle 2">
            <a:extLst>
              <a:ext uri="{FF2B5EF4-FFF2-40B4-BE49-F238E27FC236}">
                <a16:creationId xmlns:a16="http://schemas.microsoft.com/office/drawing/2014/main" id="{449ED1BD-19EA-0C6C-91F2-5A2ED997B136}"/>
              </a:ext>
            </a:extLst>
          </p:cNvPr>
          <p:cNvSpPr>
            <a:spLocks noGrp="1" noChangeArrowheads="1"/>
          </p:cNvSpPr>
          <p:nvPr>
            <p:ph type="title"/>
          </p:nvPr>
        </p:nvSpPr>
        <p:spPr>
          <a:xfrm>
            <a:off x="990600" y="152400"/>
            <a:ext cx="8153400" cy="1004888"/>
          </a:xfrm>
        </p:spPr>
        <p:txBody>
          <a:bodyPr/>
          <a:lstStyle/>
          <a:p>
            <a:pPr eaLnBrk="1" hangingPunct="1"/>
            <a:r>
              <a:rPr lang="en-US" altLang="en-US" sz="3000" b="1"/>
              <a:t>BI</a:t>
            </a:r>
            <a:r>
              <a:rPr lang="en-US" altLang="en-US" b="1"/>
              <a:t>ỆN PHÁP RÚT NGẮN ĐƯỜNG GĂNG</a:t>
            </a:r>
          </a:p>
        </p:txBody>
      </p:sp>
      <p:sp>
        <p:nvSpPr>
          <p:cNvPr id="84996" name="Rectangle 3">
            <a:extLst>
              <a:ext uri="{FF2B5EF4-FFF2-40B4-BE49-F238E27FC236}">
                <a16:creationId xmlns:a16="http://schemas.microsoft.com/office/drawing/2014/main" id="{2949C341-1666-B73A-D373-ED0E296ACD23}"/>
              </a:ext>
            </a:extLst>
          </p:cNvPr>
          <p:cNvSpPr>
            <a:spLocks noGrp="1" noChangeArrowheads="1"/>
          </p:cNvSpPr>
          <p:nvPr>
            <p:ph type="body" idx="1"/>
          </p:nvPr>
        </p:nvSpPr>
        <p:spPr>
          <a:xfrm>
            <a:off x="762000" y="1066800"/>
            <a:ext cx="8382000" cy="5029200"/>
          </a:xfrm>
        </p:spPr>
        <p:txBody>
          <a:bodyPr/>
          <a:lstStyle/>
          <a:p>
            <a:pPr marL="533400" indent="-533400" eaLnBrk="1" hangingPunct="1">
              <a:buSzTx/>
              <a:buFont typeface="Wingdings" panose="05000000000000000000" pitchFamily="2" charset="2"/>
              <a:buAutoNum type="arabicPeriod"/>
            </a:pPr>
            <a:endParaRPr lang="en-US" altLang="en-US" sz="2800"/>
          </a:p>
          <a:p>
            <a:pPr marL="533400" indent="-533400" eaLnBrk="1" hangingPunct="1"/>
            <a:r>
              <a:rPr lang="en-US" altLang="en-US" sz="2800">
                <a:sym typeface="Wingdings" panose="05000000000000000000" pitchFamily="2" charset="2"/>
              </a:rPr>
              <a:t>Bố trí các công việc song song thay vì nối tiếp trong sơ đồ mạng</a:t>
            </a:r>
          </a:p>
          <a:p>
            <a:pPr marL="533400" indent="-533400" eaLnBrk="1" hangingPunct="1"/>
            <a:r>
              <a:rPr lang="en-US" altLang="en-US" sz="2800">
                <a:sym typeface="Wingdings" panose="05000000000000000000" pitchFamily="2" charset="2"/>
              </a:rPr>
              <a:t>Phân phối lại nguồn lực: tăng công nhân, tăng giờ lao động, tăng công suất thiết bị</a:t>
            </a:r>
          </a:p>
          <a:p>
            <a:pPr marL="533400" indent="-533400" eaLnBrk="1" hangingPunct="1"/>
            <a:r>
              <a:rPr lang="en-US" altLang="en-US" sz="2800">
                <a:sym typeface="Wingdings" panose="05000000000000000000" pitchFamily="2" charset="2"/>
              </a:rPr>
              <a:t>Thay đổi biện pháp kỹ thuật</a:t>
            </a:r>
          </a:p>
          <a:p>
            <a:pPr marL="533400" indent="-533400" eaLnBrk="1" hangingPunct="1"/>
            <a:r>
              <a:rPr lang="en-US" altLang="en-US" sz="2800">
                <a:sym typeface="Wingdings" panose="05000000000000000000" pitchFamily="2" charset="2"/>
              </a:rPr>
              <a:t>Biện pháp rút ngắn thời gian đường găng  chi phí dự án tăng</a:t>
            </a:r>
          </a:p>
          <a:p>
            <a:pPr marL="533400" indent="-533400" eaLnBrk="1" hangingPunct="1"/>
            <a:r>
              <a:rPr lang="en-US" altLang="en-US" sz="2800" b="1">
                <a:sym typeface="Wingdings" panose="05000000000000000000" pitchFamily="2" charset="2"/>
              </a:rPr>
              <a:t>Vấn đề:</a:t>
            </a:r>
            <a:r>
              <a:rPr lang="en-US" altLang="en-US" sz="2800">
                <a:sym typeface="Wingdings" panose="05000000000000000000" pitchFamily="2" charset="2"/>
              </a:rPr>
              <a:t> </a:t>
            </a:r>
            <a:r>
              <a:rPr lang="en-US" altLang="en-US" sz="2800">
                <a:solidFill>
                  <a:srgbClr val="EA2A16"/>
                </a:solidFill>
                <a:sym typeface="Wingdings" panose="05000000000000000000" pitchFamily="2" charset="2"/>
              </a:rPr>
              <a:t>làm thế nào rút ngắn S với chi phí tăng là nhỏ nhất?</a:t>
            </a:r>
          </a:p>
          <a:p>
            <a:pPr marL="533400" indent="-533400" eaLnBrk="1" hangingPunct="1"/>
            <a:endParaRPr lang="en-US" altLang="en-US" sz="2800">
              <a:solidFill>
                <a:srgbClr val="EA2A16"/>
              </a:solidFill>
              <a:sym typeface="Wingdings" panose="05000000000000000000" pitchFamily="2" charset="2"/>
            </a:endParaRPr>
          </a:p>
          <a:p>
            <a:pPr marL="914400" lvl="1" indent="-457200" eaLnBrk="1" hangingPunct="1"/>
            <a:endParaRPr lang="en-US" altLang="en-US"/>
          </a:p>
          <a:p>
            <a:pPr marL="533400" indent="-533400" eaLnBrk="1" hangingPunct="1">
              <a:buFont typeface="Wingdings" panose="05000000000000000000" pitchFamily="2" charset="2"/>
              <a:buNone/>
            </a:pPr>
            <a:endParaRPr lang="en-US" altLang="en-US" sz="2800"/>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p>
          <a:p>
            <a:pPr marL="533400" indent="-533400" eaLnBrk="1" hangingPunct="1"/>
            <a:endParaRPr lang="en-US" altLang="en-US" sz="2800">
              <a:sym typeface="Wingdings" panose="05000000000000000000" pitchFamily="2" charset="2"/>
            </a:endParaRPr>
          </a:p>
          <a:p>
            <a:pPr marL="533400" indent="-533400" eaLnBrk="1" hangingPunct="1"/>
            <a:endParaRPr lang="en-US" altLang="en-US" sz="2800"/>
          </a:p>
          <a:p>
            <a:pPr marL="914400" lvl="1" indent="-457200" eaLnBrk="1" hangingPunct="1"/>
            <a:endParaRPr lang="en-US" altLang="en-US" sz="2400"/>
          </a:p>
          <a:p>
            <a:pPr marL="533400" indent="-533400" eaLnBrk="1" hangingPunct="1"/>
            <a:endParaRPr lang="en-US" altLang="en-US" sz="280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Number Placeholder 5">
            <a:extLst>
              <a:ext uri="{FF2B5EF4-FFF2-40B4-BE49-F238E27FC236}">
                <a16:creationId xmlns:a16="http://schemas.microsoft.com/office/drawing/2014/main" id="{8753986D-D33D-A799-C9AE-B4E5BF0A1E3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72B82F83-7420-48A2-8496-A73AD6281462}" type="slidenum">
              <a:rPr lang="en-US" altLang="en-US" b="0"/>
              <a:pPr/>
              <a:t>89</a:t>
            </a:fld>
            <a:endParaRPr lang="en-US" altLang="en-US" b="0"/>
          </a:p>
        </p:txBody>
      </p:sp>
      <p:sp>
        <p:nvSpPr>
          <p:cNvPr id="86019" name="Rectangle 2">
            <a:extLst>
              <a:ext uri="{FF2B5EF4-FFF2-40B4-BE49-F238E27FC236}">
                <a16:creationId xmlns:a16="http://schemas.microsoft.com/office/drawing/2014/main" id="{36882289-7C36-9DF2-3198-EC2DD1F84281}"/>
              </a:ext>
            </a:extLst>
          </p:cNvPr>
          <p:cNvSpPr>
            <a:spLocks noGrp="1" noChangeArrowheads="1"/>
          </p:cNvSpPr>
          <p:nvPr>
            <p:ph type="title"/>
          </p:nvPr>
        </p:nvSpPr>
        <p:spPr/>
        <p:txBody>
          <a:bodyPr/>
          <a:lstStyle/>
          <a:p>
            <a:pPr eaLnBrk="1" hangingPunct="1"/>
            <a:r>
              <a:rPr lang="en-US" altLang="en-US" b="1"/>
              <a:t>Q &amp; A</a:t>
            </a:r>
          </a:p>
        </p:txBody>
      </p:sp>
      <p:pic>
        <p:nvPicPr>
          <p:cNvPr id="86020" name="Picture 3">
            <a:extLst>
              <a:ext uri="{FF2B5EF4-FFF2-40B4-BE49-F238E27FC236}">
                <a16:creationId xmlns:a16="http://schemas.microsoft.com/office/drawing/2014/main" id="{65219F39-D044-C3C6-DBA9-F5FBD0BFB0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1600200"/>
            <a:ext cx="5830888" cy="384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Number Placeholder 5">
            <a:extLst>
              <a:ext uri="{FF2B5EF4-FFF2-40B4-BE49-F238E27FC236}">
                <a16:creationId xmlns:a16="http://schemas.microsoft.com/office/drawing/2014/main" id="{13054393-2C46-A56F-8F03-A8A205CEA9D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645F2461-4F5E-48D2-9F84-CBC49198333C}" type="slidenum">
              <a:rPr lang="en-US" altLang="en-US" b="0"/>
              <a:pPr/>
              <a:t>90</a:t>
            </a:fld>
            <a:endParaRPr lang="en-US" altLang="en-US" b="0"/>
          </a:p>
        </p:txBody>
      </p:sp>
      <p:sp>
        <p:nvSpPr>
          <p:cNvPr id="87043" name="Rectangle 2">
            <a:extLst>
              <a:ext uri="{FF2B5EF4-FFF2-40B4-BE49-F238E27FC236}">
                <a16:creationId xmlns:a16="http://schemas.microsoft.com/office/drawing/2014/main" id="{88F9822F-19BE-D654-B698-7AFF871F3DB1}"/>
              </a:ext>
            </a:extLst>
          </p:cNvPr>
          <p:cNvSpPr>
            <a:spLocks noGrp="1" noChangeArrowheads="1"/>
          </p:cNvSpPr>
          <p:nvPr>
            <p:ph type="title"/>
          </p:nvPr>
        </p:nvSpPr>
        <p:spPr/>
        <p:txBody>
          <a:bodyPr/>
          <a:lstStyle/>
          <a:p>
            <a:pPr eaLnBrk="1" hangingPunct="1"/>
            <a:r>
              <a:rPr lang="en-US" altLang="en-US" b="1"/>
              <a:t>ÔN TẬP </a:t>
            </a:r>
          </a:p>
        </p:txBody>
      </p:sp>
      <p:sp>
        <p:nvSpPr>
          <p:cNvPr id="87044" name="Rectangle 3">
            <a:extLst>
              <a:ext uri="{FF2B5EF4-FFF2-40B4-BE49-F238E27FC236}">
                <a16:creationId xmlns:a16="http://schemas.microsoft.com/office/drawing/2014/main" id="{6C1C2C3C-5E9B-FB1F-E91A-0590DA41C4D9}"/>
              </a:ext>
            </a:extLst>
          </p:cNvPr>
          <p:cNvSpPr>
            <a:spLocks noGrp="1" noChangeArrowheads="1"/>
          </p:cNvSpPr>
          <p:nvPr>
            <p:ph type="body" idx="1"/>
          </p:nvPr>
        </p:nvSpPr>
        <p:spPr>
          <a:xfrm>
            <a:off x="228600" y="1143000"/>
            <a:ext cx="4114800" cy="5486400"/>
          </a:xfrm>
        </p:spPr>
        <p:txBody>
          <a:bodyPr/>
          <a:lstStyle/>
          <a:p>
            <a:pPr marL="609600" indent="-609600" eaLnBrk="1" hangingPunct="1">
              <a:buSzTx/>
              <a:buFont typeface="Wingdings" panose="05000000000000000000" pitchFamily="2" charset="2"/>
              <a:buAutoNum type="arabicPeriod"/>
            </a:pPr>
            <a:endParaRPr lang="en-US" altLang="en-US" sz="2000"/>
          </a:p>
          <a:p>
            <a:pPr marL="990600" lvl="1" indent="-533400" eaLnBrk="1" hangingPunct="1">
              <a:buFont typeface="Wingdings" panose="05000000000000000000" pitchFamily="2" charset="2"/>
              <a:buAutoNum type="alphaLcParenR"/>
            </a:pPr>
            <a:r>
              <a:rPr lang="en-US" altLang="en-US" sz="2000"/>
              <a:t>PERT</a:t>
            </a:r>
          </a:p>
          <a:p>
            <a:pPr marL="990600" lvl="1" indent="-533400" eaLnBrk="1" hangingPunct="1">
              <a:buFont typeface="Wingdings" panose="05000000000000000000" pitchFamily="2" charset="2"/>
              <a:buAutoNum type="alphaLcParenR"/>
            </a:pPr>
            <a:r>
              <a:rPr lang="en-US" altLang="en-US" sz="2000"/>
              <a:t>CPM</a:t>
            </a:r>
          </a:p>
          <a:p>
            <a:pPr marL="990600" lvl="1" indent="-533400" eaLnBrk="1" hangingPunct="1">
              <a:buFont typeface="Wingdings" panose="05000000000000000000" pitchFamily="2" charset="2"/>
              <a:buAutoNum type="alphaLcParenR"/>
            </a:pPr>
            <a:r>
              <a:rPr lang="en-US" altLang="en-US" sz="2000"/>
              <a:t>Sơ đồ Gantt</a:t>
            </a:r>
          </a:p>
          <a:p>
            <a:pPr marL="990600" lvl="1" indent="-533400" eaLnBrk="1" hangingPunct="1">
              <a:buFont typeface="Wingdings" panose="05000000000000000000" pitchFamily="2" charset="2"/>
              <a:buAutoNum type="alphaLcParenR"/>
            </a:pPr>
            <a:r>
              <a:rPr lang="en-US" altLang="en-US" sz="2000"/>
              <a:t>Mốc chính (milestone)</a:t>
            </a:r>
          </a:p>
          <a:p>
            <a:pPr marL="990600" lvl="1" indent="-533400" eaLnBrk="1" hangingPunct="1">
              <a:buFont typeface="Wingdings" panose="05000000000000000000" pitchFamily="2" charset="2"/>
              <a:buAutoNum type="alphaLcParenR"/>
            </a:pPr>
            <a:r>
              <a:rPr lang="en-US" altLang="en-US" sz="2000"/>
              <a:t>Độ trễ toàn phần (total slack)</a:t>
            </a:r>
          </a:p>
          <a:p>
            <a:pPr marL="990600" lvl="1" indent="-533400" eaLnBrk="1" hangingPunct="1">
              <a:buFont typeface="Wingdings" panose="05000000000000000000" pitchFamily="2" charset="2"/>
              <a:buAutoNum type="alphaLcParenR"/>
            </a:pPr>
            <a:r>
              <a:rPr lang="en-US" altLang="en-US" sz="2000"/>
              <a:t>Sơ đồ mạng dự án (project network diagram)</a:t>
            </a:r>
          </a:p>
          <a:p>
            <a:pPr marL="990600" lvl="1" indent="-533400" eaLnBrk="1" hangingPunct="1">
              <a:buFont typeface="Wingdings" panose="05000000000000000000" pitchFamily="2" charset="2"/>
              <a:buAutoNum type="alphaLcParenR"/>
            </a:pPr>
            <a:r>
              <a:rPr lang="en-US" altLang="en-US" sz="2000"/>
              <a:t>LS (Lastest Start of an activity)</a:t>
            </a:r>
          </a:p>
          <a:p>
            <a:pPr marL="990600" lvl="1" indent="-533400" eaLnBrk="1" hangingPunct="1">
              <a:buFont typeface="Wingdings" panose="05000000000000000000" pitchFamily="2" charset="2"/>
              <a:buAutoNum type="alphaLcParenR"/>
            </a:pPr>
            <a:r>
              <a:rPr lang="en-US" altLang="en-US" sz="2000"/>
              <a:t>ES (Earliest Start of an activity)</a:t>
            </a:r>
          </a:p>
        </p:txBody>
      </p:sp>
      <p:sp>
        <p:nvSpPr>
          <p:cNvPr id="87045" name="Rectangle 4">
            <a:extLst>
              <a:ext uri="{FF2B5EF4-FFF2-40B4-BE49-F238E27FC236}">
                <a16:creationId xmlns:a16="http://schemas.microsoft.com/office/drawing/2014/main" id="{87C4EB63-9027-C592-21E0-9FF8486BC96A}"/>
              </a:ext>
            </a:extLst>
          </p:cNvPr>
          <p:cNvSpPr>
            <a:spLocks noChangeArrowheads="1"/>
          </p:cNvSpPr>
          <p:nvPr/>
        </p:nvSpPr>
        <p:spPr bwMode="auto">
          <a:xfrm>
            <a:off x="3733800" y="1143000"/>
            <a:ext cx="51816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defRPr b="1">
                <a:solidFill>
                  <a:schemeClr val="tx1"/>
                </a:solidFill>
                <a:latin typeface="Tahoma" panose="020B0604030504040204" pitchFamily="34" charset="0"/>
              </a:defRPr>
            </a:lvl1pPr>
            <a:lvl2pPr marL="990600" indent="-53340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pPr algn="l" eaLnBrk="1" hangingPunct="1">
              <a:spcBef>
                <a:spcPct val="20000"/>
              </a:spcBef>
              <a:buClr>
                <a:schemeClr val="folHlink"/>
              </a:buClr>
              <a:buFont typeface="Wingdings" panose="05000000000000000000" pitchFamily="2" charset="2"/>
              <a:buAutoNum type="arabicPeriod"/>
            </a:pPr>
            <a:endParaRPr lang="en-US" altLang="en-US" sz="1600" b="0"/>
          </a:p>
          <a:p>
            <a:pPr lvl="1" algn="l" eaLnBrk="1" hangingPunct="1">
              <a:spcBef>
                <a:spcPct val="20000"/>
              </a:spcBef>
              <a:buClr>
                <a:schemeClr val="hlink"/>
              </a:buClr>
              <a:buSzPct val="55000"/>
              <a:buFont typeface="Wingdings" panose="05000000000000000000" pitchFamily="2" charset="2"/>
              <a:buAutoNum type="arabicPeriod"/>
            </a:pPr>
            <a:r>
              <a:rPr lang="en-US" altLang="en-US" sz="1600" b="0"/>
              <a:t>Thời gian muộn nhất của một công việc có thể bắt đầu</a:t>
            </a:r>
          </a:p>
          <a:p>
            <a:pPr lvl="1" algn="l" eaLnBrk="1" hangingPunct="1">
              <a:spcBef>
                <a:spcPct val="20000"/>
              </a:spcBef>
              <a:buClr>
                <a:schemeClr val="hlink"/>
              </a:buClr>
              <a:buSzPct val="55000"/>
              <a:buFont typeface="Wingdings" panose="05000000000000000000" pitchFamily="2" charset="2"/>
              <a:buAutoNum type="arabicPeriod"/>
            </a:pPr>
            <a:r>
              <a:rPr lang="en-US" altLang="en-US" sz="1600" b="0"/>
              <a:t>Thời hạn cho một họat động có thể bị trễ mà không làm trễ đến ngày kết thúc dự án.</a:t>
            </a:r>
          </a:p>
          <a:p>
            <a:pPr lvl="1" algn="l" eaLnBrk="1" hangingPunct="1">
              <a:spcBef>
                <a:spcPct val="20000"/>
              </a:spcBef>
              <a:buClr>
                <a:schemeClr val="hlink"/>
              </a:buClr>
              <a:buSzPct val="55000"/>
              <a:buFont typeface="Wingdings" panose="05000000000000000000" pitchFamily="2" charset="2"/>
              <a:buAutoNum type="arabicPeriod"/>
            </a:pPr>
            <a:r>
              <a:rPr lang="en-US" altLang="en-US" sz="1600" b="0"/>
              <a:t>Một sự kiện/biến cố có ý nghĩa trong một dự án mà thời gian bằng 0.</a:t>
            </a:r>
          </a:p>
          <a:p>
            <a:pPr lvl="1" algn="l" eaLnBrk="1" hangingPunct="1">
              <a:spcBef>
                <a:spcPct val="20000"/>
              </a:spcBef>
              <a:buClr>
                <a:schemeClr val="hlink"/>
              </a:buClr>
              <a:buSzPct val="55000"/>
              <a:buFont typeface="Wingdings" panose="05000000000000000000" pitchFamily="2" charset="2"/>
              <a:buAutoNum type="arabicPeriod"/>
            </a:pPr>
            <a:r>
              <a:rPr lang="en-US" altLang="en-US" sz="1600" b="0"/>
              <a:t>Kỹ thuật mạng để ước tính thời gian khi có sự không chắc chắn về ứơc tính thời gian của mỗi công việc.</a:t>
            </a:r>
          </a:p>
          <a:p>
            <a:pPr lvl="1" algn="l" eaLnBrk="1" hangingPunct="1">
              <a:spcBef>
                <a:spcPct val="20000"/>
              </a:spcBef>
              <a:buClr>
                <a:schemeClr val="hlink"/>
              </a:buClr>
              <a:buSzPct val="55000"/>
              <a:buFont typeface="Wingdings" panose="05000000000000000000" pitchFamily="2" charset="2"/>
              <a:buAutoNum type="arabicPeriod"/>
            </a:pPr>
            <a:r>
              <a:rPr lang="en-US" altLang="en-US" sz="1600" b="0"/>
              <a:t>Kỹ thuật mạng dùng để ước tính tổng thời gian thực hiện dự án.</a:t>
            </a:r>
          </a:p>
          <a:p>
            <a:pPr lvl="1" algn="l" eaLnBrk="1" hangingPunct="1">
              <a:spcBef>
                <a:spcPct val="20000"/>
              </a:spcBef>
              <a:buClr>
                <a:schemeClr val="hlink"/>
              </a:buClr>
              <a:buSzPct val="55000"/>
              <a:buFont typeface="Wingdings" panose="05000000000000000000" pitchFamily="2" charset="2"/>
              <a:buAutoNum type="arabicPeriod"/>
            </a:pPr>
            <a:r>
              <a:rPr lang="en-US" altLang="en-US" sz="1600" b="0"/>
              <a:t>Thời gian sớm nhất của một công việc có thể băt đầu</a:t>
            </a:r>
          </a:p>
          <a:p>
            <a:pPr lvl="1" algn="l" eaLnBrk="1" hangingPunct="1">
              <a:spcBef>
                <a:spcPct val="20000"/>
              </a:spcBef>
              <a:buClr>
                <a:schemeClr val="hlink"/>
              </a:buClr>
              <a:buSzPct val="55000"/>
              <a:buFont typeface="Wingdings" panose="05000000000000000000" pitchFamily="2" charset="2"/>
              <a:buAutoNum type="arabicPeriod"/>
            </a:pPr>
            <a:r>
              <a:rPr lang="en-US" altLang="en-US" sz="1600" b="0"/>
              <a:t>Định dạng chuẩn cho việc trình bày thông tin lịch biểu cho phép hiễn thị thời gian bắt đầu, thời gian kết thúc trong một định dạng xếp lịch. </a:t>
            </a:r>
          </a:p>
          <a:p>
            <a:pPr lvl="1" algn="l" eaLnBrk="1" hangingPunct="1">
              <a:spcBef>
                <a:spcPct val="20000"/>
              </a:spcBef>
              <a:buClr>
                <a:schemeClr val="hlink"/>
              </a:buClr>
              <a:buSzPct val="55000"/>
              <a:buFont typeface="Wingdings" panose="05000000000000000000" pitchFamily="2" charset="2"/>
              <a:buAutoNum type="arabicPeriod"/>
            </a:pPr>
            <a:r>
              <a:rPr lang="en-US" altLang="en-US" sz="1600" b="0"/>
              <a:t>Trình bày sơ đồ các quan hệ logic của các họat động của dự án.</a:t>
            </a:r>
          </a:p>
          <a:p>
            <a:pPr lvl="1" algn="l" eaLnBrk="1" hangingPunct="1">
              <a:spcBef>
                <a:spcPct val="20000"/>
              </a:spcBef>
              <a:buClr>
                <a:schemeClr val="hlink"/>
              </a:buClr>
              <a:buSzPct val="55000"/>
              <a:buFont typeface="Wingdings" panose="05000000000000000000" pitchFamily="2" charset="2"/>
              <a:buAutoNum type="alphaLcPeriod"/>
            </a:pPr>
            <a:endParaRPr lang="en-US" altLang="en-US" sz="1600" b="0"/>
          </a:p>
          <a:p>
            <a:pPr lvl="1" algn="l" eaLnBrk="1" hangingPunct="1">
              <a:spcBef>
                <a:spcPct val="20000"/>
              </a:spcBef>
              <a:buClr>
                <a:schemeClr val="hlink"/>
              </a:buClr>
              <a:buSzPct val="55000"/>
              <a:buFont typeface="Wingdings" panose="05000000000000000000" pitchFamily="2" charset="2"/>
              <a:buChar char="n"/>
            </a:pPr>
            <a:endParaRPr lang="en-US" altLang="en-US" sz="1600" b="0"/>
          </a:p>
          <a:p>
            <a:pPr lvl="1" algn="l" eaLnBrk="1" hangingPunct="1">
              <a:spcBef>
                <a:spcPct val="20000"/>
              </a:spcBef>
              <a:buClr>
                <a:schemeClr val="hlink"/>
              </a:buClr>
              <a:buSzPct val="55000"/>
              <a:buFont typeface="Wingdings" panose="05000000000000000000" pitchFamily="2" charset="2"/>
              <a:buChar char="n"/>
            </a:pPr>
            <a:endParaRPr lang="en-US" altLang="en-US" sz="1600" b="0"/>
          </a:p>
          <a:p>
            <a:pPr lvl="1" algn="l" eaLnBrk="1" hangingPunct="1">
              <a:spcBef>
                <a:spcPct val="20000"/>
              </a:spcBef>
              <a:buClr>
                <a:schemeClr val="hlink"/>
              </a:buClr>
              <a:buSzPct val="55000"/>
              <a:buFont typeface="Wingdings" panose="05000000000000000000" pitchFamily="2" charset="2"/>
              <a:buChar char="n"/>
            </a:pPr>
            <a:endParaRPr lang="en-US" altLang="en-US" sz="1600" b="0"/>
          </a:p>
          <a:p>
            <a:pPr lvl="1" algn="l" eaLnBrk="1" hangingPunct="1">
              <a:spcBef>
                <a:spcPct val="20000"/>
              </a:spcBef>
              <a:buClr>
                <a:schemeClr val="hlink"/>
              </a:buClr>
              <a:buSzPct val="55000"/>
              <a:buFont typeface="Wingdings" panose="05000000000000000000" pitchFamily="2" charset="2"/>
              <a:buAutoNum type="arabicPeriod"/>
            </a:pPr>
            <a:endParaRPr lang="en-US" altLang="en-US" sz="1600" b="0"/>
          </a:p>
          <a:p>
            <a:pPr lvl="1" algn="l" eaLnBrk="1" hangingPunct="1">
              <a:spcBef>
                <a:spcPct val="20000"/>
              </a:spcBef>
              <a:buClr>
                <a:schemeClr val="hlink"/>
              </a:buClr>
              <a:buSzPct val="55000"/>
              <a:buFont typeface="Wingdings" panose="05000000000000000000" pitchFamily="2" charset="2"/>
              <a:buNone/>
            </a:pPr>
            <a:endParaRPr lang="en-US" altLang="en-US" sz="1600" b="0"/>
          </a:p>
          <a:p>
            <a:pPr lvl="1" algn="l" eaLnBrk="1" hangingPunct="1">
              <a:spcBef>
                <a:spcPct val="20000"/>
              </a:spcBef>
              <a:buClr>
                <a:schemeClr val="hlink"/>
              </a:buClr>
              <a:buSzPct val="55000"/>
              <a:buFont typeface="Wingdings" panose="05000000000000000000" pitchFamily="2" charset="2"/>
              <a:buChar char="n"/>
            </a:pPr>
            <a:endParaRPr lang="en-US" altLang="en-US" sz="1600" b="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Number Placeholder 5">
            <a:extLst>
              <a:ext uri="{FF2B5EF4-FFF2-40B4-BE49-F238E27FC236}">
                <a16:creationId xmlns:a16="http://schemas.microsoft.com/office/drawing/2014/main" id="{C47C2D0C-7165-A680-E683-770D06A684A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1DBD1A64-7EB7-4684-A187-600147B73AC4}" type="slidenum">
              <a:rPr lang="en-US" altLang="en-US" b="0"/>
              <a:pPr/>
              <a:t>91</a:t>
            </a:fld>
            <a:endParaRPr lang="en-US" altLang="en-US" b="0"/>
          </a:p>
        </p:txBody>
      </p:sp>
      <p:sp>
        <p:nvSpPr>
          <p:cNvPr id="88067" name="Rectangle 2">
            <a:extLst>
              <a:ext uri="{FF2B5EF4-FFF2-40B4-BE49-F238E27FC236}">
                <a16:creationId xmlns:a16="http://schemas.microsoft.com/office/drawing/2014/main" id="{6A063AA6-A583-B3C3-1704-1511847D57E9}"/>
              </a:ext>
            </a:extLst>
          </p:cNvPr>
          <p:cNvSpPr>
            <a:spLocks noGrp="1" noChangeArrowheads="1"/>
          </p:cNvSpPr>
          <p:nvPr>
            <p:ph type="title"/>
          </p:nvPr>
        </p:nvSpPr>
        <p:spPr/>
        <p:txBody>
          <a:bodyPr/>
          <a:lstStyle/>
          <a:p>
            <a:pPr eaLnBrk="1" hangingPunct="1"/>
            <a:r>
              <a:rPr lang="en-US" altLang="en-US" b="1"/>
              <a:t>BÀI TẬP 1</a:t>
            </a:r>
          </a:p>
        </p:txBody>
      </p:sp>
      <p:graphicFrame>
        <p:nvGraphicFramePr>
          <p:cNvPr id="983255" name="Group 215">
            <a:extLst>
              <a:ext uri="{FF2B5EF4-FFF2-40B4-BE49-F238E27FC236}">
                <a16:creationId xmlns:a16="http://schemas.microsoft.com/office/drawing/2014/main" id="{0AB2D757-B9FB-F248-D676-402E88286513}"/>
              </a:ext>
            </a:extLst>
          </p:cNvPr>
          <p:cNvGraphicFramePr>
            <a:graphicFrameLocks noGrp="1"/>
          </p:cNvGraphicFramePr>
          <p:nvPr>
            <p:ph idx="1"/>
          </p:nvPr>
        </p:nvGraphicFramePr>
        <p:xfrm>
          <a:off x="762000" y="2028825"/>
          <a:ext cx="4724400" cy="3082925"/>
        </p:xfrm>
        <a:graphic>
          <a:graphicData uri="http://schemas.openxmlformats.org/drawingml/2006/table">
            <a:tbl>
              <a:tblPr/>
              <a:tblGrid>
                <a:gridCol w="1144588">
                  <a:extLst>
                    <a:ext uri="{9D8B030D-6E8A-4147-A177-3AD203B41FA5}">
                      <a16:colId xmlns:a16="http://schemas.microsoft.com/office/drawing/2014/main" val="20000"/>
                    </a:ext>
                  </a:extLst>
                </a:gridCol>
                <a:gridCol w="2298700">
                  <a:extLst>
                    <a:ext uri="{9D8B030D-6E8A-4147-A177-3AD203B41FA5}">
                      <a16:colId xmlns:a16="http://schemas.microsoft.com/office/drawing/2014/main" val="20001"/>
                    </a:ext>
                  </a:extLst>
                </a:gridCol>
                <a:gridCol w="1281112">
                  <a:extLst>
                    <a:ext uri="{9D8B030D-6E8A-4147-A177-3AD203B41FA5}">
                      <a16:colId xmlns:a16="http://schemas.microsoft.com/office/drawing/2014/main" val="20002"/>
                    </a:ext>
                  </a:extLst>
                </a:gridCol>
              </a:tblGrid>
              <a:tr h="701184">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Công tác</a:t>
                      </a:r>
                      <a:endParaRPr kumimoji="0" lang="en-US" sz="2000" b="0" i="0" u="none" strike="noStrike" cap="none" normalizeH="0" baseline="0">
                        <a:ln>
                          <a:noFill/>
                        </a:ln>
                        <a:solidFill>
                          <a:schemeClr val="tx1"/>
                        </a:solidFill>
                        <a:effectLst/>
                        <a:latin typeface="Arial" charset="0"/>
                      </a:endParaRPr>
                    </a:p>
                  </a:txBody>
                  <a:tcPr marT="45729" marB="457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Công việc trước  </a:t>
                      </a:r>
                      <a:endParaRPr kumimoji="0" lang="en-US" sz="2000" b="0" i="0" u="none" strike="noStrike" cap="none" normalizeH="0" baseline="0">
                        <a:ln>
                          <a:noFill/>
                        </a:ln>
                        <a:solidFill>
                          <a:schemeClr val="tx1"/>
                        </a:solidFill>
                        <a:effectLst/>
                        <a:latin typeface="Arial" charset="0"/>
                      </a:endParaRPr>
                    </a:p>
                  </a:txBody>
                  <a:tcPr marT="45729" marB="457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Thời gian (tuần)</a:t>
                      </a:r>
                      <a:endParaRPr kumimoji="0" lang="en-US" sz="2000" b="0" i="0" u="none" strike="noStrike" cap="none" normalizeH="0" baseline="0">
                        <a:ln>
                          <a:noFill/>
                        </a:ln>
                        <a:solidFill>
                          <a:schemeClr val="tx1"/>
                        </a:solidFill>
                        <a:effectLst/>
                        <a:latin typeface="Arial" charset="0"/>
                      </a:endParaRPr>
                    </a:p>
                  </a:txBody>
                  <a:tcPr marT="45729" marB="457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322">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A. </a:t>
                      </a:r>
                      <a:endParaRPr kumimoji="0" lang="en-US" sz="2000" b="0" i="0" u="none" strike="noStrike" cap="none" normalizeH="0" baseline="0">
                        <a:ln>
                          <a:noFill/>
                        </a:ln>
                        <a:solidFill>
                          <a:schemeClr val="tx1"/>
                        </a:solidFill>
                        <a:effectLst/>
                        <a:latin typeface="Arial" charset="0"/>
                      </a:endParaRPr>
                    </a:p>
                  </a:txBody>
                  <a:tcPr marT="45729" marB="457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Không có</a:t>
                      </a:r>
                      <a:endParaRPr kumimoji="0" lang="en-US" sz="2000" b="0" i="0" u="none" strike="noStrike" cap="none" normalizeH="0" baseline="0">
                        <a:ln>
                          <a:noFill/>
                        </a:ln>
                        <a:solidFill>
                          <a:schemeClr val="tx1"/>
                        </a:solidFill>
                        <a:effectLst/>
                        <a:latin typeface="Arial" charset="0"/>
                      </a:endParaRPr>
                    </a:p>
                  </a:txBody>
                  <a:tcPr marT="45729" marB="457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4</a:t>
                      </a:r>
                      <a:endParaRPr kumimoji="0" lang="en-US" sz="2000" b="0" i="0" u="none" strike="noStrike" cap="none" normalizeH="0" baseline="0">
                        <a:ln>
                          <a:noFill/>
                        </a:ln>
                        <a:solidFill>
                          <a:schemeClr val="tx1"/>
                        </a:solidFill>
                        <a:effectLst/>
                        <a:latin typeface="Arial" charset="0"/>
                      </a:endParaRPr>
                    </a:p>
                  </a:txBody>
                  <a:tcPr marT="45729" marB="457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322">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B</a:t>
                      </a:r>
                      <a:endParaRPr kumimoji="0" lang="en-US" sz="2000" b="0" i="0" u="none" strike="noStrike" cap="none" normalizeH="0" baseline="0">
                        <a:ln>
                          <a:noFill/>
                        </a:ln>
                        <a:solidFill>
                          <a:schemeClr val="tx1"/>
                        </a:solidFill>
                        <a:effectLst/>
                        <a:latin typeface="Arial" charset="0"/>
                      </a:endParaRPr>
                    </a:p>
                  </a:txBody>
                  <a:tcPr marT="45729" marB="457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A</a:t>
                      </a:r>
                      <a:endParaRPr kumimoji="0" lang="en-US" sz="2000" b="0" i="0" u="none" strike="noStrike" cap="none" normalizeH="0" baseline="0">
                        <a:ln>
                          <a:noFill/>
                        </a:ln>
                        <a:solidFill>
                          <a:schemeClr val="tx1"/>
                        </a:solidFill>
                        <a:effectLst/>
                        <a:latin typeface="Arial" charset="0"/>
                      </a:endParaRPr>
                    </a:p>
                  </a:txBody>
                  <a:tcPr marT="45729" marB="457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charset="0"/>
                        </a:rPr>
                        <a:t>3</a:t>
                      </a:r>
                    </a:p>
                  </a:txBody>
                  <a:tcPr marT="45729" marB="457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322">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C</a:t>
                      </a:r>
                      <a:endParaRPr kumimoji="0" lang="en-US" sz="2000" b="0" i="0" u="none" strike="noStrike" cap="none" normalizeH="0" baseline="0">
                        <a:ln>
                          <a:noFill/>
                        </a:ln>
                        <a:solidFill>
                          <a:schemeClr val="tx1"/>
                        </a:solidFill>
                        <a:effectLst/>
                        <a:latin typeface="Arial" charset="0"/>
                      </a:endParaRPr>
                    </a:p>
                  </a:txBody>
                  <a:tcPr marT="45729" marB="457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A</a:t>
                      </a:r>
                      <a:endParaRPr kumimoji="0" lang="en-US" sz="2000" b="0" i="0" u="none" strike="noStrike" cap="none" normalizeH="0" baseline="0">
                        <a:ln>
                          <a:noFill/>
                        </a:ln>
                        <a:solidFill>
                          <a:schemeClr val="tx1"/>
                        </a:solidFill>
                        <a:effectLst/>
                        <a:latin typeface="Arial" charset="0"/>
                      </a:endParaRPr>
                    </a:p>
                  </a:txBody>
                  <a:tcPr marT="45729" marB="457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3</a:t>
                      </a:r>
                      <a:endParaRPr kumimoji="0" lang="en-US" sz="2000" b="0" i="0" u="none" strike="noStrike" cap="none" normalizeH="0" baseline="0">
                        <a:ln>
                          <a:noFill/>
                        </a:ln>
                        <a:solidFill>
                          <a:schemeClr val="tx1"/>
                        </a:solidFill>
                        <a:effectLst/>
                        <a:latin typeface="Arial" charset="0"/>
                      </a:endParaRPr>
                    </a:p>
                  </a:txBody>
                  <a:tcPr marT="45729" marB="457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0132">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D</a:t>
                      </a:r>
                      <a:endParaRPr kumimoji="0" lang="en-US" sz="2000" b="0" i="0" u="none" strike="noStrike" cap="none" normalizeH="0" baseline="0">
                        <a:ln>
                          <a:noFill/>
                        </a:ln>
                        <a:solidFill>
                          <a:schemeClr val="tx1"/>
                        </a:solidFill>
                        <a:effectLst/>
                        <a:latin typeface="Arial" charset="0"/>
                      </a:endParaRPr>
                    </a:p>
                  </a:txBody>
                  <a:tcPr marT="45729" marB="457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C</a:t>
                      </a:r>
                      <a:endParaRPr kumimoji="0" lang="en-US" sz="2000" b="0" i="0" u="none" strike="noStrike" cap="none" normalizeH="0" baseline="0">
                        <a:ln>
                          <a:noFill/>
                        </a:ln>
                        <a:solidFill>
                          <a:schemeClr val="tx1"/>
                        </a:solidFill>
                        <a:effectLst/>
                        <a:latin typeface="Arial" charset="0"/>
                      </a:endParaRPr>
                    </a:p>
                  </a:txBody>
                  <a:tcPr marT="45729" marB="457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3</a:t>
                      </a:r>
                      <a:endParaRPr kumimoji="0" lang="en-US" sz="2000" b="0" i="0" u="none" strike="noStrike" cap="none" normalizeH="0" baseline="0">
                        <a:ln>
                          <a:noFill/>
                        </a:ln>
                        <a:solidFill>
                          <a:schemeClr val="tx1"/>
                        </a:solidFill>
                        <a:effectLst/>
                        <a:latin typeface="Arial" charset="0"/>
                      </a:endParaRPr>
                    </a:p>
                  </a:txBody>
                  <a:tcPr marT="45729" marB="457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6322">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E</a:t>
                      </a:r>
                      <a:endParaRPr kumimoji="0" lang="en-US" sz="2000" b="0" i="0" u="none" strike="noStrike" cap="none" normalizeH="0" baseline="0">
                        <a:ln>
                          <a:noFill/>
                        </a:ln>
                        <a:solidFill>
                          <a:schemeClr val="tx1"/>
                        </a:solidFill>
                        <a:effectLst/>
                        <a:latin typeface="Arial" charset="0"/>
                      </a:endParaRPr>
                    </a:p>
                  </a:txBody>
                  <a:tcPr marT="45729" marB="457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B</a:t>
                      </a:r>
                      <a:endParaRPr kumimoji="0" lang="en-US" sz="2000" b="0" i="0" u="none" strike="noStrike" cap="none" normalizeH="0" baseline="0">
                        <a:ln>
                          <a:noFill/>
                        </a:ln>
                        <a:solidFill>
                          <a:schemeClr val="tx1"/>
                        </a:solidFill>
                        <a:effectLst/>
                        <a:latin typeface="Arial" charset="0"/>
                      </a:endParaRPr>
                    </a:p>
                  </a:txBody>
                  <a:tcPr marT="45729" marB="457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5</a:t>
                      </a:r>
                      <a:endParaRPr kumimoji="0" lang="en-US" sz="2000" b="0" i="0" u="none" strike="noStrike" cap="none" normalizeH="0" baseline="0">
                        <a:ln>
                          <a:noFill/>
                        </a:ln>
                        <a:solidFill>
                          <a:schemeClr val="tx1"/>
                        </a:solidFill>
                        <a:effectLst/>
                        <a:latin typeface="Arial" charset="0"/>
                      </a:endParaRPr>
                    </a:p>
                  </a:txBody>
                  <a:tcPr marT="45729" marB="457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96322">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F</a:t>
                      </a:r>
                      <a:endParaRPr kumimoji="0" lang="en-US" sz="2000" b="0" i="0" u="none" strike="noStrike" cap="none" normalizeH="0" baseline="0">
                        <a:ln>
                          <a:noFill/>
                        </a:ln>
                        <a:solidFill>
                          <a:schemeClr val="tx1"/>
                        </a:solidFill>
                        <a:effectLst/>
                        <a:latin typeface="Arial" charset="0"/>
                      </a:endParaRPr>
                    </a:p>
                  </a:txBody>
                  <a:tcPr marT="45729" marB="457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E,D</a:t>
                      </a:r>
                      <a:endParaRPr kumimoji="0" lang="en-US" sz="2000" b="0" i="0" u="none" strike="noStrike" cap="none" normalizeH="0" baseline="0">
                        <a:ln>
                          <a:noFill/>
                        </a:ln>
                        <a:solidFill>
                          <a:schemeClr val="tx1"/>
                        </a:solidFill>
                        <a:effectLst/>
                        <a:latin typeface="Arial" charset="0"/>
                      </a:endParaRPr>
                    </a:p>
                  </a:txBody>
                  <a:tcPr marT="45729" marB="457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3</a:t>
                      </a:r>
                      <a:endParaRPr kumimoji="0" lang="en-US" sz="2000" b="0" i="0" u="none" strike="noStrike" cap="none" normalizeH="0" baseline="0">
                        <a:ln>
                          <a:noFill/>
                        </a:ln>
                        <a:solidFill>
                          <a:schemeClr val="tx1"/>
                        </a:solidFill>
                        <a:effectLst/>
                        <a:latin typeface="Arial" charset="0"/>
                      </a:endParaRPr>
                    </a:p>
                  </a:txBody>
                  <a:tcPr marT="45729" marB="457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88102" name="Rectangle 205">
            <a:extLst>
              <a:ext uri="{FF2B5EF4-FFF2-40B4-BE49-F238E27FC236}">
                <a16:creationId xmlns:a16="http://schemas.microsoft.com/office/drawing/2014/main" id="{C979601C-72F0-8AE4-80F2-BC1DE9E3608C}"/>
              </a:ext>
            </a:extLst>
          </p:cNvPr>
          <p:cNvSpPr>
            <a:spLocks noChangeArrowheads="1"/>
          </p:cNvSpPr>
          <p:nvPr/>
        </p:nvSpPr>
        <p:spPr bwMode="auto">
          <a:xfrm>
            <a:off x="5638800" y="1524000"/>
            <a:ext cx="3505200" cy="421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pPr algn="l">
              <a:buFontTx/>
              <a:buAutoNum type="alphaLcParenR"/>
            </a:pPr>
            <a:r>
              <a:rPr lang="en-US" altLang="en-US" b="0"/>
              <a:t>Hãy vẽ sơ đồ Gantt của dự án này? </a:t>
            </a:r>
          </a:p>
          <a:p>
            <a:pPr algn="l">
              <a:buFontTx/>
              <a:buAutoNum type="alphaLcParenR"/>
            </a:pPr>
            <a:endParaRPr lang="en-US" altLang="en-US" b="0"/>
          </a:p>
          <a:p>
            <a:pPr algn="l">
              <a:buFontTx/>
              <a:buAutoNum type="alphaLcParenR"/>
            </a:pPr>
            <a:r>
              <a:rPr lang="en-US" altLang="en-US" b="0"/>
              <a:t>Hãy vẽ sơ đồ mạng theo dạng AON của dự án này? </a:t>
            </a:r>
          </a:p>
          <a:p>
            <a:pPr algn="l">
              <a:buFontTx/>
              <a:buAutoNum type="alphaLcParenR"/>
            </a:pPr>
            <a:endParaRPr lang="en-US" altLang="en-US" b="0"/>
          </a:p>
          <a:p>
            <a:pPr algn="l">
              <a:buFontTx/>
              <a:buAutoNum type="alphaLcParenR"/>
            </a:pPr>
            <a:r>
              <a:rPr lang="en-US" altLang="en-US" b="0"/>
              <a:t>Xác định các công tác găng và đường găng của dự án?</a:t>
            </a:r>
          </a:p>
          <a:p>
            <a:pPr algn="l">
              <a:buFontTx/>
              <a:buAutoNum type="alphaLcParenR"/>
            </a:pPr>
            <a:endParaRPr lang="en-US" altLang="en-US" b="0"/>
          </a:p>
          <a:p>
            <a:pPr algn="l">
              <a:buFontTx/>
              <a:buAutoNum type="alphaLcParenR"/>
            </a:pPr>
            <a:r>
              <a:rPr lang="en-US" altLang="en-US" b="0"/>
              <a:t>Xác định thời gian hoàn thành dự án? </a:t>
            </a:r>
          </a:p>
          <a:p>
            <a:pPr algn="l"/>
            <a:endParaRPr lang="en-US" altLang="en-US" b="0"/>
          </a:p>
          <a:p>
            <a:pPr algn="l"/>
            <a:r>
              <a:rPr lang="en-US" altLang="en-US" b="0"/>
              <a:t>e)	Xác định thời gian dự trữ của các công tác không nằm trên đường găng? </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Number Placeholder 5">
            <a:extLst>
              <a:ext uri="{FF2B5EF4-FFF2-40B4-BE49-F238E27FC236}">
                <a16:creationId xmlns:a16="http://schemas.microsoft.com/office/drawing/2014/main" id="{2939FDD1-A2EB-2E34-A627-B63D2E4CD1A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DE6EAD18-01DF-4A2B-BE24-679A3C1142F9}" type="slidenum">
              <a:rPr lang="en-US" altLang="en-US" b="0"/>
              <a:pPr/>
              <a:t>92</a:t>
            </a:fld>
            <a:endParaRPr lang="en-US" altLang="en-US" b="0"/>
          </a:p>
        </p:txBody>
      </p:sp>
      <p:sp>
        <p:nvSpPr>
          <p:cNvPr id="89091" name="Rectangle 2">
            <a:extLst>
              <a:ext uri="{FF2B5EF4-FFF2-40B4-BE49-F238E27FC236}">
                <a16:creationId xmlns:a16="http://schemas.microsoft.com/office/drawing/2014/main" id="{56F4F3CE-F84F-1DFE-67B1-CE1E3C54948D}"/>
              </a:ext>
            </a:extLst>
          </p:cNvPr>
          <p:cNvSpPr>
            <a:spLocks noGrp="1" noChangeArrowheads="1"/>
          </p:cNvSpPr>
          <p:nvPr>
            <p:ph type="title"/>
          </p:nvPr>
        </p:nvSpPr>
        <p:spPr/>
        <p:txBody>
          <a:bodyPr/>
          <a:lstStyle/>
          <a:p>
            <a:pPr eaLnBrk="1" hangingPunct="1"/>
            <a:r>
              <a:rPr lang="en-US" altLang="en-US" b="1"/>
              <a:t>BÀI TẬP 2</a:t>
            </a:r>
          </a:p>
        </p:txBody>
      </p:sp>
      <p:sp>
        <p:nvSpPr>
          <p:cNvPr id="89092" name="Rectangle 37">
            <a:extLst>
              <a:ext uri="{FF2B5EF4-FFF2-40B4-BE49-F238E27FC236}">
                <a16:creationId xmlns:a16="http://schemas.microsoft.com/office/drawing/2014/main" id="{4E0DE235-97C4-FC5E-6E10-5A70EB3D0E5D}"/>
              </a:ext>
            </a:extLst>
          </p:cNvPr>
          <p:cNvSpPr>
            <a:spLocks noChangeArrowheads="1"/>
          </p:cNvSpPr>
          <p:nvPr/>
        </p:nvSpPr>
        <p:spPr bwMode="auto">
          <a:xfrm>
            <a:off x="5867400" y="1981200"/>
            <a:ext cx="2895600" cy="311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pPr algn="l">
              <a:buFontTx/>
              <a:buAutoNum type="alphaLcParenR"/>
            </a:pPr>
            <a:r>
              <a:rPr lang="en-US" altLang="en-US" b="0"/>
              <a:t>Tìm xác suất hoàn thành DA nếu thời gian mong muốn hoàn thành DA là: 15 tuần, 14 tuần, 16 tuần</a:t>
            </a:r>
          </a:p>
          <a:p>
            <a:pPr algn="l">
              <a:buFontTx/>
              <a:buAutoNum type="alphaLcParenR"/>
            </a:pPr>
            <a:endParaRPr lang="en-US" altLang="en-US" b="0"/>
          </a:p>
          <a:p>
            <a:pPr algn="l">
              <a:buFontTx/>
              <a:buAutoNum type="alphaLcParenR"/>
            </a:pPr>
            <a:r>
              <a:rPr lang="en-US" altLang="en-US" b="0"/>
              <a:t>Tính thời gian hoàn thành dự án mong muốn nếu xác suất hoàn thành dự án là 35%</a:t>
            </a:r>
          </a:p>
        </p:txBody>
      </p:sp>
      <p:graphicFrame>
        <p:nvGraphicFramePr>
          <p:cNvPr id="986505" name="Group 393">
            <a:extLst>
              <a:ext uri="{FF2B5EF4-FFF2-40B4-BE49-F238E27FC236}">
                <a16:creationId xmlns:a16="http://schemas.microsoft.com/office/drawing/2014/main" id="{CEFE1F1C-AA38-0FE7-D4EA-5AF431613214}"/>
              </a:ext>
            </a:extLst>
          </p:cNvPr>
          <p:cNvGraphicFramePr>
            <a:graphicFrameLocks noGrp="1"/>
          </p:cNvGraphicFramePr>
          <p:nvPr>
            <p:ph idx="1"/>
          </p:nvPr>
        </p:nvGraphicFramePr>
        <p:xfrm>
          <a:off x="533400" y="1524000"/>
          <a:ext cx="4876800" cy="4456113"/>
        </p:xfrm>
        <a:graphic>
          <a:graphicData uri="http://schemas.openxmlformats.org/drawingml/2006/table">
            <a:tbl>
              <a:tblPr/>
              <a:tblGrid>
                <a:gridCol w="989013">
                  <a:extLst>
                    <a:ext uri="{9D8B030D-6E8A-4147-A177-3AD203B41FA5}">
                      <a16:colId xmlns:a16="http://schemas.microsoft.com/office/drawing/2014/main" val="20000"/>
                    </a:ext>
                  </a:extLst>
                </a:gridCol>
                <a:gridCol w="536575">
                  <a:extLst>
                    <a:ext uri="{9D8B030D-6E8A-4147-A177-3AD203B41FA5}">
                      <a16:colId xmlns:a16="http://schemas.microsoft.com/office/drawing/2014/main" val="20001"/>
                    </a:ext>
                  </a:extLst>
                </a:gridCol>
                <a:gridCol w="660400">
                  <a:extLst>
                    <a:ext uri="{9D8B030D-6E8A-4147-A177-3AD203B41FA5}">
                      <a16:colId xmlns:a16="http://schemas.microsoft.com/office/drawing/2014/main" val="20002"/>
                    </a:ext>
                  </a:extLst>
                </a:gridCol>
                <a:gridCol w="525462">
                  <a:extLst>
                    <a:ext uri="{9D8B030D-6E8A-4147-A177-3AD203B41FA5}">
                      <a16:colId xmlns:a16="http://schemas.microsoft.com/office/drawing/2014/main" val="20003"/>
                    </a:ext>
                  </a:extLst>
                </a:gridCol>
                <a:gridCol w="990600">
                  <a:extLst>
                    <a:ext uri="{9D8B030D-6E8A-4147-A177-3AD203B41FA5}">
                      <a16:colId xmlns:a16="http://schemas.microsoft.com/office/drawing/2014/main" val="20004"/>
                    </a:ext>
                  </a:extLst>
                </a:gridCol>
                <a:gridCol w="1174750">
                  <a:extLst>
                    <a:ext uri="{9D8B030D-6E8A-4147-A177-3AD203B41FA5}">
                      <a16:colId xmlns:a16="http://schemas.microsoft.com/office/drawing/2014/main" val="20005"/>
                    </a:ext>
                  </a:extLst>
                </a:gridCol>
              </a:tblGrid>
              <a:tr h="749300">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Arial" charset="0"/>
                          <a:cs typeface="Arial" charset="0"/>
                        </a:rPr>
                        <a:t>Công tác</a:t>
                      </a:r>
                      <a:endParaRPr kumimoji="0" lang="en-US" sz="14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Arial" charset="0"/>
                          <a:cs typeface="Arial" charset="0"/>
                        </a:rPr>
                        <a:t>a</a:t>
                      </a:r>
                      <a:endParaRPr kumimoji="0" lang="en-US" sz="14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Arial" charset="0"/>
                          <a:cs typeface="Arial" charset="0"/>
                        </a:rPr>
                        <a:t>m</a:t>
                      </a:r>
                      <a:endParaRPr kumimoji="0" lang="en-US" sz="14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Arial" charset="0"/>
                          <a:cs typeface="Arial" charset="0"/>
                        </a:rPr>
                        <a:t>b</a:t>
                      </a:r>
                      <a:endParaRPr kumimoji="0" lang="en-US" sz="14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Arial" charset="0"/>
                          <a:cs typeface="Arial" charset="0"/>
                        </a:rPr>
                        <a:t>Thời gian</a:t>
                      </a:r>
                      <a:endParaRPr kumimoji="0" lang="en-US" sz="14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Arial" charset="0"/>
                          <a:cs typeface="Arial" charset="0"/>
                        </a:rPr>
                        <a:t>Phương sai</a:t>
                      </a:r>
                      <a:endParaRPr kumimoji="0" lang="en-US" sz="1400" b="1"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3550">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cs typeface="Arial" charset="0"/>
                        </a:rPr>
                        <a:t>A =1-2</a:t>
                      </a:r>
                      <a:endParaRPr kumimoji="0" lang="en-US" sz="14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cs typeface="Arial" charset="0"/>
                        </a:rPr>
                        <a:t>1</a:t>
                      </a:r>
                      <a:endParaRPr kumimoji="0" lang="en-US" sz="14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cs typeface="Arial" charset="0"/>
                        </a:rPr>
                        <a:t>2</a:t>
                      </a:r>
                      <a:endParaRPr kumimoji="0" lang="en-US" sz="14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cs typeface="Arial" charset="0"/>
                        </a:rPr>
                        <a:t>3</a:t>
                      </a:r>
                      <a:endParaRPr kumimoji="0" lang="en-US" sz="14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cs typeface="Arial" charset="0"/>
                        </a:rPr>
                        <a:t>2</a:t>
                      </a:r>
                      <a:endParaRPr kumimoji="0" lang="en-US" sz="14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cs typeface="Arial" charset="0"/>
                        </a:rPr>
                        <a:t>4/36</a:t>
                      </a:r>
                      <a:endParaRPr kumimoji="0" lang="en-US" sz="14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3550">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cs typeface="Arial" charset="0"/>
                        </a:rPr>
                        <a:t>B= 1-3</a:t>
                      </a:r>
                      <a:endParaRPr kumimoji="0" lang="en-US" sz="14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cs typeface="Arial" charset="0"/>
                        </a:rPr>
                        <a:t>2</a:t>
                      </a:r>
                      <a:endParaRPr kumimoji="0" lang="en-US" sz="14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cs typeface="Arial" charset="0"/>
                        </a:rPr>
                        <a:t>3</a:t>
                      </a:r>
                      <a:endParaRPr kumimoji="0" lang="en-US" sz="14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cs typeface="Arial" charset="0"/>
                        </a:rPr>
                        <a:t>4</a:t>
                      </a:r>
                      <a:endParaRPr kumimoji="0" lang="en-US" sz="14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cs typeface="Arial" charset="0"/>
                        </a:rPr>
                        <a:t>3</a:t>
                      </a:r>
                      <a:endParaRPr kumimoji="0" lang="en-US" sz="14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cs typeface="Arial" charset="0"/>
                        </a:rPr>
                        <a:t>4/36</a:t>
                      </a:r>
                      <a:endParaRPr kumimoji="0" lang="en-US" sz="14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3550">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cs typeface="Arial" charset="0"/>
                        </a:rPr>
                        <a:t>C=2-4</a:t>
                      </a:r>
                      <a:endParaRPr kumimoji="0" lang="en-US" sz="14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cs typeface="Arial" charset="0"/>
                        </a:rPr>
                        <a:t>1</a:t>
                      </a:r>
                      <a:endParaRPr kumimoji="0" lang="en-US" sz="14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cs typeface="Arial" charset="0"/>
                        </a:rPr>
                        <a:t>2</a:t>
                      </a:r>
                      <a:endParaRPr kumimoji="0" lang="en-US" sz="14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cs typeface="Arial" charset="0"/>
                        </a:rPr>
                        <a:t>3</a:t>
                      </a:r>
                      <a:endParaRPr kumimoji="0" lang="en-US" sz="14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cs typeface="Arial" charset="0"/>
                        </a:rPr>
                        <a:t>2</a:t>
                      </a:r>
                      <a:endParaRPr kumimoji="0" lang="en-US" sz="14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cs typeface="Arial" charset="0"/>
                        </a:rPr>
                        <a:t>4/36</a:t>
                      </a:r>
                      <a:endParaRPr kumimoji="0" lang="en-US" sz="14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61963">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cs typeface="Arial" charset="0"/>
                        </a:rPr>
                        <a:t>D=3-5</a:t>
                      </a:r>
                      <a:endParaRPr kumimoji="0" lang="en-US" sz="14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cs typeface="Arial" charset="0"/>
                        </a:rPr>
                        <a:t>2</a:t>
                      </a:r>
                      <a:endParaRPr kumimoji="0" lang="en-US" sz="14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cs typeface="Arial" charset="0"/>
                        </a:rPr>
                        <a:t>4</a:t>
                      </a:r>
                      <a:endParaRPr kumimoji="0" lang="en-US" sz="14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cs typeface="Arial" charset="0"/>
                        </a:rPr>
                        <a:t>6</a:t>
                      </a:r>
                      <a:endParaRPr kumimoji="0" lang="en-US" sz="14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cs typeface="Arial" charset="0"/>
                        </a:rPr>
                        <a:t>4</a:t>
                      </a:r>
                      <a:endParaRPr kumimoji="0" lang="en-US" sz="14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cs typeface="Arial" charset="0"/>
                        </a:rPr>
                        <a:t>16/36</a:t>
                      </a:r>
                      <a:endParaRPr kumimoji="0" lang="en-US" sz="14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63550">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cs typeface="Arial" charset="0"/>
                        </a:rPr>
                        <a:t>E=4-5</a:t>
                      </a:r>
                      <a:endParaRPr kumimoji="0" lang="en-US" sz="14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cs typeface="Arial" charset="0"/>
                        </a:rPr>
                        <a:t>1</a:t>
                      </a:r>
                      <a:endParaRPr kumimoji="0" lang="en-US" sz="14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cs typeface="Arial" charset="0"/>
                        </a:rPr>
                        <a:t>4</a:t>
                      </a:r>
                      <a:endParaRPr kumimoji="0" lang="en-US" sz="14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cs typeface="Arial" charset="0"/>
                        </a:rPr>
                        <a:t>7</a:t>
                      </a:r>
                      <a:endParaRPr kumimoji="0" lang="en-US" sz="14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cs typeface="Arial" charset="0"/>
                        </a:rPr>
                        <a:t>4</a:t>
                      </a:r>
                      <a:endParaRPr kumimoji="0" lang="en-US" sz="14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cs typeface="Arial" charset="0"/>
                        </a:rPr>
                        <a:t>36/36</a:t>
                      </a:r>
                      <a:endParaRPr kumimoji="0" lang="en-US" sz="14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63550">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cs typeface="Arial" charset="0"/>
                        </a:rPr>
                        <a:t>F=4-6</a:t>
                      </a:r>
                      <a:endParaRPr kumimoji="0" lang="en-US" sz="14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cs typeface="Arial" charset="0"/>
                        </a:rPr>
                        <a:t>1</a:t>
                      </a:r>
                      <a:endParaRPr kumimoji="0" lang="en-US" sz="14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cs typeface="Arial" charset="0"/>
                        </a:rPr>
                        <a:t>2</a:t>
                      </a:r>
                      <a:endParaRPr kumimoji="0" lang="en-US" sz="14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cs typeface="Arial" charset="0"/>
                        </a:rPr>
                        <a:t>9</a:t>
                      </a:r>
                      <a:endParaRPr kumimoji="0" lang="en-US" sz="14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cs typeface="Arial" charset="0"/>
                        </a:rPr>
                        <a:t>3</a:t>
                      </a:r>
                      <a:endParaRPr kumimoji="0" lang="en-US" sz="14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cs typeface="Arial" charset="0"/>
                        </a:rPr>
                        <a:t>64/36</a:t>
                      </a:r>
                      <a:endParaRPr kumimoji="0" lang="en-US" sz="14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63550">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cs typeface="Arial" charset="0"/>
                        </a:rPr>
                        <a:t>G=5-6</a:t>
                      </a:r>
                      <a:endParaRPr kumimoji="0" lang="en-US" sz="14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cs typeface="Arial" charset="0"/>
                        </a:rPr>
                        <a:t>3</a:t>
                      </a:r>
                      <a:endParaRPr kumimoji="0" lang="en-US" sz="14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cs typeface="Arial" charset="0"/>
                        </a:rPr>
                        <a:t>4</a:t>
                      </a:r>
                      <a:endParaRPr kumimoji="0" lang="en-US" sz="14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cs typeface="Arial" charset="0"/>
                        </a:rPr>
                        <a:t>11</a:t>
                      </a:r>
                      <a:endParaRPr kumimoji="0" lang="en-US" sz="14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cs typeface="Arial" charset="0"/>
                        </a:rPr>
                        <a:t>5</a:t>
                      </a:r>
                      <a:endParaRPr kumimoji="0" lang="en-US" sz="14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cs typeface="Arial" charset="0"/>
                        </a:rPr>
                        <a:t>64/36</a:t>
                      </a:r>
                      <a:endParaRPr kumimoji="0" lang="en-US" sz="14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63550">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cs typeface="Arial" charset="0"/>
                        </a:rPr>
                        <a:t>H=6-7</a:t>
                      </a:r>
                      <a:endParaRPr kumimoji="0" lang="en-US" sz="14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cs typeface="Arial" charset="0"/>
                        </a:rPr>
                        <a:t>1</a:t>
                      </a:r>
                      <a:endParaRPr kumimoji="0" lang="en-US" sz="14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cs typeface="Arial" charset="0"/>
                        </a:rPr>
                        <a:t>2</a:t>
                      </a:r>
                      <a:endParaRPr kumimoji="0" lang="en-US" sz="14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cs typeface="Arial" charset="0"/>
                        </a:rPr>
                        <a:t>3</a:t>
                      </a:r>
                      <a:endParaRPr kumimoji="0" lang="en-US" sz="14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cs typeface="Arial" charset="0"/>
                        </a:rPr>
                        <a:t>2</a:t>
                      </a:r>
                      <a:endParaRPr kumimoji="0" lang="en-US" sz="14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cs typeface="Arial" charset="0"/>
                        </a:rPr>
                        <a:t>4/36</a:t>
                      </a:r>
                      <a:endParaRPr kumimoji="0" lang="en-US" sz="14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Number Placeholder 5">
            <a:extLst>
              <a:ext uri="{FF2B5EF4-FFF2-40B4-BE49-F238E27FC236}">
                <a16:creationId xmlns:a16="http://schemas.microsoft.com/office/drawing/2014/main" id="{29C9DC7C-2CC4-1962-5B33-FAAEE0AC145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CF24B0DE-7613-4527-A905-440248134ED7}" type="slidenum">
              <a:rPr lang="en-US" altLang="en-US" b="0"/>
              <a:pPr/>
              <a:t>93</a:t>
            </a:fld>
            <a:endParaRPr lang="en-US" altLang="en-US" b="0"/>
          </a:p>
        </p:txBody>
      </p:sp>
      <p:pic>
        <p:nvPicPr>
          <p:cNvPr id="90115" name="Picture 76">
            <a:extLst>
              <a:ext uri="{FF2B5EF4-FFF2-40B4-BE49-F238E27FC236}">
                <a16:creationId xmlns:a16="http://schemas.microsoft.com/office/drawing/2014/main" id="{C895A94A-C7CB-EE52-6EC5-B9A3EF4639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152400"/>
            <a:ext cx="7543800" cy="565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Number Placeholder 5">
            <a:extLst>
              <a:ext uri="{FF2B5EF4-FFF2-40B4-BE49-F238E27FC236}">
                <a16:creationId xmlns:a16="http://schemas.microsoft.com/office/drawing/2014/main" id="{27E204CB-19E8-271B-CEEA-8AF12647839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9D075BEF-683B-4EF1-B289-50E8B39E2D71}" type="slidenum">
              <a:rPr lang="en-US" altLang="en-US" b="0"/>
              <a:pPr/>
              <a:t>94</a:t>
            </a:fld>
            <a:endParaRPr lang="en-US" altLang="en-US" b="0"/>
          </a:p>
        </p:txBody>
      </p:sp>
      <p:sp>
        <p:nvSpPr>
          <p:cNvPr id="91139" name="Rectangle 2">
            <a:extLst>
              <a:ext uri="{FF2B5EF4-FFF2-40B4-BE49-F238E27FC236}">
                <a16:creationId xmlns:a16="http://schemas.microsoft.com/office/drawing/2014/main" id="{83E66DCD-5363-2D16-B57E-1A63BA6A20C1}"/>
              </a:ext>
            </a:extLst>
          </p:cNvPr>
          <p:cNvSpPr>
            <a:spLocks noGrp="1" noChangeArrowheads="1"/>
          </p:cNvSpPr>
          <p:nvPr>
            <p:ph type="title"/>
          </p:nvPr>
        </p:nvSpPr>
        <p:spPr>
          <a:xfrm>
            <a:off x="990600" y="152400"/>
            <a:ext cx="8153400" cy="1004888"/>
          </a:xfrm>
        </p:spPr>
        <p:txBody>
          <a:bodyPr/>
          <a:lstStyle/>
          <a:p>
            <a:pPr eaLnBrk="1" hangingPunct="1"/>
            <a:r>
              <a:rPr lang="en-US" altLang="en-US" sz="2000" b="1"/>
              <a:t>Bảng phân phối </a:t>
            </a:r>
            <a:br>
              <a:rPr lang="en-US" altLang="en-US" sz="2000" b="1"/>
            </a:br>
            <a:r>
              <a:rPr lang="en-US" altLang="en-US" sz="2000" b="1"/>
              <a:t>xác suất chuẩn</a:t>
            </a:r>
          </a:p>
        </p:txBody>
      </p:sp>
      <p:sp>
        <p:nvSpPr>
          <p:cNvPr id="91140" name="Rectangle 3">
            <a:extLst>
              <a:ext uri="{FF2B5EF4-FFF2-40B4-BE49-F238E27FC236}">
                <a16:creationId xmlns:a16="http://schemas.microsoft.com/office/drawing/2014/main" id="{DC22F13B-5968-6C41-5A54-0BD6B7B5CDA1}"/>
              </a:ext>
            </a:extLst>
          </p:cNvPr>
          <p:cNvSpPr>
            <a:spLocks noGrp="1" noChangeArrowheads="1"/>
          </p:cNvSpPr>
          <p:nvPr>
            <p:ph type="body" idx="1"/>
          </p:nvPr>
        </p:nvSpPr>
        <p:spPr>
          <a:xfrm>
            <a:off x="762000" y="1066800"/>
            <a:ext cx="8382000" cy="5029200"/>
          </a:xfrm>
        </p:spPr>
        <p:txBody>
          <a:bodyPr/>
          <a:lstStyle/>
          <a:p>
            <a:pPr marL="533400" indent="-533400" eaLnBrk="1" hangingPunct="1">
              <a:lnSpc>
                <a:spcPct val="90000"/>
              </a:lnSpc>
              <a:buSzTx/>
              <a:buFont typeface="Wingdings" panose="05000000000000000000" pitchFamily="2" charset="2"/>
              <a:buAutoNum type="arabicPeriod"/>
            </a:pPr>
            <a:endParaRPr lang="en-US" altLang="en-US" sz="2400"/>
          </a:p>
          <a:p>
            <a:pPr marL="533400" indent="-533400" eaLnBrk="1" hangingPunct="1">
              <a:lnSpc>
                <a:spcPct val="90000"/>
              </a:lnSpc>
            </a:pPr>
            <a:endParaRPr lang="en-US" altLang="en-US" sz="2400"/>
          </a:p>
          <a:p>
            <a:pPr marL="533400" indent="-533400" eaLnBrk="1" hangingPunct="1">
              <a:lnSpc>
                <a:spcPct val="90000"/>
              </a:lnSpc>
            </a:pPr>
            <a:endParaRPr lang="en-US" altLang="en-US" sz="2400"/>
          </a:p>
          <a:p>
            <a:pPr marL="533400" indent="-533400" eaLnBrk="1" hangingPunct="1">
              <a:lnSpc>
                <a:spcPct val="90000"/>
              </a:lnSpc>
            </a:pPr>
            <a:endParaRPr lang="en-US" altLang="en-US" sz="2400"/>
          </a:p>
          <a:p>
            <a:pPr marL="533400" indent="-533400" eaLnBrk="1" hangingPunct="1">
              <a:lnSpc>
                <a:spcPct val="90000"/>
              </a:lnSpc>
            </a:pPr>
            <a:endParaRPr lang="en-US" altLang="en-US" sz="2400"/>
          </a:p>
          <a:p>
            <a:pPr marL="533400" indent="-533400" eaLnBrk="1" hangingPunct="1">
              <a:lnSpc>
                <a:spcPct val="90000"/>
              </a:lnSpc>
            </a:pPr>
            <a:endParaRPr lang="en-US" altLang="en-US" sz="2400"/>
          </a:p>
          <a:p>
            <a:pPr marL="533400" indent="-533400" eaLnBrk="1" hangingPunct="1">
              <a:lnSpc>
                <a:spcPct val="90000"/>
              </a:lnSpc>
            </a:pPr>
            <a:endParaRPr lang="en-US" altLang="en-US" sz="2400"/>
          </a:p>
          <a:p>
            <a:pPr marL="533400" indent="-533400" eaLnBrk="1" hangingPunct="1">
              <a:lnSpc>
                <a:spcPct val="90000"/>
              </a:lnSpc>
            </a:pPr>
            <a:endParaRPr lang="en-US" altLang="en-US" sz="2400"/>
          </a:p>
          <a:p>
            <a:pPr marL="533400" indent="-533400" eaLnBrk="1" hangingPunct="1">
              <a:lnSpc>
                <a:spcPct val="90000"/>
              </a:lnSpc>
            </a:pPr>
            <a:endParaRPr lang="en-US" altLang="en-US" sz="2400">
              <a:sym typeface="Wingdings" panose="05000000000000000000" pitchFamily="2" charset="2"/>
            </a:endParaRPr>
          </a:p>
          <a:p>
            <a:pPr marL="533400" indent="-533400" eaLnBrk="1" hangingPunct="1">
              <a:lnSpc>
                <a:spcPct val="90000"/>
              </a:lnSpc>
            </a:pPr>
            <a:endParaRPr lang="en-US" altLang="en-US" sz="2400"/>
          </a:p>
          <a:p>
            <a:pPr marL="914400" lvl="1" indent="-457200" eaLnBrk="1" hangingPunct="1">
              <a:lnSpc>
                <a:spcPct val="90000"/>
              </a:lnSpc>
            </a:pPr>
            <a:endParaRPr lang="en-US" altLang="en-US" sz="2000"/>
          </a:p>
          <a:p>
            <a:pPr marL="533400" indent="-533400" eaLnBrk="1" hangingPunct="1">
              <a:lnSpc>
                <a:spcPct val="90000"/>
              </a:lnSpc>
            </a:pPr>
            <a:endParaRPr lang="en-US" altLang="en-US" sz="2400"/>
          </a:p>
        </p:txBody>
      </p:sp>
      <p:pic>
        <p:nvPicPr>
          <p:cNvPr id="91141" name="Picture 4">
            <a:extLst>
              <a:ext uri="{FF2B5EF4-FFF2-40B4-BE49-F238E27FC236}">
                <a16:creationId xmlns:a16="http://schemas.microsoft.com/office/drawing/2014/main" id="{00D47442-7B33-FF08-398F-2E54CA5621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458788"/>
            <a:ext cx="5324475" cy="6399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Number Placeholder 5">
            <a:extLst>
              <a:ext uri="{FF2B5EF4-FFF2-40B4-BE49-F238E27FC236}">
                <a16:creationId xmlns:a16="http://schemas.microsoft.com/office/drawing/2014/main" id="{8F8EFD9B-9633-318C-469C-8F8F7D1D380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5A33EB75-D990-4AD3-85F5-7508D486AE1E}" type="slidenum">
              <a:rPr lang="en-US" altLang="en-US" b="0"/>
              <a:pPr/>
              <a:t>95</a:t>
            </a:fld>
            <a:endParaRPr lang="en-US" altLang="en-US" b="0"/>
          </a:p>
        </p:txBody>
      </p:sp>
      <p:sp>
        <p:nvSpPr>
          <p:cNvPr id="92163" name="Rectangle 2">
            <a:extLst>
              <a:ext uri="{FF2B5EF4-FFF2-40B4-BE49-F238E27FC236}">
                <a16:creationId xmlns:a16="http://schemas.microsoft.com/office/drawing/2014/main" id="{CC25733B-779D-9ECC-4CBE-D4F015D63616}"/>
              </a:ext>
            </a:extLst>
          </p:cNvPr>
          <p:cNvSpPr>
            <a:spLocks noGrp="1" noChangeArrowheads="1"/>
          </p:cNvSpPr>
          <p:nvPr>
            <p:ph type="title"/>
          </p:nvPr>
        </p:nvSpPr>
        <p:spPr>
          <a:xfrm>
            <a:off x="990600" y="152400"/>
            <a:ext cx="8153400" cy="1004888"/>
          </a:xfrm>
        </p:spPr>
        <p:txBody>
          <a:bodyPr/>
          <a:lstStyle/>
          <a:p>
            <a:pPr eaLnBrk="1" hangingPunct="1"/>
            <a:r>
              <a:rPr lang="en-US" altLang="en-US" b="1"/>
              <a:t>ĐIỀU CHỈNH TIẾN ĐỘ DỰ ÁN</a:t>
            </a:r>
          </a:p>
        </p:txBody>
      </p:sp>
      <p:sp>
        <p:nvSpPr>
          <p:cNvPr id="92164" name="Rectangle 3">
            <a:extLst>
              <a:ext uri="{FF2B5EF4-FFF2-40B4-BE49-F238E27FC236}">
                <a16:creationId xmlns:a16="http://schemas.microsoft.com/office/drawing/2014/main" id="{E02E8C91-CE33-90BF-9421-169835695D6D}"/>
              </a:ext>
            </a:extLst>
          </p:cNvPr>
          <p:cNvSpPr>
            <a:spLocks noGrp="1" noChangeArrowheads="1"/>
          </p:cNvSpPr>
          <p:nvPr>
            <p:ph type="body" idx="1"/>
          </p:nvPr>
        </p:nvSpPr>
        <p:spPr>
          <a:xfrm>
            <a:off x="762000" y="1066800"/>
            <a:ext cx="8382000" cy="5029200"/>
          </a:xfrm>
        </p:spPr>
        <p:txBody>
          <a:bodyPr/>
          <a:lstStyle/>
          <a:p>
            <a:pPr marL="533400" indent="-533400" eaLnBrk="1" hangingPunct="1">
              <a:buSzTx/>
              <a:buFont typeface="Wingdings" panose="05000000000000000000" pitchFamily="2" charset="2"/>
              <a:buAutoNum type="arabicPeriod"/>
            </a:pPr>
            <a:endParaRPr lang="en-US" altLang="en-US" sz="2000"/>
          </a:p>
          <a:p>
            <a:pPr marL="533400" indent="-533400" eaLnBrk="1" hangingPunct="1"/>
            <a:r>
              <a:rPr lang="en-US" altLang="en-US" sz="2400" b="1">
                <a:solidFill>
                  <a:srgbClr val="EA2A16"/>
                </a:solidFill>
                <a:sym typeface="Wingdings" panose="05000000000000000000" pitchFamily="2" charset="2"/>
              </a:rPr>
              <a:t>Các bước chính để rút ngắn tiến độ:</a:t>
            </a:r>
          </a:p>
          <a:p>
            <a:pPr marL="914400" lvl="1" indent="-457200" eaLnBrk="1" hangingPunct="1"/>
            <a:r>
              <a:rPr lang="en-US" altLang="en-US" sz="2000">
                <a:sym typeface="Wingdings" panose="05000000000000000000" pitchFamily="2" charset="2"/>
              </a:rPr>
              <a:t>Ước tính thời gian và chi phí trong điều kiện bình thường của các công tác.</a:t>
            </a:r>
          </a:p>
          <a:p>
            <a:pPr marL="914400" lvl="1" indent="-457200" eaLnBrk="1" hangingPunct="1"/>
            <a:r>
              <a:rPr lang="en-US" altLang="en-US" sz="2000">
                <a:sym typeface="Wingdings" panose="05000000000000000000" pitchFamily="2" charset="2"/>
              </a:rPr>
              <a:t>Ước tính thời  gian và chi phí trong điều kiện rút ngắn của các công tác.</a:t>
            </a:r>
          </a:p>
          <a:p>
            <a:pPr marL="914400" lvl="1" indent="-457200" eaLnBrk="1" hangingPunct="1"/>
            <a:r>
              <a:rPr lang="en-US" altLang="en-US" sz="2000">
                <a:sym typeface="Wingdings" panose="05000000000000000000" pitchFamily="2" charset="2"/>
              </a:rPr>
              <a:t>Tìm đường găng trong điều kiện bình thường. Tổng chi phí của tất cả các công tác trong điều kiện bình thường.</a:t>
            </a:r>
          </a:p>
          <a:p>
            <a:pPr marL="914400" lvl="1" indent="-457200" eaLnBrk="1" hangingPunct="1"/>
            <a:r>
              <a:rPr lang="en-US" altLang="en-US" sz="2000">
                <a:sym typeface="Wingdings" panose="05000000000000000000" pitchFamily="2" charset="2"/>
              </a:rPr>
              <a:t>Tìm chi phí rút ngắn đơn vị cho tất cả các công tác.</a:t>
            </a:r>
          </a:p>
          <a:p>
            <a:pPr marL="914400" lvl="1" indent="-457200" eaLnBrk="1" hangingPunct="1"/>
            <a:r>
              <a:rPr lang="en-US" altLang="en-US" sz="2000">
                <a:sym typeface="Wingdings" panose="05000000000000000000" pitchFamily="2" charset="2"/>
              </a:rPr>
              <a:t>Rút ngắn công tác nằm trên đường găng có chi phí rút ngắn đơn vị nhỏ nhất.</a:t>
            </a:r>
          </a:p>
          <a:p>
            <a:pPr marL="914400" lvl="1" indent="-457200" eaLnBrk="1" hangingPunct="1"/>
            <a:r>
              <a:rPr lang="en-US" altLang="en-US" sz="2000">
                <a:sym typeface="Wingdings" panose="05000000000000000000" pitchFamily="2" charset="2"/>
              </a:rPr>
              <a:t>Xác định lại đường găng và tiếp tục lặp lại bước 4 cho đến khi đạt được mong muốn rút ngắn đề ra.</a:t>
            </a:r>
            <a:endParaRPr lang="en-US" altLang="en-US" sz="2000"/>
          </a:p>
          <a:p>
            <a:pPr marL="533400" indent="-533400" eaLnBrk="1" hangingPunct="1">
              <a:buFont typeface="Wingdings" panose="05000000000000000000" pitchFamily="2" charset="2"/>
              <a:buNone/>
            </a:pPr>
            <a:endParaRPr lang="en-US" altLang="en-US" sz="2000"/>
          </a:p>
          <a:p>
            <a:pPr marL="533400" indent="-533400" eaLnBrk="1" hangingPunct="1"/>
            <a:endParaRPr lang="en-US" altLang="en-US" sz="2000"/>
          </a:p>
          <a:p>
            <a:pPr marL="533400" indent="-533400" eaLnBrk="1" hangingPunct="1"/>
            <a:endParaRPr lang="en-US" altLang="en-US" sz="2000"/>
          </a:p>
          <a:p>
            <a:pPr marL="533400" indent="-533400" eaLnBrk="1" hangingPunct="1"/>
            <a:endParaRPr lang="en-US" altLang="en-US" sz="2000"/>
          </a:p>
          <a:p>
            <a:pPr marL="533400" indent="-533400" eaLnBrk="1" hangingPunct="1"/>
            <a:endParaRPr lang="en-US" altLang="en-US" sz="2000"/>
          </a:p>
          <a:p>
            <a:pPr marL="533400" indent="-533400" eaLnBrk="1" hangingPunct="1"/>
            <a:endParaRPr lang="en-US" altLang="en-US" sz="2000"/>
          </a:p>
          <a:p>
            <a:pPr marL="533400" indent="-533400" eaLnBrk="1" hangingPunct="1"/>
            <a:endParaRPr lang="en-US" altLang="en-US" sz="2000"/>
          </a:p>
          <a:p>
            <a:pPr marL="533400" indent="-533400" eaLnBrk="1" hangingPunct="1"/>
            <a:endParaRPr lang="en-US" altLang="en-US" sz="2000"/>
          </a:p>
          <a:p>
            <a:pPr marL="533400" indent="-533400" eaLnBrk="1" hangingPunct="1"/>
            <a:endParaRPr lang="en-US" altLang="en-US" sz="2000">
              <a:sym typeface="Wingdings" panose="05000000000000000000" pitchFamily="2" charset="2"/>
            </a:endParaRPr>
          </a:p>
          <a:p>
            <a:pPr marL="533400" indent="-533400" eaLnBrk="1" hangingPunct="1"/>
            <a:endParaRPr lang="en-US" altLang="en-US" sz="2000"/>
          </a:p>
          <a:p>
            <a:pPr marL="914400" lvl="1" indent="-457200" eaLnBrk="1" hangingPunct="1"/>
            <a:endParaRPr lang="en-US" altLang="en-US" sz="1800"/>
          </a:p>
          <a:p>
            <a:pPr marL="533400" indent="-533400" eaLnBrk="1" hangingPunct="1"/>
            <a:endParaRPr lang="en-US" altLang="en-US" sz="200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Number Placeholder 5">
            <a:extLst>
              <a:ext uri="{FF2B5EF4-FFF2-40B4-BE49-F238E27FC236}">
                <a16:creationId xmlns:a16="http://schemas.microsoft.com/office/drawing/2014/main" id="{C9085F67-EA82-2AFC-CAE2-2EF87CC5857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57790446-FDC9-4518-9484-5980895D1E11}" type="slidenum">
              <a:rPr lang="en-US" altLang="en-US" b="0"/>
              <a:pPr/>
              <a:t>96</a:t>
            </a:fld>
            <a:endParaRPr lang="en-US" altLang="en-US" b="0"/>
          </a:p>
        </p:txBody>
      </p:sp>
      <p:sp>
        <p:nvSpPr>
          <p:cNvPr id="93187" name="Rectangle 2">
            <a:extLst>
              <a:ext uri="{FF2B5EF4-FFF2-40B4-BE49-F238E27FC236}">
                <a16:creationId xmlns:a16="http://schemas.microsoft.com/office/drawing/2014/main" id="{C2C0BC70-5E23-1C4E-6206-B7F46B5B64D5}"/>
              </a:ext>
            </a:extLst>
          </p:cNvPr>
          <p:cNvSpPr>
            <a:spLocks noGrp="1" noChangeArrowheads="1"/>
          </p:cNvSpPr>
          <p:nvPr>
            <p:ph type="title"/>
          </p:nvPr>
        </p:nvSpPr>
        <p:spPr>
          <a:xfrm>
            <a:off x="990600" y="152400"/>
            <a:ext cx="8153400" cy="1004888"/>
          </a:xfrm>
        </p:spPr>
        <p:txBody>
          <a:bodyPr/>
          <a:lstStyle/>
          <a:p>
            <a:pPr eaLnBrk="1" hangingPunct="1"/>
            <a:r>
              <a:rPr lang="en-US" altLang="en-US" b="1"/>
              <a:t>BÀI TẬP 3</a:t>
            </a:r>
          </a:p>
        </p:txBody>
      </p:sp>
      <p:sp>
        <p:nvSpPr>
          <p:cNvPr id="93188" name="Rectangle 3">
            <a:extLst>
              <a:ext uri="{FF2B5EF4-FFF2-40B4-BE49-F238E27FC236}">
                <a16:creationId xmlns:a16="http://schemas.microsoft.com/office/drawing/2014/main" id="{86A15BF8-8BE2-CA21-DB24-A4DAB1886052}"/>
              </a:ext>
            </a:extLst>
          </p:cNvPr>
          <p:cNvSpPr>
            <a:spLocks noGrp="1" noChangeArrowheads="1"/>
          </p:cNvSpPr>
          <p:nvPr>
            <p:ph type="body" idx="1"/>
          </p:nvPr>
        </p:nvSpPr>
        <p:spPr>
          <a:xfrm>
            <a:off x="762000" y="1066800"/>
            <a:ext cx="8382000" cy="5029200"/>
          </a:xfrm>
        </p:spPr>
        <p:txBody>
          <a:bodyPr/>
          <a:lstStyle/>
          <a:p>
            <a:pPr marL="533400" indent="-533400" eaLnBrk="1" hangingPunct="1">
              <a:buSzTx/>
              <a:buFont typeface="Wingdings" panose="05000000000000000000" pitchFamily="2" charset="2"/>
              <a:buAutoNum type="arabicPeriod"/>
            </a:pPr>
            <a:endParaRPr lang="en-US" altLang="en-US" sz="2000"/>
          </a:p>
          <a:p>
            <a:pPr marL="533400" indent="-533400" eaLnBrk="1" hangingPunct="1"/>
            <a:endParaRPr lang="en-US" altLang="en-US" sz="2000" b="1">
              <a:solidFill>
                <a:srgbClr val="EA2A16"/>
              </a:solidFill>
              <a:sym typeface="Wingdings" panose="05000000000000000000" pitchFamily="2" charset="2"/>
            </a:endParaRPr>
          </a:p>
          <a:p>
            <a:pPr marL="914400" lvl="1" indent="-457200" eaLnBrk="1" hangingPunct="1"/>
            <a:endParaRPr lang="en-US" altLang="en-US" sz="1800">
              <a:solidFill>
                <a:srgbClr val="EA2A16"/>
              </a:solidFill>
              <a:sym typeface="Wingdings" panose="05000000000000000000" pitchFamily="2" charset="2"/>
            </a:endParaRPr>
          </a:p>
          <a:p>
            <a:pPr marL="914400" lvl="1" indent="-457200" eaLnBrk="1" hangingPunct="1"/>
            <a:endParaRPr lang="en-US" altLang="en-US" sz="2000"/>
          </a:p>
          <a:p>
            <a:pPr marL="533400" indent="-533400" eaLnBrk="1" hangingPunct="1">
              <a:buFont typeface="Wingdings" panose="05000000000000000000" pitchFamily="2" charset="2"/>
              <a:buNone/>
            </a:pPr>
            <a:endParaRPr lang="en-US" altLang="en-US" sz="2000"/>
          </a:p>
          <a:p>
            <a:pPr marL="533400" indent="-533400" eaLnBrk="1" hangingPunct="1"/>
            <a:endParaRPr lang="en-US" altLang="en-US" sz="2000"/>
          </a:p>
          <a:p>
            <a:pPr marL="533400" indent="-533400" eaLnBrk="1" hangingPunct="1"/>
            <a:endParaRPr lang="en-US" altLang="en-US" sz="2000"/>
          </a:p>
          <a:p>
            <a:pPr marL="533400" indent="-533400" eaLnBrk="1" hangingPunct="1"/>
            <a:endParaRPr lang="en-US" altLang="en-US" sz="2000"/>
          </a:p>
          <a:p>
            <a:pPr marL="533400" indent="-533400" eaLnBrk="1" hangingPunct="1"/>
            <a:endParaRPr lang="en-US" altLang="en-US" sz="2000"/>
          </a:p>
          <a:p>
            <a:pPr marL="533400" indent="-533400" eaLnBrk="1" hangingPunct="1"/>
            <a:endParaRPr lang="en-US" altLang="en-US" sz="2000"/>
          </a:p>
          <a:p>
            <a:pPr marL="533400" indent="-533400" eaLnBrk="1" hangingPunct="1"/>
            <a:endParaRPr lang="en-US" altLang="en-US" sz="2000"/>
          </a:p>
          <a:p>
            <a:pPr marL="533400" indent="-533400" eaLnBrk="1" hangingPunct="1"/>
            <a:endParaRPr lang="en-US" altLang="en-US" sz="2000"/>
          </a:p>
          <a:p>
            <a:pPr marL="533400" indent="-533400" eaLnBrk="1" hangingPunct="1"/>
            <a:endParaRPr lang="en-US" altLang="en-US" sz="2000">
              <a:sym typeface="Wingdings" panose="05000000000000000000" pitchFamily="2" charset="2"/>
            </a:endParaRPr>
          </a:p>
          <a:p>
            <a:pPr marL="533400" indent="-533400" eaLnBrk="1" hangingPunct="1"/>
            <a:endParaRPr lang="en-US" altLang="en-US" sz="2000"/>
          </a:p>
          <a:p>
            <a:pPr marL="914400" lvl="1" indent="-457200" eaLnBrk="1" hangingPunct="1"/>
            <a:endParaRPr lang="en-US" altLang="en-US" sz="1800"/>
          </a:p>
          <a:p>
            <a:pPr marL="533400" indent="-533400" eaLnBrk="1" hangingPunct="1"/>
            <a:endParaRPr lang="en-US" altLang="en-US" sz="2000"/>
          </a:p>
        </p:txBody>
      </p:sp>
      <p:pic>
        <p:nvPicPr>
          <p:cNvPr id="93189" name="Picture 632">
            <a:extLst>
              <a:ext uri="{FF2B5EF4-FFF2-40B4-BE49-F238E27FC236}">
                <a16:creationId xmlns:a16="http://schemas.microsoft.com/office/drawing/2014/main" id="{96D685B7-E543-2D60-BB94-E1352E5DF2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752600"/>
            <a:ext cx="8077200" cy="310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190" name="Rectangle 633">
            <a:extLst>
              <a:ext uri="{FF2B5EF4-FFF2-40B4-BE49-F238E27FC236}">
                <a16:creationId xmlns:a16="http://schemas.microsoft.com/office/drawing/2014/main" id="{120DC30F-F936-D175-30E6-9D53854940A9}"/>
              </a:ext>
            </a:extLst>
          </p:cNvPr>
          <p:cNvSpPr>
            <a:spLocks noChangeArrowheads="1"/>
          </p:cNvSpPr>
          <p:nvPr/>
        </p:nvSpPr>
        <p:spPr bwMode="auto">
          <a:xfrm>
            <a:off x="533400" y="4751388"/>
            <a:ext cx="77724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pPr algn="l">
              <a:buFontTx/>
              <a:buAutoNum type="alphaLcParenR"/>
            </a:pPr>
            <a:r>
              <a:rPr lang="en-US" altLang="en-US" b="0"/>
              <a:t>Xây dựng sơ đồ mạng theo dạng AOA của dự án như bài tập 2.</a:t>
            </a:r>
          </a:p>
          <a:p>
            <a:pPr algn="l">
              <a:buFontTx/>
              <a:buAutoNum type="alphaLcParenR"/>
            </a:pPr>
            <a:r>
              <a:rPr lang="en-US" altLang="en-US" b="0"/>
              <a:t>Xác định các công tác găng và đường găng của dự án?</a:t>
            </a:r>
          </a:p>
          <a:p>
            <a:pPr algn="l">
              <a:buFontTx/>
              <a:buAutoNum type="alphaLcParenR"/>
            </a:pPr>
            <a:r>
              <a:rPr lang="en-US" altLang="en-US" b="0"/>
              <a:t>Xác định Thời gian &amp; chi phí trong điều kiện bình thường và rút ngắn</a:t>
            </a:r>
          </a:p>
          <a:p>
            <a:pPr algn="l">
              <a:buFontTx/>
              <a:buAutoNum type="alphaLcParenR"/>
            </a:pPr>
            <a:r>
              <a:rPr lang="en-US" altLang="en-US" b="0"/>
              <a:t>Rút ngắn các công tác của DA</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Number Placeholder 5">
            <a:extLst>
              <a:ext uri="{FF2B5EF4-FFF2-40B4-BE49-F238E27FC236}">
                <a16:creationId xmlns:a16="http://schemas.microsoft.com/office/drawing/2014/main" id="{ADBE4018-F935-544A-5389-5202C9B88F2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fld id="{B21DAC1E-6B8A-4634-A0DB-A24E4409A0F6}" type="slidenum">
              <a:rPr lang="en-US" altLang="en-US" b="0"/>
              <a:pPr/>
              <a:t>97</a:t>
            </a:fld>
            <a:endParaRPr lang="en-US" altLang="en-US" b="0"/>
          </a:p>
        </p:txBody>
      </p:sp>
      <p:sp>
        <p:nvSpPr>
          <p:cNvPr id="94211" name="Rectangle 2">
            <a:extLst>
              <a:ext uri="{FF2B5EF4-FFF2-40B4-BE49-F238E27FC236}">
                <a16:creationId xmlns:a16="http://schemas.microsoft.com/office/drawing/2014/main" id="{C1331AD5-14F0-849B-F517-43E0672043C9}"/>
              </a:ext>
            </a:extLst>
          </p:cNvPr>
          <p:cNvSpPr>
            <a:spLocks noGrp="1" noChangeArrowheads="1"/>
          </p:cNvSpPr>
          <p:nvPr>
            <p:ph type="title"/>
          </p:nvPr>
        </p:nvSpPr>
        <p:spPr>
          <a:xfrm>
            <a:off x="990600" y="152400"/>
            <a:ext cx="8153400" cy="1004888"/>
          </a:xfrm>
        </p:spPr>
        <p:txBody>
          <a:bodyPr/>
          <a:lstStyle/>
          <a:p>
            <a:pPr eaLnBrk="1" hangingPunct="1"/>
            <a:r>
              <a:rPr lang="en-US" altLang="en-US" b="1"/>
              <a:t>BÀI TẬP 4</a:t>
            </a:r>
          </a:p>
        </p:txBody>
      </p:sp>
      <p:sp>
        <p:nvSpPr>
          <p:cNvPr id="94212" name="Rectangle 3">
            <a:extLst>
              <a:ext uri="{FF2B5EF4-FFF2-40B4-BE49-F238E27FC236}">
                <a16:creationId xmlns:a16="http://schemas.microsoft.com/office/drawing/2014/main" id="{50A30E7B-FDB0-210A-60AC-A571443A5CE1}"/>
              </a:ext>
            </a:extLst>
          </p:cNvPr>
          <p:cNvSpPr>
            <a:spLocks noGrp="1" noChangeArrowheads="1"/>
          </p:cNvSpPr>
          <p:nvPr>
            <p:ph type="body" idx="1"/>
          </p:nvPr>
        </p:nvSpPr>
        <p:spPr>
          <a:xfrm>
            <a:off x="762000" y="1066800"/>
            <a:ext cx="8382000" cy="5029200"/>
          </a:xfrm>
        </p:spPr>
        <p:txBody>
          <a:bodyPr/>
          <a:lstStyle/>
          <a:p>
            <a:pPr marL="533400" indent="-533400" eaLnBrk="1" hangingPunct="1">
              <a:buSzTx/>
              <a:buFont typeface="Wingdings" panose="05000000000000000000" pitchFamily="2" charset="2"/>
              <a:buAutoNum type="arabicPeriod"/>
            </a:pPr>
            <a:endParaRPr lang="en-US" altLang="en-US" sz="2000"/>
          </a:p>
          <a:p>
            <a:pPr marL="533400" indent="-533400" eaLnBrk="1" hangingPunct="1"/>
            <a:endParaRPr lang="en-US" altLang="en-US" sz="2000" b="1">
              <a:solidFill>
                <a:srgbClr val="EA2A16"/>
              </a:solidFill>
              <a:sym typeface="Wingdings" panose="05000000000000000000" pitchFamily="2" charset="2"/>
            </a:endParaRPr>
          </a:p>
          <a:p>
            <a:pPr marL="914400" lvl="1" indent="-457200" eaLnBrk="1" hangingPunct="1"/>
            <a:endParaRPr lang="en-US" altLang="en-US" sz="1800">
              <a:solidFill>
                <a:srgbClr val="EA2A16"/>
              </a:solidFill>
              <a:sym typeface="Wingdings" panose="05000000000000000000" pitchFamily="2" charset="2"/>
            </a:endParaRPr>
          </a:p>
          <a:p>
            <a:pPr marL="914400" lvl="1" indent="-457200" eaLnBrk="1" hangingPunct="1"/>
            <a:endParaRPr lang="en-US" altLang="en-US" sz="2000"/>
          </a:p>
          <a:p>
            <a:pPr marL="533400" indent="-533400" eaLnBrk="1" hangingPunct="1">
              <a:buFont typeface="Wingdings" panose="05000000000000000000" pitchFamily="2" charset="2"/>
              <a:buNone/>
            </a:pPr>
            <a:endParaRPr lang="en-US" altLang="en-US" sz="2000"/>
          </a:p>
          <a:p>
            <a:pPr marL="533400" indent="-533400" eaLnBrk="1" hangingPunct="1"/>
            <a:endParaRPr lang="en-US" altLang="en-US" sz="2000"/>
          </a:p>
          <a:p>
            <a:pPr marL="533400" indent="-533400" eaLnBrk="1" hangingPunct="1"/>
            <a:endParaRPr lang="en-US" altLang="en-US" sz="2000"/>
          </a:p>
          <a:p>
            <a:pPr marL="533400" indent="-533400" eaLnBrk="1" hangingPunct="1"/>
            <a:endParaRPr lang="en-US" altLang="en-US" sz="2000"/>
          </a:p>
          <a:p>
            <a:pPr marL="533400" indent="-533400" eaLnBrk="1" hangingPunct="1"/>
            <a:endParaRPr lang="en-US" altLang="en-US" sz="2000"/>
          </a:p>
          <a:p>
            <a:pPr marL="533400" indent="-533400" eaLnBrk="1" hangingPunct="1"/>
            <a:endParaRPr lang="en-US" altLang="en-US" sz="2000"/>
          </a:p>
          <a:p>
            <a:pPr marL="533400" indent="-533400" eaLnBrk="1" hangingPunct="1"/>
            <a:endParaRPr lang="en-US" altLang="en-US" sz="2000"/>
          </a:p>
          <a:p>
            <a:pPr marL="533400" indent="-533400" eaLnBrk="1" hangingPunct="1"/>
            <a:endParaRPr lang="en-US" altLang="en-US" sz="2000"/>
          </a:p>
          <a:p>
            <a:pPr marL="533400" indent="-533400" eaLnBrk="1" hangingPunct="1"/>
            <a:endParaRPr lang="en-US" altLang="en-US" sz="2000">
              <a:sym typeface="Wingdings" panose="05000000000000000000" pitchFamily="2" charset="2"/>
            </a:endParaRPr>
          </a:p>
          <a:p>
            <a:pPr marL="533400" indent="-533400" eaLnBrk="1" hangingPunct="1"/>
            <a:endParaRPr lang="en-US" altLang="en-US" sz="2000"/>
          </a:p>
          <a:p>
            <a:pPr marL="914400" lvl="1" indent="-457200" eaLnBrk="1" hangingPunct="1"/>
            <a:endParaRPr lang="en-US" altLang="en-US" sz="1800"/>
          </a:p>
          <a:p>
            <a:pPr marL="533400" indent="-533400" eaLnBrk="1" hangingPunct="1"/>
            <a:endParaRPr lang="en-US" altLang="en-US" sz="2000"/>
          </a:p>
        </p:txBody>
      </p:sp>
      <p:sp>
        <p:nvSpPr>
          <p:cNvPr id="94213" name="Rectangle 5">
            <a:extLst>
              <a:ext uri="{FF2B5EF4-FFF2-40B4-BE49-F238E27FC236}">
                <a16:creationId xmlns:a16="http://schemas.microsoft.com/office/drawing/2014/main" id="{73A41B0E-DBC8-11E1-C59E-080E50B6F4F5}"/>
              </a:ext>
            </a:extLst>
          </p:cNvPr>
          <p:cNvSpPr>
            <a:spLocks noChangeArrowheads="1"/>
          </p:cNvSpPr>
          <p:nvPr/>
        </p:nvSpPr>
        <p:spPr bwMode="auto">
          <a:xfrm>
            <a:off x="1066800" y="3838575"/>
            <a:ext cx="77724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algn="ctr" eaLnBrk="0" fontAlgn="base" hangingPunct="0">
              <a:spcBef>
                <a:spcPct val="0"/>
              </a:spcBef>
              <a:spcAft>
                <a:spcPct val="0"/>
              </a:spcAft>
              <a:defRPr b="1">
                <a:solidFill>
                  <a:schemeClr val="tx1"/>
                </a:solidFill>
                <a:latin typeface="Tahoma" panose="020B0604030504040204" pitchFamily="34" charset="0"/>
              </a:defRPr>
            </a:lvl6pPr>
            <a:lvl7pPr marL="2971800" indent="-228600" algn="ctr" eaLnBrk="0" fontAlgn="base" hangingPunct="0">
              <a:spcBef>
                <a:spcPct val="0"/>
              </a:spcBef>
              <a:spcAft>
                <a:spcPct val="0"/>
              </a:spcAft>
              <a:defRPr b="1">
                <a:solidFill>
                  <a:schemeClr val="tx1"/>
                </a:solidFill>
                <a:latin typeface="Tahoma" panose="020B0604030504040204" pitchFamily="34" charset="0"/>
              </a:defRPr>
            </a:lvl7pPr>
            <a:lvl8pPr marL="3429000" indent="-228600" algn="ctr" eaLnBrk="0" fontAlgn="base" hangingPunct="0">
              <a:spcBef>
                <a:spcPct val="0"/>
              </a:spcBef>
              <a:spcAft>
                <a:spcPct val="0"/>
              </a:spcAft>
              <a:defRPr b="1">
                <a:solidFill>
                  <a:schemeClr val="tx1"/>
                </a:solidFill>
                <a:latin typeface="Tahoma" panose="020B0604030504040204" pitchFamily="34" charset="0"/>
              </a:defRPr>
            </a:lvl8pPr>
            <a:lvl9pPr marL="3886200" indent="-228600" algn="ctr" eaLnBrk="0" fontAlgn="base" hangingPunct="0">
              <a:spcBef>
                <a:spcPct val="0"/>
              </a:spcBef>
              <a:spcAft>
                <a:spcPct val="0"/>
              </a:spcAft>
              <a:defRPr b="1">
                <a:solidFill>
                  <a:schemeClr val="tx1"/>
                </a:solidFill>
                <a:latin typeface="Tahoma" panose="020B0604030504040204" pitchFamily="34" charset="0"/>
              </a:defRPr>
            </a:lvl9pPr>
          </a:lstStyle>
          <a:p>
            <a:pPr algn="l">
              <a:buFontTx/>
              <a:buAutoNum type="alphaLcParenR"/>
            </a:pPr>
            <a:r>
              <a:rPr lang="en-US" altLang="en-US" b="0"/>
              <a:t>Vẽ sơ đồ mạng của dự án.</a:t>
            </a:r>
          </a:p>
          <a:p>
            <a:pPr algn="l">
              <a:buFontTx/>
              <a:buAutoNum type="alphaLcParenR"/>
            </a:pPr>
            <a:r>
              <a:rPr lang="en-US" altLang="en-US" b="0"/>
              <a:t>Cho biết dự án có thể rút tối đa bao nhiêu ngày? Tốn bao nhiêu chi phí?</a:t>
            </a:r>
          </a:p>
          <a:p>
            <a:pPr algn="l">
              <a:buFontTx/>
              <a:buAutoNum type="alphaLcParenR"/>
            </a:pPr>
            <a:r>
              <a:rPr lang="en-US" altLang="en-US" b="0"/>
              <a:t>Liệt kê phương án rút từng ngày sao cho chi phí là thấp nhất.</a:t>
            </a:r>
            <a:r>
              <a:rPr lang="en-US" altLang="en-US"/>
              <a:t> </a:t>
            </a:r>
          </a:p>
        </p:txBody>
      </p:sp>
      <p:pic>
        <p:nvPicPr>
          <p:cNvPr id="94214" name="Picture 6">
            <a:extLst>
              <a:ext uri="{FF2B5EF4-FFF2-40B4-BE49-F238E27FC236}">
                <a16:creationId xmlns:a16="http://schemas.microsoft.com/office/drawing/2014/main" id="{48A6BA63-80E6-871A-A69B-F880F459FB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828800"/>
            <a:ext cx="6564313"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Tahoma"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Watermark</Template>
  <TotalTime>5363</TotalTime>
  <Words>5286</Words>
  <Application>Microsoft Office PowerPoint</Application>
  <PresentationFormat>On-screen Show (4:3)</PresentationFormat>
  <Paragraphs>1046</Paragraphs>
  <Slides>97</Slides>
  <Notes>90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97</vt:i4>
      </vt:variant>
    </vt:vector>
  </HeadingPairs>
  <TitlesOfParts>
    <vt:vector size="103" baseType="lpstr">
      <vt:lpstr>Arial</vt:lpstr>
      <vt:lpstr>Tahoma</vt:lpstr>
      <vt:lpstr>Times New Roman</vt:lpstr>
      <vt:lpstr>Wingdings</vt:lpstr>
      <vt:lpstr>Blends</vt:lpstr>
      <vt:lpstr>Document</vt:lpstr>
      <vt:lpstr>CHƯƠNG 3</vt:lpstr>
      <vt:lpstr>MỤC ĐÍCH</vt:lpstr>
      <vt:lpstr>GIỚI THIỆU CHUNG</vt:lpstr>
      <vt:lpstr>GIỚI THIỆU CHUNG</vt:lpstr>
      <vt:lpstr>GIỚI THIỆU CHUNG</vt:lpstr>
      <vt:lpstr>GIỚI THIỆU CHUNG</vt:lpstr>
      <vt:lpstr>XÁC ĐỊNH CÁC HOẠT ĐỘNG</vt:lpstr>
      <vt:lpstr>XÁC ĐỊNH CÁC HOẠT ĐỘNG</vt:lpstr>
      <vt:lpstr>SẮP THỨ TỰ CÁC HOẠT ĐỘNG</vt:lpstr>
      <vt:lpstr>SẮP THỨ TỰ CÁC HOẠT ĐỘNG</vt:lpstr>
      <vt:lpstr>SẮP THỨ TỰ CÁC HOẠT ĐỘNG</vt:lpstr>
      <vt:lpstr>SẮP THỨ TỰ CÁC HOẠT ĐỘNG – Ví dụ</vt:lpstr>
      <vt:lpstr>ƯỚC LƯỢNG THỜI GIAN CHO MỖI HOẠT ĐỘNG</vt:lpstr>
      <vt:lpstr>ƯỚC LƯỢNG THỜI GIAN CHO MỖI HOẠT ĐỘNG</vt:lpstr>
      <vt:lpstr>ƯỚC LƯỢNG THỜI GIAN CHO MỖI HOẠT ĐỘNG</vt:lpstr>
      <vt:lpstr>ƯỚC LƯỢNG THỜI GIAN CHO MỖI HOẠT ĐỘNG</vt:lpstr>
      <vt:lpstr>ƯỚC LƯỢNG THỜI GIAN CHO MỖI HOẠT ĐỘNG</vt:lpstr>
      <vt:lpstr>ƯỚC LƯỢNG THỜI GIAN CHO MỖI HOẠT ĐỘNG</vt:lpstr>
      <vt:lpstr>ƯỚC LƯỢNG THỜI GIAN CHO MỖI HOẠT ĐỘNG</vt:lpstr>
      <vt:lpstr>ƯỚC LƯỢNG THỜI GIAN CHO MỖI HOẠT ĐỘNG</vt:lpstr>
      <vt:lpstr>ƯỚC LƯỢNG THỜI GIAN CHO MỖI HOẠT ĐỘNG</vt:lpstr>
      <vt:lpstr>ƯỚC LƯỢNG THỜI GIAN CHO MỖI HOẠT ĐỘNG</vt:lpstr>
      <vt:lpstr>THẢO LUẬN</vt:lpstr>
      <vt:lpstr>ƯỚC LƯỢNG THỜI GIAN CHO MỖI HOẠT ĐỘNG</vt:lpstr>
      <vt:lpstr>ƯỚC LƯỢNG THỜI GIAN CHO MỖI HOẠT ĐỘNG</vt:lpstr>
      <vt:lpstr>TÍNH THỜI GIAN &amp; NGUỒN LỰC</vt:lpstr>
      <vt:lpstr>PHÁT TRIỂN LỊCH BIỂU  Schedule Development</vt:lpstr>
      <vt:lpstr>ĐIỀU KHIỂN LỊCH BIỂU  Schedule Control</vt:lpstr>
      <vt:lpstr>SƠ ĐỒ GANTT</vt:lpstr>
      <vt:lpstr>SƠ ĐỒ GANTT</vt:lpstr>
      <vt:lpstr>SƠ ĐỒ GANTT</vt:lpstr>
      <vt:lpstr>SƠ ĐỒ GANTT</vt:lpstr>
      <vt:lpstr>SƠ ĐỒ GANTT</vt:lpstr>
      <vt:lpstr>SƠ ĐỒ GANTT</vt:lpstr>
      <vt:lpstr>Biểu đồ Gantt</vt:lpstr>
      <vt:lpstr>Biểu đồ Gantt</vt:lpstr>
      <vt:lpstr>Thêm mốc thời gian (Milestone)</vt:lpstr>
      <vt:lpstr>Biểu đồ lần vết Gantt</vt:lpstr>
      <vt:lpstr>SƠ ĐỒ GANTT</vt:lpstr>
      <vt:lpstr>SƠ ĐỒ MẠNG</vt:lpstr>
      <vt:lpstr>SƠ ĐỒ MẠNG</vt:lpstr>
      <vt:lpstr>SƠ ĐỒ MẠNG</vt:lpstr>
      <vt:lpstr>SƠ ĐỒ MẠNG</vt:lpstr>
      <vt:lpstr>Sơ đồ hình hộp (Precedence Diagramming Method (PDM)</vt:lpstr>
      <vt:lpstr>Ví dụ PDM</vt:lpstr>
      <vt:lpstr>PDM vs AOA</vt:lpstr>
      <vt:lpstr>PHƯƠNG PHÁP CPM</vt:lpstr>
      <vt:lpstr>PHƯƠNG PHÁP CPM</vt:lpstr>
      <vt:lpstr>PHƯƠNG PHÁP CPM</vt:lpstr>
      <vt:lpstr>PHƯƠNG PHÁP CPM</vt:lpstr>
      <vt:lpstr>PHƯƠNG PHÁP CPM</vt:lpstr>
      <vt:lpstr>PHƯƠNG PHÁP CPM</vt:lpstr>
      <vt:lpstr>PHƯƠNG PHÁP CPM</vt:lpstr>
      <vt:lpstr>PHƯƠNG PHÁP CPM</vt:lpstr>
      <vt:lpstr>PHƯƠNG PHÁP CPM</vt:lpstr>
      <vt:lpstr>PHƯƠNG PHÁP CPM</vt:lpstr>
      <vt:lpstr>PHƯƠNG PHÁP CPM</vt:lpstr>
      <vt:lpstr>PHƯƠNG PHÁP CPM</vt:lpstr>
      <vt:lpstr>PHƯƠNG PHÁP CPM</vt:lpstr>
      <vt:lpstr>PHƯƠNG PHÁP CPM</vt:lpstr>
      <vt:lpstr>PHƯƠNG PHÁP CPM</vt:lpstr>
      <vt:lpstr>PHƯƠNG PHÁP CPM</vt:lpstr>
      <vt:lpstr>PHƯƠNG PHÁP CPM</vt:lpstr>
      <vt:lpstr>PHƯƠNG PHÁP CPM</vt:lpstr>
      <vt:lpstr>PHƯƠNG PHÁP SƠ ĐỒ PERT</vt:lpstr>
      <vt:lpstr>PHƯƠNG PHÁP SƠ ĐỒ PERT</vt:lpstr>
      <vt:lpstr>PHƯƠNG PHÁP SƠ ĐỒ PERT</vt:lpstr>
      <vt:lpstr>PHƯƠNG PHÁP SƠ ĐỒ PERT</vt:lpstr>
      <vt:lpstr>PHƯƠNG PHÁP SƠ ĐỒ PERT</vt:lpstr>
      <vt:lpstr>PHƯƠNG PHÁP SƠ ĐỒ PERT</vt:lpstr>
      <vt:lpstr>PHƯƠNG PHÁP SƠ ĐỒ PERT</vt:lpstr>
      <vt:lpstr>PHƯƠNG PHÁP SƠ ĐỒ PERT</vt:lpstr>
      <vt:lpstr>Bảng phân phối  xác suất chuẩn</vt:lpstr>
      <vt:lpstr>PHƯƠNG PHÁP SƠ ĐỒ PERT</vt:lpstr>
      <vt:lpstr>PHƯƠNG PHÁP SƠ ĐỒ PERT</vt:lpstr>
      <vt:lpstr>PHƯƠNG PHÁP SƠ ĐỒ PERT</vt:lpstr>
      <vt:lpstr>VÍ DỤ 1 - VẼ AON</vt:lpstr>
      <vt:lpstr>AON - BƯỚC 1</vt:lpstr>
      <vt:lpstr>AON - BƯỚC 2</vt:lpstr>
      <vt:lpstr>AON - KẾT THÚC</vt:lpstr>
      <vt:lpstr>AOA - BƯỚC 1</vt:lpstr>
      <vt:lpstr>AON - BƯỚC 2</vt:lpstr>
      <vt:lpstr>AON - KẾT THÚC</vt:lpstr>
      <vt:lpstr>VÍ DỤ 2</vt:lpstr>
      <vt:lpstr>VÍ DỤ 2</vt:lpstr>
      <vt:lpstr>MỘT SỐ LƯU Ý</vt:lpstr>
      <vt:lpstr>KỸ THUẬT LÀM NGẮN TIẾN ĐỘ DỰ ÁN</vt:lpstr>
      <vt:lpstr>BIỆN PHÁP RÚT NGẮN ĐƯỜNG GĂNG</vt:lpstr>
      <vt:lpstr>Q &amp; A</vt:lpstr>
      <vt:lpstr>ÔN TẬP </vt:lpstr>
      <vt:lpstr>BÀI TẬP 1</vt:lpstr>
      <vt:lpstr>BÀI TẬP 2</vt:lpstr>
      <vt:lpstr>PowerPoint Presentation</vt:lpstr>
      <vt:lpstr>Bảng phân phối  xác suất chuẩn</vt:lpstr>
      <vt:lpstr>ĐIỀU CHỈNH TIẾN ĐỘ DỰ ÁN</vt:lpstr>
      <vt:lpstr>BÀI TẬP 3</vt:lpstr>
      <vt:lpstr>BÀI TẬP 4</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Phân tích tình huống Casual Togs, Inc</dc:title>
  <dc:creator>Tung Le</dc:creator>
  <cp:lastModifiedBy>Tung Le</cp:lastModifiedBy>
  <cp:revision>771</cp:revision>
  <dcterms:created xsi:type="dcterms:W3CDTF">2008-10-03T19:20:07Z</dcterms:created>
  <dcterms:modified xsi:type="dcterms:W3CDTF">2025-04-20T07:17:21Z</dcterms:modified>
</cp:coreProperties>
</file>