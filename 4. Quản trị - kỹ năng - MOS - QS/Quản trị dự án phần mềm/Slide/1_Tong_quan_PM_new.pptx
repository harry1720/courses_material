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51"/>
  </p:notesMasterIdLst>
  <p:handoutMasterIdLst>
    <p:handoutMasterId r:id="rId52"/>
  </p:handoutMasterIdLst>
  <p:sldIdLst>
    <p:sldId id="256" r:id="rId2"/>
    <p:sldId id="257" r:id="rId3"/>
    <p:sldId id="311" r:id="rId4"/>
    <p:sldId id="303" r:id="rId5"/>
    <p:sldId id="304" r:id="rId6"/>
    <p:sldId id="305" r:id="rId7"/>
    <p:sldId id="306" r:id="rId8"/>
    <p:sldId id="307" r:id="rId9"/>
    <p:sldId id="308" r:id="rId10"/>
    <p:sldId id="309" r:id="rId11"/>
    <p:sldId id="310" r:id="rId12"/>
    <p:sldId id="312" r:id="rId13"/>
    <p:sldId id="355" r:id="rId14"/>
    <p:sldId id="313" r:id="rId15"/>
    <p:sldId id="314" r:id="rId16"/>
    <p:sldId id="315" r:id="rId17"/>
    <p:sldId id="316" r:id="rId18"/>
    <p:sldId id="317" r:id="rId19"/>
    <p:sldId id="353" r:id="rId20"/>
    <p:sldId id="354" r:id="rId21"/>
    <p:sldId id="318" r:id="rId22"/>
    <p:sldId id="356" r:id="rId23"/>
    <p:sldId id="319" r:id="rId24"/>
    <p:sldId id="320" r:id="rId25"/>
    <p:sldId id="321" r:id="rId26"/>
    <p:sldId id="322" r:id="rId27"/>
    <p:sldId id="357" r:id="rId28"/>
    <p:sldId id="323" r:id="rId29"/>
    <p:sldId id="358" r:id="rId30"/>
    <p:sldId id="324" r:id="rId31"/>
    <p:sldId id="343" r:id="rId32"/>
    <p:sldId id="335" r:id="rId33"/>
    <p:sldId id="336" r:id="rId34"/>
    <p:sldId id="337" r:id="rId35"/>
    <p:sldId id="351" r:id="rId36"/>
    <p:sldId id="352" r:id="rId37"/>
    <p:sldId id="340" r:id="rId38"/>
    <p:sldId id="344" r:id="rId39"/>
    <p:sldId id="345" r:id="rId40"/>
    <p:sldId id="346" r:id="rId41"/>
    <p:sldId id="327" r:id="rId42"/>
    <p:sldId id="328" r:id="rId43"/>
    <p:sldId id="329" r:id="rId44"/>
    <p:sldId id="331" r:id="rId45"/>
    <p:sldId id="332" r:id="rId46"/>
    <p:sldId id="333" r:id="rId47"/>
    <p:sldId id="339" r:id="rId48"/>
    <p:sldId id="341" r:id="rId49"/>
    <p:sldId id="350" r:id="rId50"/>
  </p:sldIdLst>
  <p:sldSz cx="9144000" cy="6858000" type="screen4x3"/>
  <p:notesSz cx="7010400" cy="9296400"/>
  <p:defaultTextStyle>
    <a:defPPr>
      <a:defRPr lang="en-US"/>
    </a:defPPr>
    <a:lvl1pPr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8F907"/>
    <a:srgbClr val="FF9900"/>
    <a:srgbClr val="2ADF21"/>
    <a:srgbClr val="EA2A1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68" autoAdjust="0"/>
    <p:restoredTop sz="67822" autoAdjust="0"/>
  </p:normalViewPr>
  <p:slideViewPr>
    <p:cSldViewPr>
      <p:cViewPr>
        <p:scale>
          <a:sx n="66" d="100"/>
          <a:sy n="66" d="100"/>
        </p:scale>
        <p:origin x="1848" y="-667"/>
      </p:cViewPr>
      <p:guideLst>
        <p:guide orient="horz" pos="2160"/>
        <p:guide pos="2880"/>
      </p:guideLst>
    </p:cSldViewPr>
  </p:slideViewPr>
  <p:outlineViewPr>
    <p:cViewPr>
      <p:scale>
        <a:sx n="33" d="100"/>
        <a:sy n="33" d="100"/>
      </p:scale>
      <p:origin x="0" y="32712"/>
    </p:cViewPr>
  </p:outlineViewPr>
  <p:notesTextViewPr>
    <p:cViewPr>
      <p:scale>
        <a:sx n="100" d="100"/>
        <a:sy n="100" d="100"/>
      </p:scale>
      <p:origin x="0" y="0"/>
    </p:cViewPr>
  </p:notesTextViewPr>
  <p:sorterViewPr>
    <p:cViewPr>
      <p:scale>
        <a:sx n="66" d="100"/>
        <a:sy n="66" d="100"/>
      </p:scale>
      <p:origin x="0" y="25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616B83B9-31EC-0B8D-026E-D8F6FB3E5796}"/>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l" defTabSz="912813" eaLnBrk="1" hangingPunct="1">
              <a:defRPr sz="1200" b="0">
                <a:latin typeface="Arial" charset="0"/>
              </a:defRPr>
            </a:lvl1pPr>
          </a:lstStyle>
          <a:p>
            <a:pPr>
              <a:defRPr/>
            </a:pPr>
            <a:endParaRPr lang="en-US"/>
          </a:p>
        </p:txBody>
      </p:sp>
      <p:sp>
        <p:nvSpPr>
          <p:cNvPr id="253955" name="Rectangle 3">
            <a:extLst>
              <a:ext uri="{FF2B5EF4-FFF2-40B4-BE49-F238E27FC236}">
                <a16:creationId xmlns:a16="http://schemas.microsoft.com/office/drawing/2014/main" id="{F4CF3D75-563D-32EC-2681-6EAD35E88B09}"/>
              </a:ext>
            </a:extLst>
          </p:cNvPr>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defTabSz="912813" eaLnBrk="1" hangingPunct="1">
              <a:defRPr sz="1200" b="0">
                <a:latin typeface="Arial" charset="0"/>
              </a:defRPr>
            </a:lvl1pPr>
          </a:lstStyle>
          <a:p>
            <a:pPr>
              <a:defRPr/>
            </a:pPr>
            <a:endParaRPr lang="en-US"/>
          </a:p>
        </p:txBody>
      </p:sp>
      <p:sp>
        <p:nvSpPr>
          <p:cNvPr id="253956" name="Rectangle 4">
            <a:extLst>
              <a:ext uri="{FF2B5EF4-FFF2-40B4-BE49-F238E27FC236}">
                <a16:creationId xmlns:a16="http://schemas.microsoft.com/office/drawing/2014/main" id="{06CE5890-18A8-3DDE-735C-5172511D7E71}"/>
              </a:ext>
            </a:extLst>
          </p:cNvPr>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l" defTabSz="912813" eaLnBrk="1" hangingPunct="1">
              <a:defRPr sz="1200" b="0">
                <a:latin typeface="Arial" charset="0"/>
              </a:defRPr>
            </a:lvl1pPr>
          </a:lstStyle>
          <a:p>
            <a:pPr>
              <a:defRPr/>
            </a:pPr>
            <a:endParaRPr lang="en-US"/>
          </a:p>
        </p:txBody>
      </p:sp>
      <p:sp>
        <p:nvSpPr>
          <p:cNvPr id="253957" name="Rectangle 5">
            <a:extLst>
              <a:ext uri="{FF2B5EF4-FFF2-40B4-BE49-F238E27FC236}">
                <a16:creationId xmlns:a16="http://schemas.microsoft.com/office/drawing/2014/main" id="{1B07B5D5-0B3F-6C15-2496-4FC6D0A11E20}"/>
              </a:ext>
            </a:extLst>
          </p:cNvPr>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r" defTabSz="912813" eaLnBrk="1" hangingPunct="1">
              <a:defRPr sz="1200" b="0">
                <a:latin typeface="Arial" panose="020B0604020202020204" pitchFamily="34" charset="0"/>
              </a:defRPr>
            </a:lvl1pPr>
          </a:lstStyle>
          <a:p>
            <a:fld id="{5D17CFF6-549E-4940-9075-5D19E051FA3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4135DFD9-DBA9-A3E7-4B2F-12E4F074DFCD}"/>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l" defTabSz="912813" eaLnBrk="1" hangingPunct="1">
              <a:defRPr sz="1200" b="0">
                <a:latin typeface="Arial" charset="0"/>
              </a:defRPr>
            </a:lvl1pPr>
          </a:lstStyle>
          <a:p>
            <a:pPr>
              <a:defRPr/>
            </a:pPr>
            <a:endParaRPr lang="en-US"/>
          </a:p>
        </p:txBody>
      </p:sp>
      <p:sp>
        <p:nvSpPr>
          <p:cNvPr id="197635" name="Rectangle 3">
            <a:extLst>
              <a:ext uri="{FF2B5EF4-FFF2-40B4-BE49-F238E27FC236}">
                <a16:creationId xmlns:a16="http://schemas.microsoft.com/office/drawing/2014/main" id="{F5E485E2-4042-77D9-5D7F-FD284332B60E}"/>
              </a:ext>
            </a:extLst>
          </p:cNvPr>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defTabSz="912813" eaLnBrk="1" hangingPunct="1">
              <a:defRPr sz="1200" b="0">
                <a:latin typeface="Arial" charset="0"/>
              </a:defRPr>
            </a:lvl1pPr>
          </a:lstStyle>
          <a:p>
            <a:pPr>
              <a:defRPr/>
            </a:pPr>
            <a:endParaRPr lang="en-US"/>
          </a:p>
        </p:txBody>
      </p:sp>
      <p:sp>
        <p:nvSpPr>
          <p:cNvPr id="53252" name="Rectangle 4">
            <a:extLst>
              <a:ext uri="{FF2B5EF4-FFF2-40B4-BE49-F238E27FC236}">
                <a16:creationId xmlns:a16="http://schemas.microsoft.com/office/drawing/2014/main" id="{9FCEF66B-539C-7CF6-FC7B-BA493EE3116B}"/>
              </a:ext>
            </a:extLst>
          </p:cNvPr>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7" name="Rectangle 5">
            <a:extLst>
              <a:ext uri="{FF2B5EF4-FFF2-40B4-BE49-F238E27FC236}">
                <a16:creationId xmlns:a16="http://schemas.microsoft.com/office/drawing/2014/main" id="{443CA012-30BC-9FBD-84A7-2599C00F435E}"/>
              </a:ext>
            </a:extLst>
          </p:cNvPr>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7638" name="Rectangle 6">
            <a:extLst>
              <a:ext uri="{FF2B5EF4-FFF2-40B4-BE49-F238E27FC236}">
                <a16:creationId xmlns:a16="http://schemas.microsoft.com/office/drawing/2014/main" id="{06AFFC4D-DD6F-A1A7-D930-D800036CD712}"/>
              </a:ext>
            </a:extLst>
          </p:cNvPr>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l" defTabSz="912813" eaLnBrk="1" hangingPunct="1">
              <a:defRPr sz="1200" b="0">
                <a:latin typeface="Arial" charset="0"/>
              </a:defRPr>
            </a:lvl1pPr>
          </a:lstStyle>
          <a:p>
            <a:pPr>
              <a:defRPr/>
            </a:pPr>
            <a:endParaRPr lang="en-US"/>
          </a:p>
        </p:txBody>
      </p:sp>
      <p:sp>
        <p:nvSpPr>
          <p:cNvPr id="197639" name="Rectangle 7">
            <a:extLst>
              <a:ext uri="{FF2B5EF4-FFF2-40B4-BE49-F238E27FC236}">
                <a16:creationId xmlns:a16="http://schemas.microsoft.com/office/drawing/2014/main" id="{59C9F044-2D93-7C3A-D88D-B478EF59C41F}"/>
              </a:ext>
            </a:extLst>
          </p:cNvPr>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r" defTabSz="912813" eaLnBrk="1" hangingPunct="1">
              <a:defRPr sz="1200" b="0">
                <a:latin typeface="Arial" panose="020B0604020202020204" pitchFamily="34" charset="0"/>
              </a:defRPr>
            </a:lvl1pPr>
          </a:lstStyle>
          <a:p>
            <a:fld id="{0CEE0147-77DA-4E43-8616-4C92C7214CC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21134989-A2DD-2AD5-1115-809256E30F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9DF17FD5-2732-4D2B-A85A-C9EC8545F01A}" type="slidenum">
              <a:rPr lang="en-US" altLang="en-US" b="0">
                <a:latin typeface="Arial" panose="020B0604020202020204" pitchFamily="34" charset="0"/>
              </a:rPr>
              <a:pPr/>
              <a:t>1</a:t>
            </a:fld>
            <a:endParaRPr lang="en-US" altLang="en-US" b="0">
              <a:latin typeface="Arial" panose="020B0604020202020204" pitchFamily="34" charset="0"/>
            </a:endParaRPr>
          </a:p>
        </p:txBody>
      </p:sp>
      <p:sp>
        <p:nvSpPr>
          <p:cNvPr id="54275" name="Rectangle 2">
            <a:extLst>
              <a:ext uri="{FF2B5EF4-FFF2-40B4-BE49-F238E27FC236}">
                <a16:creationId xmlns:a16="http://schemas.microsoft.com/office/drawing/2014/main" id="{9EC74EEC-35C5-21D7-DA32-CA7750DFF448}"/>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160E3D40-1EB6-6E4F-6ED4-2C8B05A0CC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7978667-EF37-C7E6-76F5-3D5E899A64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26E966D9-640B-4DDD-A508-C8CD2E2684C2}" type="slidenum">
              <a:rPr lang="en-US" altLang="en-US" b="0">
                <a:latin typeface="Arial" panose="020B0604020202020204" pitchFamily="34" charset="0"/>
              </a:rPr>
              <a:pPr/>
              <a:t>2</a:t>
            </a:fld>
            <a:endParaRPr lang="en-US" altLang="en-US" b="0">
              <a:latin typeface="Arial" panose="020B0604020202020204" pitchFamily="34" charset="0"/>
            </a:endParaRPr>
          </a:p>
        </p:txBody>
      </p:sp>
      <p:sp>
        <p:nvSpPr>
          <p:cNvPr id="55299" name="Rectangle 2">
            <a:extLst>
              <a:ext uri="{FF2B5EF4-FFF2-40B4-BE49-F238E27FC236}">
                <a16:creationId xmlns:a16="http://schemas.microsoft.com/office/drawing/2014/main" id="{4A803AB4-9B6B-B57F-8BB0-65B7F619E648}"/>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35F333A-AFB6-5A3F-F7FE-72487365B6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2533E75F-4D30-A880-49E9-331573C073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3C7E7C5E-2D6C-415F-8EBA-A1729350E09B}" type="slidenum">
              <a:rPr lang="en-US" altLang="en-US" b="0">
                <a:latin typeface="Arial" panose="020B0604020202020204" pitchFamily="34" charset="0"/>
              </a:rPr>
              <a:pPr/>
              <a:t>3</a:t>
            </a:fld>
            <a:endParaRPr lang="en-US" altLang="en-US" b="0">
              <a:latin typeface="Arial" panose="020B0604020202020204" pitchFamily="34" charset="0"/>
            </a:endParaRPr>
          </a:p>
        </p:txBody>
      </p:sp>
      <p:sp>
        <p:nvSpPr>
          <p:cNvPr id="56323" name="Rectangle 2">
            <a:extLst>
              <a:ext uri="{FF2B5EF4-FFF2-40B4-BE49-F238E27FC236}">
                <a16:creationId xmlns:a16="http://schemas.microsoft.com/office/drawing/2014/main" id="{4A0796FD-C87A-27EC-48A9-01A1C7B3B52C}"/>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B6D51680-D14F-D7DF-C5BA-11B92FAEEA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 </a:t>
            </a:r>
            <a:r>
              <a:rPr lang="vi-VN" altLang="en-US">
                <a:latin typeface="Arial" panose="020B0604020202020204" pitchFamily="34" charset="0"/>
              </a:rPr>
              <a:t>Tốc độ tăng trưởng trung bình toàn</a:t>
            </a:r>
            <a:r>
              <a:rPr lang="en-US" altLang="en-US">
                <a:latin typeface="Arial" panose="020B0604020202020204" pitchFamily="34" charset="0"/>
              </a:rPr>
              <a:t> </a:t>
            </a:r>
            <a:r>
              <a:rPr lang="vi-VN" altLang="en-US">
                <a:latin typeface="Arial" panose="020B0604020202020204" pitchFamily="34" charset="0"/>
              </a:rPr>
              <a:t>ngành từ năm 2002-2007 đạt trên 38%/năm (Đường, 2007), </a:t>
            </a:r>
            <a:endParaRPr lang="en-US" altLang="en-US">
              <a:latin typeface="Arial" panose="020B0604020202020204" pitchFamily="34" charset="0"/>
            </a:endParaRPr>
          </a:p>
          <a:p>
            <a:pPr eaLnBrk="1" hangingPunct="1"/>
            <a:r>
              <a:rPr lang="en-US" altLang="en-US">
                <a:latin typeface="Arial" panose="020B0604020202020204" pitchFamily="34" charset="0"/>
              </a:rPr>
              <a:t>- N</a:t>
            </a:r>
            <a:r>
              <a:rPr lang="vi-VN" altLang="en-US">
                <a:latin typeface="Arial" panose="020B0604020202020204" pitchFamily="34" charset="0"/>
              </a:rPr>
              <a:t>ăm 2008 tốc</a:t>
            </a:r>
            <a:r>
              <a:rPr lang="en-US" altLang="en-US">
                <a:latin typeface="Arial" panose="020B0604020202020204" pitchFamily="34" charset="0"/>
              </a:rPr>
              <a:t> </a:t>
            </a:r>
            <a:r>
              <a:rPr lang="vi-VN" altLang="en-US">
                <a:latin typeface="Arial" panose="020B0604020202020204" pitchFamily="34" charset="0"/>
              </a:rPr>
              <a:t>độ tăng trưởng chỉ đạt 20%</a:t>
            </a:r>
            <a:r>
              <a:rPr lang="en-US" altLang="en-US">
                <a:latin typeface="Arial" panose="020B0604020202020204" pitchFamily="34" charset="0"/>
              </a:rPr>
              <a:t> (</a:t>
            </a:r>
            <a:r>
              <a:rPr lang="vi-VN" altLang="en-US">
                <a:latin typeface="Arial" panose="020B0604020202020204" pitchFamily="34" charset="0"/>
              </a:rPr>
              <a:t>ảnh hưởng của cuộc suy thoái</a:t>
            </a:r>
            <a:r>
              <a:rPr lang="en-US" altLang="en-US">
                <a:latin typeface="Arial" panose="020B0604020202020204" pitchFamily="34" charset="0"/>
              </a:rPr>
              <a:t> kinh tế toàn cầu lên ngành phần mềm Việt Nam)</a:t>
            </a:r>
          </a:p>
          <a:p>
            <a:pPr eaLnBrk="1" hangingPunct="1">
              <a:buFontTx/>
              <a:buChar char="-"/>
            </a:pPr>
            <a:r>
              <a:rPr lang="en-US" altLang="en-US">
                <a:latin typeface="Arial" panose="020B0604020202020204" pitchFamily="34" charset="0"/>
              </a:rPr>
              <a:t> Các </a:t>
            </a:r>
            <a:r>
              <a:rPr lang="vi-VN" altLang="en-US">
                <a:latin typeface="Arial" panose="020B0604020202020204" pitchFamily="34" charset="0"/>
              </a:rPr>
              <a:t>công ty nước ngoài đang</a:t>
            </a:r>
            <a:r>
              <a:rPr lang="en-US" altLang="en-US">
                <a:latin typeface="Arial" panose="020B0604020202020204" pitchFamily="34" charset="0"/>
              </a:rPr>
              <a:t> </a:t>
            </a:r>
            <a:r>
              <a:rPr lang="vi-VN" altLang="en-US">
                <a:latin typeface="Arial" panose="020B0604020202020204" pitchFamily="34" charset="0"/>
              </a:rPr>
              <a:t>có xu thế chuyển trung tâm về châu Á để cắt giảm chi phí nhờ nguồn nhân công</a:t>
            </a:r>
            <a:r>
              <a:rPr lang="en-US" altLang="en-US">
                <a:latin typeface="Arial" panose="020B0604020202020204" pitchFamily="34" charset="0"/>
              </a:rPr>
              <a:t> </a:t>
            </a:r>
            <a:r>
              <a:rPr lang="vi-VN" altLang="en-US">
                <a:latin typeface="Arial" panose="020B0604020202020204" pitchFamily="34" charset="0"/>
              </a:rPr>
              <a:t>và các chi phí liên quan rẻ hơn</a:t>
            </a:r>
            <a:endParaRPr lang="en-US" altLang="en-US">
              <a:latin typeface="Arial" panose="020B0604020202020204" pitchFamily="34" charset="0"/>
            </a:endParaRPr>
          </a:p>
          <a:p>
            <a:pPr eaLnBrk="1" hangingPunct="1">
              <a:buFontTx/>
              <a:buChar char="-"/>
            </a:pPr>
            <a:r>
              <a:rPr lang="en-US" altLang="en-US">
                <a:latin typeface="Arial" panose="020B0604020202020204" pitchFamily="34" charset="0"/>
              </a:rPr>
              <a:t>C</a:t>
            </a:r>
            <a:r>
              <a:rPr lang="vi-VN" altLang="en-US">
                <a:latin typeface="Arial" panose="020B0604020202020204" pitchFamily="34" charset="0"/>
              </a:rPr>
              <a:t>hi phí của </a:t>
            </a:r>
            <a:r>
              <a:rPr lang="en-US" altLang="en-US">
                <a:latin typeface="Arial" panose="020B0604020202020204" pitchFamily="34" charset="0"/>
              </a:rPr>
              <a:t>DNPM Việt Nam</a:t>
            </a:r>
            <a:r>
              <a:rPr lang="vi-VN" altLang="en-US">
                <a:latin typeface="Arial" panose="020B0604020202020204" pitchFamily="34" charset="0"/>
              </a:rPr>
              <a:t> có lợi thế rẻ hơn 30% so với các</a:t>
            </a:r>
            <a:r>
              <a:rPr lang="en-US" altLang="en-US">
                <a:latin typeface="Arial" panose="020B0604020202020204" pitchFamily="34" charset="0"/>
              </a:rPr>
              <a:t> doanh nghiệp phần mềm Trung Quốc.</a:t>
            </a:r>
          </a:p>
          <a:p>
            <a:pPr eaLnBrk="1" hangingPunct="1">
              <a:buFontTx/>
              <a:buChar char="-"/>
            </a:pPr>
            <a:r>
              <a:rPr lang="en-US" altLang="en-US">
                <a:latin typeface="Arial" panose="020B0604020202020204" pitchFamily="34" charset="0"/>
              </a:rPr>
              <a:t>Theo khảo sát của Hội Tin học TP. HCM tại 30 </a:t>
            </a:r>
            <a:r>
              <a:rPr lang="vi-VN" altLang="en-US">
                <a:latin typeface="Arial" panose="020B0604020202020204" pitchFamily="34" charset="0"/>
              </a:rPr>
              <a:t>doanh nghiệp phần mềm hàng đầu của thành phố này, tổng doanh thu của 5</a:t>
            </a:r>
            <a:r>
              <a:rPr lang="en-US" altLang="en-US">
                <a:latin typeface="Arial" panose="020B0604020202020204" pitchFamily="34" charset="0"/>
              </a:rPr>
              <a:t> </a:t>
            </a:r>
            <a:r>
              <a:rPr lang="vi-VN" altLang="en-US">
                <a:latin typeface="Arial" panose="020B0604020202020204" pitchFamily="34" charset="0"/>
              </a:rPr>
              <a:t>doanh nghiệp hàng đầu là 890 tỷ đồng (trong tổng doanh thu của cả 30 doanh</a:t>
            </a:r>
            <a:r>
              <a:rPr lang="en-US" altLang="en-US">
                <a:latin typeface="Arial" panose="020B0604020202020204" pitchFamily="34" charset="0"/>
              </a:rPr>
              <a:t> </a:t>
            </a:r>
            <a:r>
              <a:rPr lang="vi-VN" altLang="en-US">
                <a:latin typeface="Arial" panose="020B0604020202020204" pitchFamily="34" charset="0"/>
              </a:rPr>
              <a:t>nghiệp là 1.400 tỷ đồng) trong năm 2007. </a:t>
            </a:r>
            <a:endParaRPr lang="en-US" altLang="en-US">
              <a:latin typeface="Arial" panose="020B0604020202020204" pitchFamily="34" charset="0"/>
            </a:endParaRPr>
          </a:p>
          <a:p>
            <a:pPr eaLnBrk="1" hangingPunct="1">
              <a:buFontTx/>
              <a:buChar char="-"/>
            </a:pPr>
            <a:r>
              <a:rPr lang="vi-VN" altLang="en-US">
                <a:latin typeface="Arial" panose="020B0604020202020204" pitchFamily="34" charset="0"/>
              </a:rPr>
              <a:t>Chênh lệch (về doanh số) giữa công ty</a:t>
            </a:r>
            <a:r>
              <a:rPr lang="en-US" altLang="en-US">
                <a:latin typeface="Arial" panose="020B0604020202020204" pitchFamily="34" charset="0"/>
              </a:rPr>
              <a:t> </a:t>
            </a:r>
            <a:r>
              <a:rPr lang="vi-VN" altLang="en-US">
                <a:latin typeface="Arial" panose="020B0604020202020204" pitchFamily="34" charset="0"/>
              </a:rPr>
              <a:t>hàng đầu và công ty cuối danh sách lên đến... 958 lần!</a:t>
            </a:r>
            <a:endParaRPr lang="en-US" altLang="en-US">
              <a:latin typeface="Arial" panose="020B0604020202020204" pitchFamily="34" charset="0"/>
            </a:endParaRPr>
          </a:p>
          <a:p>
            <a:pPr eaLnBrk="1" hangingPunct="1">
              <a:buFontTx/>
              <a:buChar char="-"/>
            </a:pPr>
            <a:r>
              <a:rPr lang="en-US" altLang="en-US">
                <a:latin typeface="Arial" panose="020B0604020202020204" pitchFamily="34" charset="0"/>
              </a:rPr>
              <a:t> </a:t>
            </a:r>
            <a:r>
              <a:rPr lang="vi-VN" altLang="en-US">
                <a:latin typeface="Arial" panose="020B0604020202020204" pitchFamily="34" charset="0"/>
              </a:rPr>
              <a:t>Tp.HCM được xem là cái nôi của ngành CNPM tại</a:t>
            </a:r>
            <a:r>
              <a:rPr lang="en-US" altLang="en-US">
                <a:latin typeface="Arial" panose="020B0604020202020204" pitchFamily="34" charset="0"/>
              </a:rPr>
              <a:t> </a:t>
            </a:r>
            <a:r>
              <a:rPr lang="vi-VN" altLang="en-US">
                <a:latin typeface="Arial" panose="020B0604020202020204" pitchFamily="34" charset="0"/>
              </a:rPr>
              <a:t>Việt Nam, có đến 5 khu CNPM và CNTT tập trung trên tổng số 10 khu cả nước,</a:t>
            </a:r>
            <a:r>
              <a:rPr lang="en-US" altLang="en-US">
                <a:latin typeface="Arial" panose="020B0604020202020204" pitchFamily="34" charset="0"/>
              </a:rPr>
              <a:t> </a:t>
            </a:r>
            <a:r>
              <a:rPr lang="vi-VN" altLang="en-US">
                <a:latin typeface="Arial" panose="020B0604020202020204" pitchFamily="34" charset="0"/>
              </a:rPr>
              <a:t>quy mô cả về số lượng DN cũng như doanh số hàng năm luôn chiếm trên 50%</a:t>
            </a:r>
            <a:r>
              <a:rPr lang="en-US" altLang="en-US">
                <a:latin typeface="Arial" panose="020B0604020202020204" pitchFamily="34" charset="0"/>
              </a:rPr>
              <a:t> </a:t>
            </a:r>
            <a:r>
              <a:rPr lang="vi-VN" altLang="en-US">
                <a:latin typeface="Arial" panose="020B0604020202020204" pitchFamily="34" charset="0"/>
              </a:rPr>
              <a:t>so với cả nước (Đường, 2007)</a:t>
            </a:r>
            <a:endParaRPr lang="en-US" altLang="en-US">
              <a:latin typeface="Arial" panose="020B0604020202020204" pitchFamily="34" charset="0"/>
            </a:endParaRPr>
          </a:p>
          <a:p>
            <a:pPr eaLnBrk="1" hangingPunct="1">
              <a:buFontTx/>
              <a:buChar char="-"/>
            </a:pPr>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16E25A8-CE74-926A-9342-91219898B2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BA0FC346-50A3-4417-8677-3682A44F8F8C}" type="slidenum">
              <a:rPr lang="en-US" altLang="en-US" b="0">
                <a:latin typeface="Arial" panose="020B0604020202020204" pitchFamily="34" charset="0"/>
              </a:rPr>
              <a:pPr/>
              <a:t>4</a:t>
            </a:fld>
            <a:endParaRPr lang="en-US" altLang="en-US" b="0">
              <a:latin typeface="Arial" panose="020B0604020202020204" pitchFamily="34" charset="0"/>
            </a:endParaRPr>
          </a:p>
        </p:txBody>
      </p:sp>
      <p:sp>
        <p:nvSpPr>
          <p:cNvPr id="57347" name="Rectangle 2">
            <a:extLst>
              <a:ext uri="{FF2B5EF4-FFF2-40B4-BE49-F238E27FC236}">
                <a16:creationId xmlns:a16="http://schemas.microsoft.com/office/drawing/2014/main" id="{BD2A5DD4-6D5D-D1C0-D522-92C75AEEE7B9}"/>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9270864-B936-EEFC-E45A-722D6825AE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vi-VN" altLang="en-US">
                <a:latin typeface="Arial" panose="020B0604020202020204" pitchFamily="34" charset="0"/>
              </a:rPr>
              <a:t>Chưa quan tâm xây dựng một nền hành chính được vận hành theo một “công nghệ hành chính” tiên tiến</a:t>
            </a:r>
            <a:endParaRPr lang="en-US" altLang="en-US">
              <a:latin typeface="Arial" panose="020B0604020202020204" pitchFamily="34" charset="0"/>
            </a:endParaRPr>
          </a:p>
          <a:p>
            <a:pPr>
              <a:buFontTx/>
              <a:buChar char="-"/>
            </a:pPr>
            <a:r>
              <a:rPr lang="vi-VN" altLang="en-US">
                <a:latin typeface="Arial" panose="020B0604020202020204" pitchFamily="34" charset="0"/>
              </a:rPr>
              <a:t>Hạ tầng CNTT yếu kém, không đồng bộ, thiếu kết nối mạng hoặc kết nối không thông suốt cũng là một lý do quan trọng hạn chế khả năng triển khai ứng dụng phần mềm và cơ sở dữ liệu.</a:t>
            </a:r>
            <a:r>
              <a:rPr lang="en-US" altLang="en-US">
                <a:latin typeface="Arial" panose="020B0604020202020204" pitchFamily="34" charset="0"/>
              </a:rPr>
              <a:t> N</a:t>
            </a:r>
            <a:r>
              <a:rPr lang="vi-VN" altLang="en-US">
                <a:latin typeface="Arial" panose="020B0604020202020204" pitchFamily="34" charset="0"/>
              </a:rPr>
              <a:t>hiều nơi chỉ mới coi trọng đầu tư phần cứng, máy chủ, không coi trọng xây dựng kết nối mạng để chia sẻ dữ liệu và thông tin ngay từ ban đầu.</a:t>
            </a:r>
            <a:endParaRPr lang="en-US" altLang="en-US">
              <a:latin typeface="Arial" panose="020B0604020202020204" pitchFamily="34" charset="0"/>
            </a:endParaRPr>
          </a:p>
          <a:p>
            <a:pPr eaLnBrk="1" hangingPunct="1">
              <a:buFontTx/>
              <a:buChar char="-"/>
            </a:pPr>
            <a:r>
              <a:rPr lang="en-US" altLang="en-US">
                <a:latin typeface="Arial" panose="020B0604020202020204" pitchFamily="34" charset="0"/>
              </a:rPr>
              <a:t> </a:t>
            </a:r>
            <a:r>
              <a:rPr lang="vi-VN" altLang="en-US">
                <a:latin typeface="Arial" panose="020B0604020202020204" pitchFamily="34" charset="0"/>
              </a:rPr>
              <a:t>Công nghệ và năng lực của các nhà cung cấp giải pháp CNTT cho chính phủ điện tử tại các đia phương hiện nay khá hạn chế, lại bị giới hạn ở một vài công ty, do đó thiếu vắng sự cạnh tranh lành mạnh, sự minh bạch khi nghiệm thu kết quả, sản phẩm.</a:t>
            </a:r>
          </a:p>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7F416FC3-DEAE-72D7-1822-FCD74D8A68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A7418F3F-83FD-4536-9687-14A4B7483636}" type="slidenum">
              <a:rPr lang="en-US" altLang="en-US" b="0">
                <a:latin typeface="Arial" panose="020B0604020202020204" pitchFamily="34" charset="0"/>
              </a:rPr>
              <a:pPr/>
              <a:t>5</a:t>
            </a:fld>
            <a:endParaRPr lang="en-US" altLang="en-US" b="0">
              <a:latin typeface="Arial" panose="020B0604020202020204" pitchFamily="34" charset="0"/>
            </a:endParaRPr>
          </a:p>
        </p:txBody>
      </p:sp>
      <p:sp>
        <p:nvSpPr>
          <p:cNvPr id="58371" name="Rectangle 2">
            <a:extLst>
              <a:ext uri="{FF2B5EF4-FFF2-40B4-BE49-F238E27FC236}">
                <a16:creationId xmlns:a16="http://schemas.microsoft.com/office/drawing/2014/main" id="{636BFA21-13BF-82A6-6753-E15600F1BC50}"/>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A5E256F3-3A0F-A765-11CE-814B1354E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966B0AE5-D82F-6FEB-EAA1-73020D9724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005EAC0E-C727-4FC7-B51F-FE442D65A4A5}" type="slidenum">
              <a:rPr lang="en-US" altLang="en-US" b="0">
                <a:latin typeface="Arial" panose="020B0604020202020204" pitchFamily="34" charset="0"/>
              </a:rPr>
              <a:pPr/>
              <a:t>6</a:t>
            </a:fld>
            <a:endParaRPr lang="en-US" altLang="en-US" b="0">
              <a:latin typeface="Arial" panose="020B0604020202020204" pitchFamily="34" charset="0"/>
            </a:endParaRPr>
          </a:p>
        </p:txBody>
      </p:sp>
      <p:sp>
        <p:nvSpPr>
          <p:cNvPr id="59395" name="Rectangle 2">
            <a:extLst>
              <a:ext uri="{FF2B5EF4-FFF2-40B4-BE49-F238E27FC236}">
                <a16:creationId xmlns:a16="http://schemas.microsoft.com/office/drawing/2014/main" id="{5FA24B00-65DE-94AC-5B38-20CD5E74070B}"/>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48017B68-66FE-C2C6-C0BC-A78D97AB1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516369AF-14A8-D658-C7D1-B4C63B0F8A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C873FF2D-BFBB-4CCE-B990-F0AD7AF0780E}" type="slidenum">
              <a:rPr lang="en-US" altLang="en-US" b="0">
                <a:latin typeface="Arial" panose="020B0604020202020204" pitchFamily="34" charset="0"/>
              </a:rPr>
              <a:pPr/>
              <a:t>7</a:t>
            </a:fld>
            <a:endParaRPr lang="en-US" altLang="en-US" b="0">
              <a:latin typeface="Arial" panose="020B0604020202020204" pitchFamily="34" charset="0"/>
            </a:endParaRPr>
          </a:p>
        </p:txBody>
      </p:sp>
      <p:sp>
        <p:nvSpPr>
          <p:cNvPr id="60419" name="Rectangle 2">
            <a:extLst>
              <a:ext uri="{FF2B5EF4-FFF2-40B4-BE49-F238E27FC236}">
                <a16:creationId xmlns:a16="http://schemas.microsoft.com/office/drawing/2014/main" id="{37D3294E-BC09-D117-926A-4836409B9262}"/>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D72375C-9A27-3F53-C549-B4869EC716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ADC85A0-1F23-50CD-7D23-29FF43EAFD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1694B113-B234-4B40-A208-8D14D1F780B0}" type="slidenum">
              <a:rPr lang="en-US" altLang="en-US" b="0">
                <a:latin typeface="Arial" panose="020B0604020202020204" pitchFamily="34" charset="0"/>
              </a:rPr>
              <a:pPr/>
              <a:t>8</a:t>
            </a:fld>
            <a:endParaRPr lang="en-US" altLang="en-US" b="0">
              <a:latin typeface="Arial" panose="020B0604020202020204" pitchFamily="34" charset="0"/>
            </a:endParaRPr>
          </a:p>
        </p:txBody>
      </p:sp>
      <p:sp>
        <p:nvSpPr>
          <p:cNvPr id="61443" name="Rectangle 2">
            <a:extLst>
              <a:ext uri="{FF2B5EF4-FFF2-40B4-BE49-F238E27FC236}">
                <a16:creationId xmlns:a16="http://schemas.microsoft.com/office/drawing/2014/main" id="{108C6346-61B7-68D1-E3AA-24302717BE8A}"/>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BC103EE-620B-31A4-823D-88FD9BF9B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FBBB8983-A7CB-5654-9E8C-AA199EB254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933FAB6C-C582-4468-9054-6E4F8F9588AC}" type="slidenum">
              <a:rPr lang="en-US" altLang="en-US" b="0">
                <a:latin typeface="Arial" panose="020B0604020202020204" pitchFamily="34" charset="0"/>
              </a:rPr>
              <a:pPr/>
              <a:t>9</a:t>
            </a:fld>
            <a:endParaRPr lang="en-US" altLang="en-US" b="0">
              <a:latin typeface="Arial" panose="020B0604020202020204" pitchFamily="34" charset="0"/>
            </a:endParaRPr>
          </a:p>
        </p:txBody>
      </p:sp>
      <p:sp>
        <p:nvSpPr>
          <p:cNvPr id="62467" name="Rectangle 2">
            <a:extLst>
              <a:ext uri="{FF2B5EF4-FFF2-40B4-BE49-F238E27FC236}">
                <a16:creationId xmlns:a16="http://schemas.microsoft.com/office/drawing/2014/main" id="{4D526B98-EBB0-A076-D1B9-C4739820A1A2}"/>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A756C81-0490-4606-426B-62FF938E12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48342718-8A2D-05A1-1B84-4F2FBD7544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8AB18022-2E6E-468D-BA9B-C605BC60B51F}" type="slidenum">
              <a:rPr lang="en-US" altLang="en-US" b="0">
                <a:latin typeface="Arial" panose="020B0604020202020204" pitchFamily="34" charset="0"/>
              </a:rPr>
              <a:pPr/>
              <a:t>10</a:t>
            </a:fld>
            <a:endParaRPr lang="en-US" altLang="en-US" b="0">
              <a:latin typeface="Arial" panose="020B0604020202020204" pitchFamily="34" charset="0"/>
            </a:endParaRPr>
          </a:p>
        </p:txBody>
      </p:sp>
      <p:sp>
        <p:nvSpPr>
          <p:cNvPr id="63491" name="Rectangle 2">
            <a:extLst>
              <a:ext uri="{FF2B5EF4-FFF2-40B4-BE49-F238E27FC236}">
                <a16:creationId xmlns:a16="http://schemas.microsoft.com/office/drawing/2014/main" id="{15AC4152-C1FD-E404-3440-B76DDE6CC532}"/>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C8D08753-7386-7619-3CFA-45AAFA8F25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A1C86EE-38E7-1A97-065B-F39CB9B341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976436B2-4A32-4811-8953-8C997B78CF3C}" type="slidenum">
              <a:rPr lang="en-US" altLang="en-US" b="0">
                <a:latin typeface="Arial" panose="020B0604020202020204" pitchFamily="34" charset="0"/>
              </a:rPr>
              <a:pPr/>
              <a:t>11</a:t>
            </a:fld>
            <a:endParaRPr lang="en-US" altLang="en-US" b="0">
              <a:latin typeface="Arial" panose="020B0604020202020204" pitchFamily="34" charset="0"/>
            </a:endParaRPr>
          </a:p>
        </p:txBody>
      </p:sp>
      <p:sp>
        <p:nvSpPr>
          <p:cNvPr id="64515" name="Rectangle 2">
            <a:extLst>
              <a:ext uri="{FF2B5EF4-FFF2-40B4-BE49-F238E27FC236}">
                <a16:creationId xmlns:a16="http://schemas.microsoft.com/office/drawing/2014/main" id="{FE0D99C4-53CE-3573-E3DC-2650794FC021}"/>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92C3692-CFFE-7CF9-9763-B0BC9152C3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B,C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852866F8-CA8C-C59F-1988-99DE86867E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A9309F31-C090-4B2E-9397-D812FBC441B3}" type="slidenum">
              <a:rPr lang="en-US" altLang="en-US" b="0">
                <a:latin typeface="Arial" panose="020B0604020202020204" pitchFamily="34" charset="0"/>
              </a:rPr>
              <a:pPr/>
              <a:t>12</a:t>
            </a:fld>
            <a:endParaRPr lang="en-US" altLang="en-US" b="0">
              <a:latin typeface="Arial" panose="020B0604020202020204" pitchFamily="34" charset="0"/>
            </a:endParaRPr>
          </a:p>
        </p:txBody>
      </p:sp>
      <p:sp>
        <p:nvSpPr>
          <p:cNvPr id="65539" name="Rectangle 2">
            <a:extLst>
              <a:ext uri="{FF2B5EF4-FFF2-40B4-BE49-F238E27FC236}">
                <a16:creationId xmlns:a16="http://schemas.microsoft.com/office/drawing/2014/main" id="{4466F7B6-2237-1D06-A43F-26AF72BC1A59}"/>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E6127A57-C619-313B-5813-BE97508A72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CC120654-7D33-8485-6630-9984516C05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847836C2-D33A-47BF-AC2C-B7600C0C3BC7}" type="slidenum">
              <a:rPr lang="en-US" altLang="en-US" b="0">
                <a:latin typeface="Arial" panose="020B0604020202020204" pitchFamily="34" charset="0"/>
              </a:rPr>
              <a:pPr/>
              <a:t>13</a:t>
            </a:fld>
            <a:endParaRPr lang="en-US" altLang="en-US" b="0">
              <a:latin typeface="Arial" panose="020B0604020202020204" pitchFamily="34" charset="0"/>
            </a:endParaRPr>
          </a:p>
        </p:txBody>
      </p:sp>
      <p:sp>
        <p:nvSpPr>
          <p:cNvPr id="66563" name="Rectangle 2">
            <a:extLst>
              <a:ext uri="{FF2B5EF4-FFF2-40B4-BE49-F238E27FC236}">
                <a16:creationId xmlns:a16="http://schemas.microsoft.com/office/drawing/2014/main" id="{45AFD384-F383-AA3C-840C-BB2EF1B456EF}"/>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031DD1FE-7188-2327-8E2F-B9A7EFFD82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11DE46DD-D330-991E-843A-EB763C62D9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BA5575A1-95E4-4A33-B123-5042323CB7A1}" type="slidenum">
              <a:rPr lang="en-US" altLang="en-US" b="0">
                <a:latin typeface="Arial" panose="020B0604020202020204" pitchFamily="34" charset="0"/>
              </a:rPr>
              <a:pPr/>
              <a:t>14</a:t>
            </a:fld>
            <a:endParaRPr lang="en-US" altLang="en-US" b="0">
              <a:latin typeface="Arial" panose="020B0604020202020204" pitchFamily="34" charset="0"/>
            </a:endParaRPr>
          </a:p>
        </p:txBody>
      </p:sp>
      <p:sp>
        <p:nvSpPr>
          <p:cNvPr id="67587" name="Rectangle 2">
            <a:extLst>
              <a:ext uri="{FF2B5EF4-FFF2-40B4-BE49-F238E27FC236}">
                <a16:creationId xmlns:a16="http://schemas.microsoft.com/office/drawing/2014/main" id="{A66A7004-EC8E-0BB1-F33A-99CA356F0DBA}"/>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EACFC8DE-DF72-E2E3-992F-C577DABC7E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7AE9E24-CCEC-5A85-B3F9-A62C65A732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6C34880C-637A-40F4-BAC3-0BFF7569375B}" type="slidenum">
              <a:rPr lang="en-US" altLang="en-US" b="0">
                <a:latin typeface="Arial" panose="020B0604020202020204" pitchFamily="34" charset="0"/>
              </a:rPr>
              <a:pPr/>
              <a:t>15</a:t>
            </a:fld>
            <a:endParaRPr lang="en-US" altLang="en-US" b="0">
              <a:latin typeface="Arial" panose="020B0604020202020204" pitchFamily="34" charset="0"/>
            </a:endParaRPr>
          </a:p>
        </p:txBody>
      </p:sp>
      <p:sp>
        <p:nvSpPr>
          <p:cNvPr id="68611" name="Rectangle 2">
            <a:extLst>
              <a:ext uri="{FF2B5EF4-FFF2-40B4-BE49-F238E27FC236}">
                <a16:creationId xmlns:a16="http://schemas.microsoft.com/office/drawing/2014/main" id="{E8E46F2B-FCBB-03F5-0020-11A1006DDA52}"/>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A77F3A6E-E922-E818-D69F-A85C0C5BA7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CC07A37-DED8-14B1-DD6D-C0433B8280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C36D010B-AD9E-47C7-99D2-ECB318B04B67}" type="slidenum">
              <a:rPr lang="en-US" altLang="en-US" b="0">
                <a:latin typeface="Arial" panose="020B0604020202020204" pitchFamily="34" charset="0"/>
              </a:rPr>
              <a:pPr/>
              <a:t>16</a:t>
            </a:fld>
            <a:endParaRPr lang="en-US" altLang="en-US" b="0">
              <a:latin typeface="Arial" panose="020B0604020202020204" pitchFamily="34" charset="0"/>
            </a:endParaRPr>
          </a:p>
        </p:txBody>
      </p:sp>
      <p:sp>
        <p:nvSpPr>
          <p:cNvPr id="69635" name="Rectangle 2">
            <a:extLst>
              <a:ext uri="{FF2B5EF4-FFF2-40B4-BE49-F238E27FC236}">
                <a16:creationId xmlns:a16="http://schemas.microsoft.com/office/drawing/2014/main" id="{A0DEBA2A-4AA0-6461-F8F2-7BCE10A32C7A}"/>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2A521162-F05A-AA9B-F3E1-62C837E51C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4A037FB-4633-3833-00E3-6A9658AE3B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1565D48F-F92D-481E-9341-56411205A3A0}" type="slidenum">
              <a:rPr lang="en-US" altLang="en-US" b="0">
                <a:latin typeface="Arial" panose="020B0604020202020204" pitchFamily="34" charset="0"/>
              </a:rPr>
              <a:pPr/>
              <a:t>17</a:t>
            </a:fld>
            <a:endParaRPr lang="en-US" altLang="en-US" b="0">
              <a:latin typeface="Arial" panose="020B0604020202020204" pitchFamily="34" charset="0"/>
            </a:endParaRPr>
          </a:p>
        </p:txBody>
      </p:sp>
      <p:sp>
        <p:nvSpPr>
          <p:cNvPr id="70659" name="Rectangle 2">
            <a:extLst>
              <a:ext uri="{FF2B5EF4-FFF2-40B4-BE49-F238E27FC236}">
                <a16:creationId xmlns:a16="http://schemas.microsoft.com/office/drawing/2014/main" id="{FBA18557-1418-8C29-F157-A0BE4002A784}"/>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42C2E8E4-27FF-5D02-2342-A706EADD8F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F9AA6C7E-0853-0182-8997-64FB5E9F79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8F78027C-9342-4DF0-A1AC-B30BB19AFD9C}" type="slidenum">
              <a:rPr lang="en-US" altLang="en-US" b="0">
                <a:latin typeface="Arial" panose="020B0604020202020204" pitchFamily="34" charset="0"/>
              </a:rPr>
              <a:pPr/>
              <a:t>18</a:t>
            </a:fld>
            <a:endParaRPr lang="en-US" altLang="en-US" b="0">
              <a:latin typeface="Arial" panose="020B0604020202020204" pitchFamily="34" charset="0"/>
            </a:endParaRPr>
          </a:p>
        </p:txBody>
      </p:sp>
      <p:sp>
        <p:nvSpPr>
          <p:cNvPr id="71683" name="Rectangle 2">
            <a:extLst>
              <a:ext uri="{FF2B5EF4-FFF2-40B4-BE49-F238E27FC236}">
                <a16:creationId xmlns:a16="http://schemas.microsoft.com/office/drawing/2014/main" id="{E6FA40DE-BE14-7CB7-624A-E1A687923719}"/>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73C6BD25-2744-B054-794D-A3E8981845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2E176A8B-52CD-8B37-AD0F-3A2C1BF2BC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06F7D058-5E75-4537-A1C9-E4B4EB734434}" type="slidenum">
              <a:rPr lang="en-US" altLang="en-US" b="0">
                <a:latin typeface="Arial" panose="020B0604020202020204" pitchFamily="34" charset="0"/>
              </a:rPr>
              <a:pPr/>
              <a:t>19</a:t>
            </a:fld>
            <a:endParaRPr lang="en-US" altLang="en-US" b="0">
              <a:latin typeface="Arial" panose="020B0604020202020204" pitchFamily="34" charset="0"/>
            </a:endParaRPr>
          </a:p>
        </p:txBody>
      </p:sp>
      <p:sp>
        <p:nvSpPr>
          <p:cNvPr id="72707" name="Rectangle 2">
            <a:extLst>
              <a:ext uri="{FF2B5EF4-FFF2-40B4-BE49-F238E27FC236}">
                <a16:creationId xmlns:a16="http://schemas.microsoft.com/office/drawing/2014/main" id="{2D3FD8C0-2624-43E5-F288-467AAEDDBCEB}"/>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18A57F6B-8BF8-111F-9E44-FBC0F6A67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63426848-2EAE-D266-5D88-FF8BF71A73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E90EBFE4-2D2D-4807-804B-A07AC571F30E}" type="slidenum">
              <a:rPr lang="en-US" altLang="en-US" b="0">
                <a:latin typeface="Arial" panose="020B0604020202020204" pitchFamily="34" charset="0"/>
              </a:rPr>
              <a:pPr/>
              <a:t>20</a:t>
            </a:fld>
            <a:endParaRPr lang="en-US" altLang="en-US" b="0">
              <a:latin typeface="Arial" panose="020B0604020202020204" pitchFamily="34" charset="0"/>
            </a:endParaRPr>
          </a:p>
        </p:txBody>
      </p:sp>
      <p:sp>
        <p:nvSpPr>
          <p:cNvPr id="73731" name="Rectangle 2">
            <a:extLst>
              <a:ext uri="{FF2B5EF4-FFF2-40B4-BE49-F238E27FC236}">
                <a16:creationId xmlns:a16="http://schemas.microsoft.com/office/drawing/2014/main" id="{2BC5D8E7-06E1-9536-909E-5976DE375913}"/>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BF25C52-6396-6411-0036-C3764777FF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66D6F851-6368-511B-D678-DD35F92B7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413F20F0-6459-471A-8C65-6EE410EFBB7D}" type="slidenum">
              <a:rPr lang="en-US" altLang="en-US" b="0">
                <a:latin typeface="Arial" panose="020B0604020202020204" pitchFamily="34" charset="0"/>
              </a:rPr>
              <a:pPr/>
              <a:t>21</a:t>
            </a:fld>
            <a:endParaRPr lang="en-US" altLang="en-US" b="0">
              <a:latin typeface="Arial" panose="020B0604020202020204" pitchFamily="34" charset="0"/>
            </a:endParaRPr>
          </a:p>
        </p:txBody>
      </p:sp>
      <p:sp>
        <p:nvSpPr>
          <p:cNvPr id="74755" name="Rectangle 2">
            <a:extLst>
              <a:ext uri="{FF2B5EF4-FFF2-40B4-BE49-F238E27FC236}">
                <a16:creationId xmlns:a16="http://schemas.microsoft.com/office/drawing/2014/main" id="{44F32226-5B2A-26B1-6205-1BF89BCBEB85}"/>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55CDC608-182D-AB48-FDC7-A08C5387C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AC84AEF8-F8B2-2E98-4186-CBA9F8CBAA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6C604A63-2941-4F13-8DF9-45F742558454}" type="slidenum">
              <a:rPr lang="en-US" altLang="en-US" b="0">
                <a:latin typeface="Arial" panose="020B0604020202020204" pitchFamily="34" charset="0"/>
              </a:rPr>
              <a:pPr/>
              <a:t>22</a:t>
            </a:fld>
            <a:endParaRPr lang="en-US" altLang="en-US" b="0">
              <a:latin typeface="Arial" panose="020B0604020202020204" pitchFamily="34" charset="0"/>
            </a:endParaRPr>
          </a:p>
        </p:txBody>
      </p:sp>
      <p:sp>
        <p:nvSpPr>
          <p:cNvPr id="75779" name="Rectangle 2">
            <a:extLst>
              <a:ext uri="{FF2B5EF4-FFF2-40B4-BE49-F238E27FC236}">
                <a16:creationId xmlns:a16="http://schemas.microsoft.com/office/drawing/2014/main" id="{C5C4B41C-0716-D68C-7171-7A90261E2406}"/>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D4E6E107-1919-53A0-FEB3-3DEB3CAA3A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D3D9639-547B-0776-740C-B774E215A7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A42295B0-D4B9-4987-9F84-2EE3D1CEAFF1}" type="slidenum">
              <a:rPr lang="en-US" altLang="en-US" b="0">
                <a:latin typeface="Arial" panose="020B0604020202020204" pitchFamily="34" charset="0"/>
              </a:rPr>
              <a:pPr/>
              <a:t>23</a:t>
            </a:fld>
            <a:endParaRPr lang="en-US" altLang="en-US" b="0">
              <a:latin typeface="Arial" panose="020B0604020202020204" pitchFamily="34" charset="0"/>
            </a:endParaRPr>
          </a:p>
        </p:txBody>
      </p:sp>
      <p:sp>
        <p:nvSpPr>
          <p:cNvPr id="76803" name="Rectangle 2">
            <a:extLst>
              <a:ext uri="{FF2B5EF4-FFF2-40B4-BE49-F238E27FC236}">
                <a16:creationId xmlns:a16="http://schemas.microsoft.com/office/drawing/2014/main" id="{8DD8CF59-FC63-028E-126C-56E1B471D9D9}"/>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664A5DC4-39F3-7265-4DB9-64C1A85652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FD98F0C3-DEB9-8CE8-5B1F-3627CB02DE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15C5AC51-9FE0-424A-B1DA-9F8A7420C0B4}" type="slidenum">
              <a:rPr lang="en-US" altLang="en-US" b="0">
                <a:latin typeface="Arial" panose="020B0604020202020204" pitchFamily="34" charset="0"/>
              </a:rPr>
              <a:pPr/>
              <a:t>24</a:t>
            </a:fld>
            <a:endParaRPr lang="en-US" altLang="en-US" b="0">
              <a:latin typeface="Arial" panose="020B0604020202020204" pitchFamily="34" charset="0"/>
            </a:endParaRPr>
          </a:p>
        </p:txBody>
      </p:sp>
      <p:sp>
        <p:nvSpPr>
          <p:cNvPr id="77827" name="Rectangle 2">
            <a:extLst>
              <a:ext uri="{FF2B5EF4-FFF2-40B4-BE49-F238E27FC236}">
                <a16:creationId xmlns:a16="http://schemas.microsoft.com/office/drawing/2014/main" id="{5DD079D2-1BC7-9914-5805-98A45EE0D499}"/>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5B777D01-0D61-4463-E5A6-C69C11D139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E083920-6D88-B5AD-0743-439354EB9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5A732F7E-C439-44AE-880E-268F7F194892}" type="slidenum">
              <a:rPr lang="en-US" altLang="en-US" b="0">
                <a:latin typeface="Arial" panose="020B0604020202020204" pitchFamily="34" charset="0"/>
              </a:rPr>
              <a:pPr/>
              <a:t>25</a:t>
            </a:fld>
            <a:endParaRPr lang="en-US" altLang="en-US" b="0">
              <a:latin typeface="Arial" panose="020B0604020202020204" pitchFamily="34" charset="0"/>
            </a:endParaRPr>
          </a:p>
        </p:txBody>
      </p:sp>
      <p:sp>
        <p:nvSpPr>
          <p:cNvPr id="78851" name="Rectangle 2">
            <a:extLst>
              <a:ext uri="{FF2B5EF4-FFF2-40B4-BE49-F238E27FC236}">
                <a16:creationId xmlns:a16="http://schemas.microsoft.com/office/drawing/2014/main" id="{14F264A2-288F-5FBA-4565-53D572A2B182}"/>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ECCFF47A-F02C-BD0B-6825-56C96CD434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9F18A57-2DC3-D373-8681-037965900F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57CA17B6-0FD6-44D2-BC58-E7405FBC9F47}" type="slidenum">
              <a:rPr lang="en-US" altLang="en-US" b="0">
                <a:latin typeface="Arial" panose="020B0604020202020204" pitchFamily="34" charset="0"/>
              </a:rPr>
              <a:pPr/>
              <a:t>26</a:t>
            </a:fld>
            <a:endParaRPr lang="en-US" altLang="en-US" b="0">
              <a:latin typeface="Arial" panose="020B0604020202020204" pitchFamily="34" charset="0"/>
            </a:endParaRPr>
          </a:p>
        </p:txBody>
      </p:sp>
      <p:sp>
        <p:nvSpPr>
          <p:cNvPr id="79875" name="Rectangle 2">
            <a:extLst>
              <a:ext uri="{FF2B5EF4-FFF2-40B4-BE49-F238E27FC236}">
                <a16:creationId xmlns:a16="http://schemas.microsoft.com/office/drawing/2014/main" id="{6C1EF9F4-668A-0BB7-7E24-CF752135ED66}"/>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D51818CF-C7CF-1027-54A8-BD5270533F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168AD1D9-65DF-8197-D806-F94E298D29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0DEF0D2F-058F-478D-AA2C-B65F1D522CDA}" type="slidenum">
              <a:rPr lang="en-US" altLang="en-US" b="0">
                <a:latin typeface="Arial" panose="020B0604020202020204" pitchFamily="34" charset="0"/>
              </a:rPr>
              <a:pPr/>
              <a:t>27</a:t>
            </a:fld>
            <a:endParaRPr lang="en-US" altLang="en-US" b="0">
              <a:latin typeface="Arial" panose="020B0604020202020204" pitchFamily="34" charset="0"/>
            </a:endParaRPr>
          </a:p>
        </p:txBody>
      </p:sp>
      <p:sp>
        <p:nvSpPr>
          <p:cNvPr id="80899" name="Rectangle 2">
            <a:extLst>
              <a:ext uri="{FF2B5EF4-FFF2-40B4-BE49-F238E27FC236}">
                <a16:creationId xmlns:a16="http://schemas.microsoft.com/office/drawing/2014/main" id="{361EC73F-7793-06B5-AF7C-F017D884C01E}"/>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F904E219-4800-47D1-325C-9F6295FEC3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6F147037-8A46-A533-454F-BE51A6C9F0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63DF8069-26E1-4CAA-9704-6594A6A5E4D0}" type="slidenum">
              <a:rPr lang="en-US" altLang="en-US" b="0">
                <a:latin typeface="Arial" panose="020B0604020202020204" pitchFamily="34" charset="0"/>
              </a:rPr>
              <a:pPr/>
              <a:t>28</a:t>
            </a:fld>
            <a:endParaRPr lang="en-US" altLang="en-US" b="0">
              <a:latin typeface="Arial" panose="020B0604020202020204" pitchFamily="34" charset="0"/>
            </a:endParaRPr>
          </a:p>
        </p:txBody>
      </p:sp>
      <p:sp>
        <p:nvSpPr>
          <p:cNvPr id="81923" name="Rectangle 2">
            <a:extLst>
              <a:ext uri="{FF2B5EF4-FFF2-40B4-BE49-F238E27FC236}">
                <a16:creationId xmlns:a16="http://schemas.microsoft.com/office/drawing/2014/main" id="{A7C4F809-F19A-0C64-5BD0-60952BC1D079}"/>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F3B8FA45-B0CC-1EAE-FCE7-EDBABB5DD6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2753A00C-F825-0278-C795-AF43FA79AB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7B88EEFF-8BF3-4821-8128-2888B05975AB}" type="slidenum">
              <a:rPr lang="en-US" altLang="en-US" b="0">
                <a:latin typeface="Arial" panose="020B0604020202020204" pitchFamily="34" charset="0"/>
              </a:rPr>
              <a:pPr/>
              <a:t>29</a:t>
            </a:fld>
            <a:endParaRPr lang="en-US" altLang="en-US" b="0">
              <a:latin typeface="Arial" panose="020B0604020202020204" pitchFamily="34" charset="0"/>
            </a:endParaRPr>
          </a:p>
        </p:txBody>
      </p:sp>
      <p:sp>
        <p:nvSpPr>
          <p:cNvPr id="82947" name="Rectangle 2">
            <a:extLst>
              <a:ext uri="{FF2B5EF4-FFF2-40B4-BE49-F238E27FC236}">
                <a16:creationId xmlns:a16="http://schemas.microsoft.com/office/drawing/2014/main" id="{A0735D9D-2E31-81C8-78DF-2E4EA1AAA80E}"/>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D77EF1F2-B918-069C-95EC-61697C5102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7AB36116-3F85-5FB9-3FE0-B4508558F7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B6C6E180-E5D1-4C08-8C75-79FB49FA847A}" type="slidenum">
              <a:rPr lang="en-US" altLang="en-US" b="0">
                <a:latin typeface="Arial" panose="020B0604020202020204" pitchFamily="34" charset="0"/>
              </a:rPr>
              <a:pPr/>
              <a:t>30</a:t>
            </a:fld>
            <a:endParaRPr lang="en-US" altLang="en-US" b="0">
              <a:latin typeface="Arial" panose="020B0604020202020204" pitchFamily="34" charset="0"/>
            </a:endParaRPr>
          </a:p>
        </p:txBody>
      </p:sp>
      <p:sp>
        <p:nvSpPr>
          <p:cNvPr id="83971" name="Rectangle 2">
            <a:extLst>
              <a:ext uri="{FF2B5EF4-FFF2-40B4-BE49-F238E27FC236}">
                <a16:creationId xmlns:a16="http://schemas.microsoft.com/office/drawing/2014/main" id="{74574EB1-4FDC-E3DE-BEA3-D39EE6098022}"/>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FFA028CE-2C65-98E4-6EB5-EE1044AFB3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2128096-6F5B-759B-D302-17131CEF7A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E9E12478-0886-4664-BDC4-1CCEF4290D20}" type="slidenum">
              <a:rPr lang="en-US" altLang="en-US" b="0">
                <a:latin typeface="Arial" panose="020B0604020202020204" pitchFamily="34" charset="0"/>
              </a:rPr>
              <a:pPr/>
              <a:t>31</a:t>
            </a:fld>
            <a:endParaRPr lang="en-US" altLang="en-US" b="0">
              <a:latin typeface="Arial" panose="020B0604020202020204" pitchFamily="34" charset="0"/>
            </a:endParaRPr>
          </a:p>
        </p:txBody>
      </p:sp>
      <p:sp>
        <p:nvSpPr>
          <p:cNvPr id="84995" name="Rectangle 2">
            <a:extLst>
              <a:ext uri="{FF2B5EF4-FFF2-40B4-BE49-F238E27FC236}">
                <a16:creationId xmlns:a16="http://schemas.microsoft.com/office/drawing/2014/main" id="{EF26600C-1415-72EB-2F99-B5E3AC0983DB}"/>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B8F58DE1-D8DB-5FF0-83F7-49E9E232F2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0F53E9F0-ABAE-5187-E8C1-7DA492F1B6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516193A6-1C4F-4E1D-B97E-C5F663951AB3}" type="slidenum">
              <a:rPr lang="en-US" altLang="en-US" b="0">
                <a:latin typeface="Arial" panose="020B0604020202020204" pitchFamily="34" charset="0"/>
              </a:rPr>
              <a:pPr/>
              <a:t>32</a:t>
            </a:fld>
            <a:endParaRPr lang="en-US" altLang="en-US" b="0">
              <a:latin typeface="Arial" panose="020B0604020202020204" pitchFamily="34" charset="0"/>
            </a:endParaRPr>
          </a:p>
        </p:txBody>
      </p:sp>
      <p:sp>
        <p:nvSpPr>
          <p:cNvPr id="86019" name="Rectangle 2">
            <a:extLst>
              <a:ext uri="{FF2B5EF4-FFF2-40B4-BE49-F238E27FC236}">
                <a16:creationId xmlns:a16="http://schemas.microsoft.com/office/drawing/2014/main" id="{8DEB1036-025A-DB48-85E8-46EB5D09B97E}"/>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70A220D5-5DBC-F9AD-0394-2A5952494E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3EE74499-1B66-457C-0B82-BD9CC998ED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6BD35CEF-B276-498E-B90B-2BC237F9C532}" type="slidenum">
              <a:rPr lang="en-US" altLang="en-US" b="0">
                <a:latin typeface="Arial" panose="020B0604020202020204" pitchFamily="34" charset="0"/>
              </a:rPr>
              <a:pPr/>
              <a:t>33</a:t>
            </a:fld>
            <a:endParaRPr lang="en-US" altLang="en-US" b="0">
              <a:latin typeface="Arial" panose="020B0604020202020204" pitchFamily="34" charset="0"/>
            </a:endParaRPr>
          </a:p>
        </p:txBody>
      </p:sp>
      <p:sp>
        <p:nvSpPr>
          <p:cNvPr id="87043" name="Rectangle 2">
            <a:extLst>
              <a:ext uri="{FF2B5EF4-FFF2-40B4-BE49-F238E27FC236}">
                <a16:creationId xmlns:a16="http://schemas.microsoft.com/office/drawing/2014/main" id="{E32F0D10-5355-1EA2-D773-E0C1BC97D5F6}"/>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73F2CC9E-A79B-0BB7-AE7C-768715FB6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95A18812-997F-4531-45BF-95F16C4D97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AA6E36B0-AB25-437B-BD75-E11484264B19}" type="slidenum">
              <a:rPr lang="en-US" altLang="en-US" b="0">
                <a:latin typeface="Arial" panose="020B0604020202020204" pitchFamily="34" charset="0"/>
              </a:rPr>
              <a:pPr/>
              <a:t>34</a:t>
            </a:fld>
            <a:endParaRPr lang="en-US" altLang="en-US" b="0">
              <a:latin typeface="Arial" panose="020B0604020202020204" pitchFamily="34" charset="0"/>
            </a:endParaRPr>
          </a:p>
        </p:txBody>
      </p:sp>
      <p:sp>
        <p:nvSpPr>
          <p:cNvPr id="88067" name="Rectangle 2">
            <a:extLst>
              <a:ext uri="{FF2B5EF4-FFF2-40B4-BE49-F238E27FC236}">
                <a16:creationId xmlns:a16="http://schemas.microsoft.com/office/drawing/2014/main" id="{2C7CD948-F006-A4CB-6D5A-7E3187D27BFD}"/>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9BE181F5-E571-81D3-91B6-87704F2CD0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BC1CD2CD-67FC-C53B-16DE-DCAC924803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C8D4A630-E52C-4FFC-8576-399D0722B08D}" type="slidenum">
              <a:rPr lang="en-US" altLang="en-US" b="0">
                <a:latin typeface="Arial" panose="020B0604020202020204" pitchFamily="34" charset="0"/>
              </a:rPr>
              <a:pPr/>
              <a:t>35</a:t>
            </a:fld>
            <a:endParaRPr lang="en-US" altLang="en-US" b="0">
              <a:latin typeface="Arial" panose="020B0604020202020204" pitchFamily="34" charset="0"/>
            </a:endParaRPr>
          </a:p>
        </p:txBody>
      </p:sp>
      <p:sp>
        <p:nvSpPr>
          <p:cNvPr id="89091" name="Rectangle 2">
            <a:extLst>
              <a:ext uri="{FF2B5EF4-FFF2-40B4-BE49-F238E27FC236}">
                <a16:creationId xmlns:a16="http://schemas.microsoft.com/office/drawing/2014/main" id="{54B0104F-FFFF-808B-AA88-22C08DE04AE5}"/>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557243C8-1D1E-B0D0-D806-052B6CAF8F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sym typeface="Wingdings" panose="05000000000000000000" pitchFamily="2" charset="2"/>
              </a:rPr>
              <a:t> Tổ chức ma trận</a:t>
            </a:r>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650F82F-BF89-E842-E749-70DFF38C6E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DE1CB34A-CE7F-479A-B76C-3614300D5C32}" type="slidenum">
              <a:rPr lang="en-US" altLang="en-US" b="0">
                <a:latin typeface="Arial" panose="020B0604020202020204" pitchFamily="34" charset="0"/>
              </a:rPr>
              <a:pPr/>
              <a:t>36</a:t>
            </a:fld>
            <a:endParaRPr lang="en-US" altLang="en-US" b="0">
              <a:latin typeface="Arial" panose="020B0604020202020204" pitchFamily="34" charset="0"/>
            </a:endParaRPr>
          </a:p>
        </p:txBody>
      </p:sp>
      <p:sp>
        <p:nvSpPr>
          <p:cNvPr id="90115" name="Rectangle 2">
            <a:extLst>
              <a:ext uri="{FF2B5EF4-FFF2-40B4-BE49-F238E27FC236}">
                <a16:creationId xmlns:a16="http://schemas.microsoft.com/office/drawing/2014/main" id="{2EE6CE51-E44D-CC59-ECFA-02571DA2389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8970E965-40AE-E93F-B967-13C569388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sym typeface="Wingdings" panose="05000000000000000000" pitchFamily="2" charset="2"/>
              </a:rPr>
              <a:t> Tổ chức theo dạng DA vì với độ dài thời gian dài như vậy, đồng thời các thành viên trong nhóm là những người cấp dươi trực tiếp thực hiện trong suốt DA</a:t>
            </a:r>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4EB4FF4E-42C2-F8CD-F14A-8726B41C94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C74D51E6-44CF-4CFB-A107-98957BCD1867}" type="slidenum">
              <a:rPr lang="en-US" altLang="en-US" b="0">
                <a:latin typeface="Arial" panose="020B0604020202020204" pitchFamily="34" charset="0"/>
              </a:rPr>
              <a:pPr/>
              <a:t>37</a:t>
            </a:fld>
            <a:endParaRPr lang="en-US" altLang="en-US" b="0">
              <a:latin typeface="Arial" panose="020B0604020202020204" pitchFamily="34" charset="0"/>
            </a:endParaRPr>
          </a:p>
        </p:txBody>
      </p:sp>
      <p:sp>
        <p:nvSpPr>
          <p:cNvPr id="91139" name="Rectangle 2">
            <a:extLst>
              <a:ext uri="{FF2B5EF4-FFF2-40B4-BE49-F238E27FC236}">
                <a16:creationId xmlns:a16="http://schemas.microsoft.com/office/drawing/2014/main" id="{D1568517-3ADA-8215-6630-90B34683D24A}"/>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6A43FB75-B77D-68A2-3418-401AC321DA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0E36FE92-2B70-2714-7D25-75BF60465D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00ED6E20-8AB0-4E34-9E9C-3438CF52B944}" type="slidenum">
              <a:rPr lang="en-US" altLang="en-US" b="0">
                <a:latin typeface="Arial" panose="020B0604020202020204" pitchFamily="34" charset="0"/>
              </a:rPr>
              <a:pPr/>
              <a:t>38</a:t>
            </a:fld>
            <a:endParaRPr lang="en-US" altLang="en-US" b="0">
              <a:latin typeface="Arial" panose="020B0604020202020204" pitchFamily="34" charset="0"/>
            </a:endParaRPr>
          </a:p>
        </p:txBody>
      </p:sp>
      <p:sp>
        <p:nvSpPr>
          <p:cNvPr id="92163" name="Rectangle 2">
            <a:extLst>
              <a:ext uri="{FF2B5EF4-FFF2-40B4-BE49-F238E27FC236}">
                <a16:creationId xmlns:a16="http://schemas.microsoft.com/office/drawing/2014/main" id="{70D54233-400F-8303-7E2A-186B77211081}"/>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065B611D-8BED-394A-682B-F435815289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C7797FC-BE40-8EFB-7230-71C0BBA3C9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3BAE01C9-9E7F-46E9-AB5C-4C82A171D3B9}" type="slidenum">
              <a:rPr lang="en-US" altLang="en-US" b="0">
                <a:latin typeface="Arial" panose="020B0604020202020204" pitchFamily="34" charset="0"/>
              </a:rPr>
              <a:pPr/>
              <a:t>39</a:t>
            </a:fld>
            <a:endParaRPr lang="en-US" altLang="en-US" b="0">
              <a:latin typeface="Arial" panose="020B0604020202020204" pitchFamily="34" charset="0"/>
            </a:endParaRPr>
          </a:p>
        </p:txBody>
      </p:sp>
      <p:sp>
        <p:nvSpPr>
          <p:cNvPr id="93187" name="Rectangle 2">
            <a:extLst>
              <a:ext uri="{FF2B5EF4-FFF2-40B4-BE49-F238E27FC236}">
                <a16:creationId xmlns:a16="http://schemas.microsoft.com/office/drawing/2014/main" id="{5FBAC968-7B88-6B5E-6D47-5FF0C428406D}"/>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1F42397-AC55-7F30-E5B0-C73E81E191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7B92BD9-B5BD-4D4F-89F5-1C35E4B7F3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EE9AD977-76E0-4BBC-B023-2D44E4B9629C}" type="slidenum">
              <a:rPr lang="en-US" altLang="en-US" b="0">
                <a:latin typeface="Arial" panose="020B0604020202020204" pitchFamily="34" charset="0"/>
              </a:rPr>
              <a:pPr/>
              <a:t>40</a:t>
            </a:fld>
            <a:endParaRPr lang="en-US" altLang="en-US" b="0">
              <a:latin typeface="Arial" panose="020B0604020202020204" pitchFamily="34" charset="0"/>
            </a:endParaRPr>
          </a:p>
        </p:txBody>
      </p:sp>
      <p:sp>
        <p:nvSpPr>
          <p:cNvPr id="94211" name="Rectangle 2">
            <a:extLst>
              <a:ext uri="{FF2B5EF4-FFF2-40B4-BE49-F238E27FC236}">
                <a16:creationId xmlns:a16="http://schemas.microsoft.com/office/drawing/2014/main" id="{E696AF27-FFF0-7B30-E3DB-2D86CA83ED45}"/>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149A26B2-54E7-1B40-74FB-660441CDF6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0C0EEF5F-5775-0023-E63D-5BC71C4D2F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12AF3FBF-496C-4956-8834-309CF962ADA6}" type="slidenum">
              <a:rPr lang="en-US" altLang="en-US" b="0">
                <a:latin typeface="Arial" panose="020B0604020202020204" pitchFamily="34" charset="0"/>
              </a:rPr>
              <a:pPr/>
              <a:t>41</a:t>
            </a:fld>
            <a:endParaRPr lang="en-US" altLang="en-US" b="0">
              <a:latin typeface="Arial" panose="020B0604020202020204" pitchFamily="34" charset="0"/>
            </a:endParaRPr>
          </a:p>
        </p:txBody>
      </p:sp>
      <p:sp>
        <p:nvSpPr>
          <p:cNvPr id="95235" name="Rectangle 2">
            <a:extLst>
              <a:ext uri="{FF2B5EF4-FFF2-40B4-BE49-F238E27FC236}">
                <a16:creationId xmlns:a16="http://schemas.microsoft.com/office/drawing/2014/main" id="{BE2AAE61-7FDB-62CD-EADF-CC1835714E4D}"/>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0A727B29-F0CF-DD49-4807-69DD134E32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B48916D3-08A3-31C6-131A-6BDD07D7F3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F555F309-AE22-4420-9234-0BCCCFB7FEB4}" type="slidenum">
              <a:rPr lang="en-US" altLang="en-US" b="0">
                <a:latin typeface="Arial" panose="020B0604020202020204" pitchFamily="34" charset="0"/>
              </a:rPr>
              <a:pPr/>
              <a:t>42</a:t>
            </a:fld>
            <a:endParaRPr lang="en-US" altLang="en-US" b="0">
              <a:latin typeface="Arial" panose="020B0604020202020204" pitchFamily="34" charset="0"/>
            </a:endParaRPr>
          </a:p>
        </p:txBody>
      </p:sp>
      <p:sp>
        <p:nvSpPr>
          <p:cNvPr id="96259" name="Rectangle 2">
            <a:extLst>
              <a:ext uri="{FF2B5EF4-FFF2-40B4-BE49-F238E27FC236}">
                <a16:creationId xmlns:a16="http://schemas.microsoft.com/office/drawing/2014/main" id="{48214F24-2082-86CF-541E-9C7DA60B7116}"/>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4D8CA358-5B1D-9EBB-26E1-159958C65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13BBAD7-414E-4725-0B4D-C41131F359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75684642-29BC-45EC-BC04-D54BE9C00911}" type="slidenum">
              <a:rPr lang="en-US" altLang="en-US" b="0">
                <a:latin typeface="Arial" panose="020B0604020202020204" pitchFamily="34" charset="0"/>
              </a:rPr>
              <a:pPr/>
              <a:t>43</a:t>
            </a:fld>
            <a:endParaRPr lang="en-US" altLang="en-US" b="0">
              <a:latin typeface="Arial" panose="020B0604020202020204" pitchFamily="34" charset="0"/>
            </a:endParaRPr>
          </a:p>
        </p:txBody>
      </p:sp>
      <p:sp>
        <p:nvSpPr>
          <p:cNvPr id="97283" name="Rectangle 2">
            <a:extLst>
              <a:ext uri="{FF2B5EF4-FFF2-40B4-BE49-F238E27FC236}">
                <a16:creationId xmlns:a16="http://schemas.microsoft.com/office/drawing/2014/main" id="{D3FD6B2B-1219-10D2-5DBF-FA408D695945}"/>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B4764AA-7178-3DB2-81CB-7E88DCB2CF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CD83724C-0F46-2DDF-9F7B-3920D90D98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D7B01B58-4EF8-427C-9903-294990582D6B}" type="slidenum">
              <a:rPr lang="en-US" altLang="en-US" b="0">
                <a:latin typeface="Arial" panose="020B0604020202020204" pitchFamily="34" charset="0"/>
              </a:rPr>
              <a:pPr/>
              <a:t>44</a:t>
            </a:fld>
            <a:endParaRPr lang="en-US" altLang="en-US" b="0">
              <a:latin typeface="Arial" panose="020B0604020202020204" pitchFamily="34" charset="0"/>
            </a:endParaRPr>
          </a:p>
        </p:txBody>
      </p:sp>
      <p:sp>
        <p:nvSpPr>
          <p:cNvPr id="98307" name="Rectangle 2">
            <a:extLst>
              <a:ext uri="{FF2B5EF4-FFF2-40B4-BE49-F238E27FC236}">
                <a16:creationId xmlns:a16="http://schemas.microsoft.com/office/drawing/2014/main" id="{5C50B0CE-6C5E-371B-25FB-36BE1C8AE7A5}"/>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39D21471-B451-FF6A-70B3-ACC2891816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7BCCEF40-9118-D6CB-FB76-D928D6EFAC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080ED370-D041-4DCA-8A58-1621E03417EC}" type="slidenum">
              <a:rPr lang="en-US" altLang="en-US" b="0">
                <a:latin typeface="Arial" panose="020B0604020202020204" pitchFamily="34" charset="0"/>
              </a:rPr>
              <a:pPr/>
              <a:t>45</a:t>
            </a:fld>
            <a:endParaRPr lang="en-US" altLang="en-US" b="0">
              <a:latin typeface="Arial" panose="020B0604020202020204" pitchFamily="34" charset="0"/>
            </a:endParaRPr>
          </a:p>
        </p:txBody>
      </p:sp>
      <p:sp>
        <p:nvSpPr>
          <p:cNvPr id="99331" name="Rectangle 2">
            <a:extLst>
              <a:ext uri="{FF2B5EF4-FFF2-40B4-BE49-F238E27FC236}">
                <a16:creationId xmlns:a16="http://schemas.microsoft.com/office/drawing/2014/main" id="{44676F3F-F5B9-0ECD-F153-350DA67D1C2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8E759950-E208-3505-386B-85B3C4EFF4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3D5FBF09-FDA3-9609-CA9D-4AB0393028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6AEB6C64-D504-417A-A985-6D11E68C48A9}" type="slidenum">
              <a:rPr lang="en-US" altLang="en-US" b="0">
                <a:latin typeface="Arial" panose="020B0604020202020204" pitchFamily="34" charset="0"/>
              </a:rPr>
              <a:pPr/>
              <a:t>46</a:t>
            </a:fld>
            <a:endParaRPr lang="en-US" altLang="en-US" b="0">
              <a:latin typeface="Arial" panose="020B0604020202020204" pitchFamily="34" charset="0"/>
            </a:endParaRPr>
          </a:p>
        </p:txBody>
      </p:sp>
      <p:sp>
        <p:nvSpPr>
          <p:cNvPr id="100355" name="Rectangle 2">
            <a:extLst>
              <a:ext uri="{FF2B5EF4-FFF2-40B4-BE49-F238E27FC236}">
                <a16:creationId xmlns:a16="http://schemas.microsoft.com/office/drawing/2014/main" id="{B200AAEB-7617-0266-FAE1-967261FFFDF8}"/>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B5C0CA9B-6639-388C-48C1-C5F8DE3B9B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A404225-F7D0-F1B7-9BF9-F7366BED4D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48844C23-3B14-4D75-B7F9-FDB015336CF7}" type="slidenum">
              <a:rPr lang="en-US" altLang="en-US" b="0">
                <a:latin typeface="Arial" panose="020B0604020202020204" pitchFamily="34" charset="0"/>
              </a:rPr>
              <a:pPr/>
              <a:t>47</a:t>
            </a:fld>
            <a:endParaRPr lang="en-US" altLang="en-US" b="0">
              <a:latin typeface="Arial" panose="020B0604020202020204" pitchFamily="34" charset="0"/>
            </a:endParaRPr>
          </a:p>
        </p:txBody>
      </p:sp>
      <p:sp>
        <p:nvSpPr>
          <p:cNvPr id="101379" name="Rectangle 2">
            <a:extLst>
              <a:ext uri="{FF2B5EF4-FFF2-40B4-BE49-F238E27FC236}">
                <a16:creationId xmlns:a16="http://schemas.microsoft.com/office/drawing/2014/main" id="{16EF14A5-CF89-BD7B-390A-30BF33757ED5}"/>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6CA91C77-1FBC-96AF-553E-9F752E17BB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5142D239-BBD8-787A-38CE-2220946A14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37CF0991-0C8C-442D-9EAA-514DABEA8316}" type="slidenum">
              <a:rPr lang="en-US" altLang="en-US" b="0">
                <a:latin typeface="Arial" panose="020B0604020202020204" pitchFamily="34" charset="0"/>
              </a:rPr>
              <a:pPr/>
              <a:t>48</a:t>
            </a:fld>
            <a:endParaRPr lang="en-US" altLang="en-US" b="0">
              <a:latin typeface="Arial" panose="020B0604020202020204" pitchFamily="34" charset="0"/>
            </a:endParaRPr>
          </a:p>
        </p:txBody>
      </p:sp>
      <p:sp>
        <p:nvSpPr>
          <p:cNvPr id="102403" name="Rectangle 2">
            <a:extLst>
              <a:ext uri="{FF2B5EF4-FFF2-40B4-BE49-F238E27FC236}">
                <a16:creationId xmlns:a16="http://schemas.microsoft.com/office/drawing/2014/main" id="{8C08A195-652E-4D66-6172-637E0194E253}"/>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8E70FCF7-44D6-BC97-31D8-3F19D12E3B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1E</a:t>
            </a:r>
          </a:p>
          <a:p>
            <a:pPr eaLnBrk="1" hangingPunct="1"/>
            <a:r>
              <a:rPr lang="en-US" altLang="en-US">
                <a:latin typeface="Arial" panose="020B0604020202020204" pitchFamily="34" charset="0"/>
              </a:rPr>
              <a:t>2A,B,C</a:t>
            </a:r>
          </a:p>
          <a:p>
            <a:pPr eaLnBrk="1" hangingPunct="1"/>
            <a:r>
              <a:rPr lang="en-US" altLang="en-US">
                <a:latin typeface="Arial" panose="020B0604020202020204" pitchFamily="34" charset="0"/>
              </a:rPr>
              <a:t>3F</a:t>
            </a:r>
          </a:p>
          <a:p>
            <a:pPr eaLnBrk="1" hangingPunct="1"/>
            <a:r>
              <a:rPr lang="en-US" altLang="en-US">
                <a:latin typeface="Arial" panose="020B0604020202020204" pitchFamily="34" charset="0"/>
              </a:rPr>
              <a:t>4D</a:t>
            </a:r>
          </a:p>
          <a:p>
            <a:pPr eaLnBrk="1" hangingPunct="1"/>
            <a:r>
              <a:rPr lang="en-US" altLang="en-US">
                <a:latin typeface="Arial" panose="020B0604020202020204" pitchFamily="34" charset="0"/>
              </a:rPr>
              <a:t>5G</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4BA56997-97CE-B7F5-4B2C-89ED5F5D02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b="1">
                <a:solidFill>
                  <a:schemeClr val="tx1"/>
                </a:solidFill>
                <a:latin typeface="Tahoma" panose="020B0604030504040204" pitchFamily="34" charset="0"/>
              </a:defRPr>
            </a:lvl1pPr>
            <a:lvl2pPr marL="742950" indent="-285750" defTabSz="912813">
              <a:defRPr b="1">
                <a:solidFill>
                  <a:schemeClr val="tx1"/>
                </a:solidFill>
                <a:latin typeface="Tahoma" panose="020B0604030504040204" pitchFamily="34" charset="0"/>
              </a:defRPr>
            </a:lvl2pPr>
            <a:lvl3pPr marL="1143000" indent="-228600" defTabSz="912813">
              <a:defRPr b="1">
                <a:solidFill>
                  <a:schemeClr val="tx1"/>
                </a:solidFill>
                <a:latin typeface="Tahoma" panose="020B0604030504040204" pitchFamily="34" charset="0"/>
              </a:defRPr>
            </a:lvl3pPr>
            <a:lvl4pPr marL="1600200" indent="-228600" defTabSz="912813">
              <a:defRPr b="1">
                <a:solidFill>
                  <a:schemeClr val="tx1"/>
                </a:solidFill>
                <a:latin typeface="Tahoma" panose="020B0604030504040204" pitchFamily="34" charset="0"/>
              </a:defRPr>
            </a:lvl4pPr>
            <a:lvl5pPr marL="2057400" indent="-228600" defTabSz="912813">
              <a:defRPr b="1">
                <a:solidFill>
                  <a:schemeClr val="tx1"/>
                </a:solidFill>
                <a:latin typeface="Tahoma" panose="020B0604030504040204" pitchFamily="34" charset="0"/>
              </a:defRPr>
            </a:lvl5pPr>
            <a:lvl6pPr marL="2514600" indent="-228600" algn="ctr" defTabSz="912813"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12813"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12813"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12813" eaLnBrk="0" fontAlgn="base" hangingPunct="0">
              <a:spcBef>
                <a:spcPct val="0"/>
              </a:spcBef>
              <a:spcAft>
                <a:spcPct val="0"/>
              </a:spcAft>
              <a:defRPr b="1">
                <a:solidFill>
                  <a:schemeClr val="tx1"/>
                </a:solidFill>
                <a:latin typeface="Tahoma" panose="020B0604030504040204" pitchFamily="34" charset="0"/>
              </a:defRPr>
            </a:lvl9pPr>
          </a:lstStyle>
          <a:p>
            <a:fld id="{C77DF807-1D20-4FB5-A5CD-E2B4E7DE9C63}" type="slidenum">
              <a:rPr lang="en-US" altLang="en-US" b="0">
                <a:latin typeface="Arial" panose="020B0604020202020204" pitchFamily="34" charset="0"/>
              </a:rPr>
              <a:pPr/>
              <a:t>49</a:t>
            </a:fld>
            <a:endParaRPr lang="en-US" altLang="en-US" b="0">
              <a:latin typeface="Arial" panose="020B0604020202020204" pitchFamily="34" charset="0"/>
            </a:endParaRPr>
          </a:p>
        </p:txBody>
      </p:sp>
      <p:sp>
        <p:nvSpPr>
          <p:cNvPr id="103427" name="Rectangle 2">
            <a:extLst>
              <a:ext uri="{FF2B5EF4-FFF2-40B4-BE49-F238E27FC236}">
                <a16:creationId xmlns:a16="http://schemas.microsoft.com/office/drawing/2014/main" id="{202316FE-EFAC-AC2C-AB30-9BEB3C5C2D89}"/>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48C498D8-9984-4603-9F03-98F9EE2514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5C217F2-42BF-946C-C770-8C4B6D6C6F0E}"/>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25E0A44E-3E04-5A24-C313-33EF2F1E61C0}"/>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00FA107A-F1E3-96EF-CAC2-8D665F1E8858}"/>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1" name="Rectangle 5">
                <a:extLst>
                  <a:ext uri="{FF2B5EF4-FFF2-40B4-BE49-F238E27FC236}">
                    <a16:creationId xmlns:a16="http://schemas.microsoft.com/office/drawing/2014/main" id="{95882B27-77E5-C22E-13FE-A11E8FCC019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4" name="Group 6">
              <a:extLst>
                <a:ext uri="{FF2B5EF4-FFF2-40B4-BE49-F238E27FC236}">
                  <a16:creationId xmlns:a16="http://schemas.microsoft.com/office/drawing/2014/main" id="{1F479BD9-66E0-893E-8C28-0F73112671CD}"/>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9B555703-964B-DEDD-8602-2B9AD058BDDF}"/>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9" name="Rectangle 8">
                <a:extLst>
                  <a:ext uri="{FF2B5EF4-FFF2-40B4-BE49-F238E27FC236}">
                    <a16:creationId xmlns:a16="http://schemas.microsoft.com/office/drawing/2014/main" id="{7FB2A431-EB14-0D0D-B2A5-B1785ADCCE04}"/>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5" name="Rectangle 9">
              <a:extLst>
                <a:ext uri="{FF2B5EF4-FFF2-40B4-BE49-F238E27FC236}">
                  <a16:creationId xmlns:a16="http://schemas.microsoft.com/office/drawing/2014/main" id="{AF6E7BC3-79B5-EB7C-7347-1E2EC31D8CA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6" name="Rectangle 10">
              <a:extLst>
                <a:ext uri="{FF2B5EF4-FFF2-40B4-BE49-F238E27FC236}">
                  <a16:creationId xmlns:a16="http://schemas.microsoft.com/office/drawing/2014/main" id="{C65F4B38-80B5-4D54-1940-ED4F08D84017}"/>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7" name="Rectangle 11">
              <a:extLst>
                <a:ext uri="{FF2B5EF4-FFF2-40B4-BE49-F238E27FC236}">
                  <a16:creationId xmlns:a16="http://schemas.microsoft.com/office/drawing/2014/main" id="{088EC9FF-A72F-15E4-7473-3245F92A923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169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7169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4">
            <a:extLst>
              <a:ext uri="{FF2B5EF4-FFF2-40B4-BE49-F238E27FC236}">
                <a16:creationId xmlns:a16="http://schemas.microsoft.com/office/drawing/2014/main" id="{EB3AC950-6191-79C8-0E4D-9B39B909C9D5}"/>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3" name="Rectangle 15">
            <a:extLst>
              <a:ext uri="{FF2B5EF4-FFF2-40B4-BE49-F238E27FC236}">
                <a16:creationId xmlns:a16="http://schemas.microsoft.com/office/drawing/2014/main" id="{AFD6EF86-0B14-07AA-6E0C-E4864A8999E3}"/>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E0CA5712-4105-E922-CC23-A1317B698F1D}"/>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7D6182CD-7A00-4F04-82F4-EF482A71968B}" type="slidenum">
              <a:rPr lang="en-US" altLang="en-US"/>
              <a:pPr/>
              <a:t>‹#›</a:t>
            </a:fld>
            <a:endParaRPr lang="en-US" altLang="en-US"/>
          </a:p>
        </p:txBody>
      </p:sp>
    </p:spTree>
    <p:extLst>
      <p:ext uri="{BB962C8B-B14F-4D97-AF65-F5344CB8AC3E}">
        <p14:creationId xmlns:p14="http://schemas.microsoft.com/office/powerpoint/2010/main" val="246964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3839978-F09C-BBEB-37F4-0AA8F42961C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5EC12D1-967F-ED88-EA2F-1BB714FDF60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A27079E-BE8F-4C6A-DD53-29DCE15807B4}"/>
              </a:ext>
            </a:extLst>
          </p:cNvPr>
          <p:cNvSpPr>
            <a:spLocks noGrp="1" noChangeArrowheads="1"/>
          </p:cNvSpPr>
          <p:nvPr>
            <p:ph type="sldNum" sz="quarter" idx="12"/>
          </p:nvPr>
        </p:nvSpPr>
        <p:spPr>
          <a:ln/>
        </p:spPr>
        <p:txBody>
          <a:bodyPr/>
          <a:lstStyle>
            <a:lvl1pPr>
              <a:defRPr/>
            </a:lvl1pPr>
          </a:lstStyle>
          <a:p>
            <a:fld id="{4A5DDBF3-587D-4F52-B9AC-357870B9CB4A}" type="slidenum">
              <a:rPr lang="en-US" altLang="en-US"/>
              <a:pPr/>
              <a:t>‹#›</a:t>
            </a:fld>
            <a:endParaRPr lang="en-US" altLang="en-US"/>
          </a:p>
        </p:txBody>
      </p:sp>
    </p:spTree>
    <p:extLst>
      <p:ext uri="{BB962C8B-B14F-4D97-AF65-F5344CB8AC3E}">
        <p14:creationId xmlns:p14="http://schemas.microsoft.com/office/powerpoint/2010/main" val="360765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AF98809-0196-1637-C048-15557AB11E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57DAD76-EED8-FD9D-9FFC-55E0F8A1E8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A194BEFD-2D1A-2896-1868-21C73F03F00F}"/>
              </a:ext>
            </a:extLst>
          </p:cNvPr>
          <p:cNvSpPr>
            <a:spLocks noGrp="1" noChangeArrowheads="1"/>
          </p:cNvSpPr>
          <p:nvPr>
            <p:ph type="sldNum" sz="quarter" idx="12"/>
          </p:nvPr>
        </p:nvSpPr>
        <p:spPr>
          <a:ln/>
        </p:spPr>
        <p:txBody>
          <a:bodyPr/>
          <a:lstStyle>
            <a:lvl1pPr>
              <a:defRPr/>
            </a:lvl1pPr>
          </a:lstStyle>
          <a:p>
            <a:fld id="{950CF38C-9D7B-45E2-A19A-DF5E664B096B}" type="slidenum">
              <a:rPr lang="en-US" altLang="en-US"/>
              <a:pPr/>
              <a:t>‹#›</a:t>
            </a:fld>
            <a:endParaRPr lang="en-US" altLang="en-US"/>
          </a:p>
        </p:txBody>
      </p:sp>
    </p:spTree>
    <p:extLst>
      <p:ext uri="{BB962C8B-B14F-4D97-AF65-F5344CB8AC3E}">
        <p14:creationId xmlns:p14="http://schemas.microsoft.com/office/powerpoint/2010/main" val="258903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76400"/>
            <a:ext cx="401955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1676400"/>
            <a:ext cx="4021138"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8D83D052-AFE5-038C-1AAB-4AFA8F02FA3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7477A66-662C-05F6-0F34-A01B539A71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72065F63-0701-404C-7556-F5E5265BF737}"/>
              </a:ext>
            </a:extLst>
          </p:cNvPr>
          <p:cNvSpPr>
            <a:spLocks noGrp="1" noChangeArrowheads="1"/>
          </p:cNvSpPr>
          <p:nvPr>
            <p:ph type="sldNum" sz="quarter" idx="12"/>
          </p:nvPr>
        </p:nvSpPr>
        <p:spPr>
          <a:ln/>
        </p:spPr>
        <p:txBody>
          <a:bodyPr/>
          <a:lstStyle>
            <a:lvl1pPr>
              <a:defRPr/>
            </a:lvl1pPr>
          </a:lstStyle>
          <a:p>
            <a:fld id="{3DF1F404-FB0A-4AA5-A788-75208B289C28}" type="slidenum">
              <a:rPr lang="en-US" altLang="en-US"/>
              <a:pPr/>
              <a:t>‹#›</a:t>
            </a:fld>
            <a:endParaRPr lang="en-US" altLang="en-US"/>
          </a:p>
        </p:txBody>
      </p:sp>
    </p:spTree>
    <p:extLst>
      <p:ext uri="{BB962C8B-B14F-4D97-AF65-F5344CB8AC3E}">
        <p14:creationId xmlns:p14="http://schemas.microsoft.com/office/powerpoint/2010/main" val="1894692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A607B874-0D84-AD6A-D6DA-22AB0DE7DCD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05664B2-863A-496D-20E5-6C5E623AC9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E3AF0F5F-0760-4A5D-6AFC-34DF0CEC7F7D}"/>
              </a:ext>
            </a:extLst>
          </p:cNvPr>
          <p:cNvSpPr>
            <a:spLocks noGrp="1" noChangeArrowheads="1"/>
          </p:cNvSpPr>
          <p:nvPr>
            <p:ph type="sldNum" sz="quarter" idx="12"/>
          </p:nvPr>
        </p:nvSpPr>
        <p:spPr>
          <a:ln/>
        </p:spPr>
        <p:txBody>
          <a:bodyPr/>
          <a:lstStyle>
            <a:lvl1pPr>
              <a:defRPr/>
            </a:lvl1pPr>
          </a:lstStyle>
          <a:p>
            <a:fld id="{FFCFC321-734F-4C77-9D6D-EC6AB16A3DF6}" type="slidenum">
              <a:rPr lang="en-US" altLang="en-US"/>
              <a:pPr/>
              <a:t>‹#›</a:t>
            </a:fld>
            <a:endParaRPr lang="en-US" altLang="en-US"/>
          </a:p>
        </p:txBody>
      </p:sp>
    </p:spTree>
    <p:extLst>
      <p:ext uri="{BB962C8B-B14F-4D97-AF65-F5344CB8AC3E}">
        <p14:creationId xmlns:p14="http://schemas.microsoft.com/office/powerpoint/2010/main" val="4273702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4C644F7A-53E3-76D6-46D0-64EF99767E0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46F2485-29FD-8C5A-E783-44E1CD6414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EBF749C-62DB-7DBA-A796-EE1CA436B168}"/>
              </a:ext>
            </a:extLst>
          </p:cNvPr>
          <p:cNvSpPr>
            <a:spLocks noGrp="1" noChangeArrowheads="1"/>
          </p:cNvSpPr>
          <p:nvPr>
            <p:ph type="sldNum" sz="quarter" idx="12"/>
          </p:nvPr>
        </p:nvSpPr>
        <p:spPr>
          <a:ln/>
        </p:spPr>
        <p:txBody>
          <a:bodyPr/>
          <a:lstStyle>
            <a:lvl1pPr>
              <a:defRPr/>
            </a:lvl1pPr>
          </a:lstStyle>
          <a:p>
            <a:fld id="{4B1B653C-65F6-45B5-AAE5-807E7BE770B5}" type="slidenum">
              <a:rPr lang="en-US" altLang="en-US"/>
              <a:pPr/>
              <a:t>‹#›</a:t>
            </a:fld>
            <a:endParaRPr lang="en-US" altLang="en-US"/>
          </a:p>
        </p:txBody>
      </p:sp>
    </p:spTree>
    <p:extLst>
      <p:ext uri="{BB962C8B-B14F-4D97-AF65-F5344CB8AC3E}">
        <p14:creationId xmlns:p14="http://schemas.microsoft.com/office/powerpoint/2010/main" val="1501590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4BA2ED2-F456-F934-DA1D-633552031BD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9334B561-00A5-8F49-7A8F-FEADCB97FE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08D93449-C800-0106-B5F2-68DDA6A96B95}"/>
              </a:ext>
            </a:extLst>
          </p:cNvPr>
          <p:cNvSpPr>
            <a:spLocks noGrp="1" noChangeArrowheads="1"/>
          </p:cNvSpPr>
          <p:nvPr>
            <p:ph type="sldNum" sz="quarter" idx="12"/>
          </p:nvPr>
        </p:nvSpPr>
        <p:spPr>
          <a:ln/>
        </p:spPr>
        <p:txBody>
          <a:bodyPr/>
          <a:lstStyle>
            <a:lvl1pPr>
              <a:defRPr/>
            </a:lvl1pPr>
          </a:lstStyle>
          <a:p>
            <a:fld id="{0C808257-5199-457E-AEF0-698CFDA6F06C}" type="slidenum">
              <a:rPr lang="en-US" altLang="en-US"/>
              <a:pPr/>
              <a:t>‹#›</a:t>
            </a:fld>
            <a:endParaRPr lang="en-US" altLang="en-US"/>
          </a:p>
        </p:txBody>
      </p:sp>
    </p:spTree>
    <p:extLst>
      <p:ext uri="{BB962C8B-B14F-4D97-AF65-F5344CB8AC3E}">
        <p14:creationId xmlns:p14="http://schemas.microsoft.com/office/powerpoint/2010/main" val="262847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2C6611BD-C1F6-EEB9-5CBD-E842A814FEE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AFAEA8E-C6E5-4037-E3A3-F12478A9C3E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FFFEDFB-E2F0-EE9F-83E3-16A8EC93AF37}"/>
              </a:ext>
            </a:extLst>
          </p:cNvPr>
          <p:cNvSpPr>
            <a:spLocks noGrp="1" noChangeArrowheads="1"/>
          </p:cNvSpPr>
          <p:nvPr>
            <p:ph type="sldNum" sz="quarter" idx="12"/>
          </p:nvPr>
        </p:nvSpPr>
        <p:spPr>
          <a:ln/>
        </p:spPr>
        <p:txBody>
          <a:bodyPr/>
          <a:lstStyle>
            <a:lvl1pPr>
              <a:defRPr/>
            </a:lvl1pPr>
          </a:lstStyle>
          <a:p>
            <a:fld id="{B9558388-E288-45D6-BDA4-99830000BB14}" type="slidenum">
              <a:rPr lang="en-US" altLang="en-US"/>
              <a:pPr/>
              <a:t>‹#›</a:t>
            </a:fld>
            <a:endParaRPr lang="en-US" altLang="en-US"/>
          </a:p>
        </p:txBody>
      </p:sp>
    </p:spTree>
    <p:extLst>
      <p:ext uri="{BB962C8B-B14F-4D97-AF65-F5344CB8AC3E}">
        <p14:creationId xmlns:p14="http://schemas.microsoft.com/office/powerpoint/2010/main" val="340517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D271426F-0982-2023-E52C-87A7BE99349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C2F14F7-6554-36B2-FDB9-C87B4A032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6CDAC36B-25F3-9FB7-7CE2-8079F60348F1}"/>
              </a:ext>
            </a:extLst>
          </p:cNvPr>
          <p:cNvSpPr>
            <a:spLocks noGrp="1" noChangeArrowheads="1"/>
          </p:cNvSpPr>
          <p:nvPr>
            <p:ph type="sldNum" sz="quarter" idx="12"/>
          </p:nvPr>
        </p:nvSpPr>
        <p:spPr>
          <a:ln/>
        </p:spPr>
        <p:txBody>
          <a:bodyPr/>
          <a:lstStyle>
            <a:lvl1pPr>
              <a:defRPr/>
            </a:lvl1pPr>
          </a:lstStyle>
          <a:p>
            <a:fld id="{111B6009-0299-4D68-9E4C-CFDCB5661BF8}" type="slidenum">
              <a:rPr lang="en-US" altLang="en-US"/>
              <a:pPr/>
              <a:t>‹#›</a:t>
            </a:fld>
            <a:endParaRPr lang="en-US" altLang="en-US"/>
          </a:p>
        </p:txBody>
      </p:sp>
    </p:spTree>
    <p:extLst>
      <p:ext uri="{BB962C8B-B14F-4D97-AF65-F5344CB8AC3E}">
        <p14:creationId xmlns:p14="http://schemas.microsoft.com/office/powerpoint/2010/main" val="274704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2A9E8D6-039F-9F0D-7DEF-5C25AE63386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A48D746-8269-83BB-A661-27A8155601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BEFB70A-53F3-5FA7-922E-7ECB2DE62CD1}"/>
              </a:ext>
            </a:extLst>
          </p:cNvPr>
          <p:cNvSpPr>
            <a:spLocks noGrp="1" noChangeArrowheads="1"/>
          </p:cNvSpPr>
          <p:nvPr>
            <p:ph type="sldNum" sz="quarter" idx="12"/>
          </p:nvPr>
        </p:nvSpPr>
        <p:spPr>
          <a:ln/>
        </p:spPr>
        <p:txBody>
          <a:bodyPr/>
          <a:lstStyle>
            <a:lvl1pPr>
              <a:defRPr/>
            </a:lvl1pPr>
          </a:lstStyle>
          <a:p>
            <a:fld id="{FA655928-2530-45D7-B5EF-1C5CFC1839DE}" type="slidenum">
              <a:rPr lang="en-US" altLang="en-US"/>
              <a:pPr/>
              <a:t>‹#›</a:t>
            </a:fld>
            <a:endParaRPr lang="en-US" altLang="en-US"/>
          </a:p>
        </p:txBody>
      </p:sp>
    </p:spTree>
    <p:extLst>
      <p:ext uri="{BB962C8B-B14F-4D97-AF65-F5344CB8AC3E}">
        <p14:creationId xmlns:p14="http://schemas.microsoft.com/office/powerpoint/2010/main" val="634457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07213" y="152400"/>
            <a:ext cx="2047875"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152400"/>
            <a:ext cx="599281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DEA8D82-7AA8-5D7A-160A-46DA381C864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0189CD9-03A8-9562-A582-EB8F9ED0FDD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F6563A3-6024-359B-CF38-E78AB2F78818}"/>
              </a:ext>
            </a:extLst>
          </p:cNvPr>
          <p:cNvSpPr>
            <a:spLocks noGrp="1" noChangeArrowheads="1"/>
          </p:cNvSpPr>
          <p:nvPr>
            <p:ph type="sldNum" sz="quarter" idx="12"/>
          </p:nvPr>
        </p:nvSpPr>
        <p:spPr>
          <a:ln/>
        </p:spPr>
        <p:txBody>
          <a:bodyPr/>
          <a:lstStyle>
            <a:lvl1pPr>
              <a:defRPr/>
            </a:lvl1pPr>
          </a:lstStyle>
          <a:p>
            <a:fld id="{D14EFC4F-A365-4C8F-94F1-A0E6EF6E3959}" type="slidenum">
              <a:rPr lang="en-US" altLang="en-US"/>
              <a:pPr/>
              <a:t>‹#›</a:t>
            </a:fld>
            <a:endParaRPr lang="en-US" altLang="en-US"/>
          </a:p>
        </p:txBody>
      </p:sp>
    </p:spTree>
    <p:extLst>
      <p:ext uri="{BB962C8B-B14F-4D97-AF65-F5344CB8AC3E}">
        <p14:creationId xmlns:p14="http://schemas.microsoft.com/office/powerpoint/2010/main" val="3389388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8B5B50A-056E-7135-9AC1-908E094104C2}"/>
              </a:ext>
            </a:extLst>
          </p:cNvPr>
          <p:cNvSpPr>
            <a:spLocks noChangeArrowheads="1"/>
          </p:cNvSpPr>
          <p:nvPr/>
        </p:nvSpPr>
        <p:spPr bwMode="ltGray">
          <a:xfrm>
            <a:off x="417513" y="565150"/>
            <a:ext cx="438150" cy="474663"/>
          </a:xfrm>
          <a:prstGeom prst="rect">
            <a:avLst/>
          </a:prstGeom>
          <a:solidFill>
            <a:schemeClr val="accent2"/>
          </a:solidFill>
          <a:ln w="9525">
            <a:noFill/>
            <a:miter lim="800000"/>
            <a:headEnd/>
            <a:tailEnd/>
          </a:ln>
          <a:effectLst/>
        </p:spPr>
        <p:txBody>
          <a:bodyPr wrap="none" anchor="ctr"/>
          <a:lstStyle/>
          <a:p>
            <a:pPr eaLnBrk="1" hangingPunct="1">
              <a:defRPr/>
            </a:pPr>
            <a:endParaRPr kumimoji="1" lang="en-US" sz="2400" b="0"/>
          </a:p>
        </p:txBody>
      </p:sp>
      <p:sp>
        <p:nvSpPr>
          <p:cNvPr id="70659" name="Rectangle 3">
            <a:extLst>
              <a:ext uri="{FF2B5EF4-FFF2-40B4-BE49-F238E27FC236}">
                <a16:creationId xmlns:a16="http://schemas.microsoft.com/office/drawing/2014/main" id="{E6A85795-F22E-F52B-DA8B-174CA25CCC8F}"/>
              </a:ext>
            </a:extLst>
          </p:cNvPr>
          <p:cNvSpPr>
            <a:spLocks noChangeArrowheads="1"/>
          </p:cNvSpPr>
          <p:nvPr/>
        </p:nvSpPr>
        <p:spPr bwMode="ltGray">
          <a:xfrm>
            <a:off x="800100" y="5651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70660" name="Rectangle 4">
            <a:extLst>
              <a:ext uri="{FF2B5EF4-FFF2-40B4-BE49-F238E27FC236}">
                <a16:creationId xmlns:a16="http://schemas.microsoft.com/office/drawing/2014/main" id="{2E17B3E0-9F2A-7708-6268-3B34393F5373}"/>
              </a:ext>
            </a:extLst>
          </p:cNvPr>
          <p:cNvSpPr>
            <a:spLocks noChangeArrowheads="1"/>
          </p:cNvSpPr>
          <p:nvPr/>
        </p:nvSpPr>
        <p:spPr bwMode="ltGray">
          <a:xfrm>
            <a:off x="541338" y="987425"/>
            <a:ext cx="422275" cy="474663"/>
          </a:xfrm>
          <a:prstGeom prst="rect">
            <a:avLst/>
          </a:prstGeom>
          <a:solidFill>
            <a:schemeClr val="folHlink"/>
          </a:solidFill>
          <a:ln w="9525">
            <a:noFill/>
            <a:miter lim="800000"/>
            <a:headEnd/>
            <a:tailEnd/>
          </a:ln>
          <a:effectLst/>
        </p:spPr>
        <p:txBody>
          <a:bodyPr wrap="none" anchor="ctr"/>
          <a:lstStyle/>
          <a:p>
            <a:pPr eaLnBrk="1" hangingPunct="1">
              <a:defRPr/>
            </a:pPr>
            <a:endParaRPr kumimoji="1" lang="en-US" sz="2400" b="0"/>
          </a:p>
        </p:txBody>
      </p:sp>
      <p:sp>
        <p:nvSpPr>
          <p:cNvPr id="70661" name="Rectangle 5">
            <a:extLst>
              <a:ext uri="{FF2B5EF4-FFF2-40B4-BE49-F238E27FC236}">
                <a16:creationId xmlns:a16="http://schemas.microsoft.com/office/drawing/2014/main" id="{EA7D0E86-DA48-0F24-7062-DC2967C878C9}"/>
              </a:ext>
            </a:extLst>
          </p:cNvPr>
          <p:cNvSpPr>
            <a:spLocks noChangeArrowheads="1"/>
          </p:cNvSpPr>
          <p:nvPr/>
        </p:nvSpPr>
        <p:spPr bwMode="ltGray">
          <a:xfrm>
            <a:off x="911225" y="9874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70662" name="Rectangle 6">
            <a:extLst>
              <a:ext uri="{FF2B5EF4-FFF2-40B4-BE49-F238E27FC236}">
                <a16:creationId xmlns:a16="http://schemas.microsoft.com/office/drawing/2014/main" id="{1D282A2D-D3E4-BD5D-3C64-235D88667918}"/>
              </a:ext>
            </a:extLst>
          </p:cNvPr>
          <p:cNvSpPr>
            <a:spLocks noChangeArrowheads="1"/>
          </p:cNvSpPr>
          <p:nvPr/>
        </p:nvSpPr>
        <p:spPr bwMode="ltGray">
          <a:xfrm>
            <a:off x="127000" y="9144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eaLnBrk="1" hangingPunct="1">
              <a:defRPr/>
            </a:pPr>
            <a:endParaRPr kumimoji="1" lang="en-US" sz="2400" b="0"/>
          </a:p>
        </p:txBody>
      </p:sp>
      <p:sp>
        <p:nvSpPr>
          <p:cNvPr id="70663" name="Rectangle 7">
            <a:extLst>
              <a:ext uri="{FF2B5EF4-FFF2-40B4-BE49-F238E27FC236}">
                <a16:creationId xmlns:a16="http://schemas.microsoft.com/office/drawing/2014/main" id="{42E54AA0-842B-90CF-F2D4-3D66FBDD2978}"/>
              </a:ext>
            </a:extLst>
          </p:cNvPr>
          <p:cNvSpPr>
            <a:spLocks noChangeArrowheads="1"/>
          </p:cNvSpPr>
          <p:nvPr/>
        </p:nvSpPr>
        <p:spPr bwMode="gray">
          <a:xfrm>
            <a:off x="762000" y="457200"/>
            <a:ext cx="31750" cy="1052513"/>
          </a:xfrm>
          <a:prstGeom prst="rect">
            <a:avLst/>
          </a:prstGeom>
          <a:solidFill>
            <a:schemeClr val="bg2"/>
          </a:solidFill>
          <a:ln w="9525">
            <a:noFill/>
            <a:miter lim="800000"/>
            <a:headEnd/>
            <a:tailEnd/>
          </a:ln>
          <a:effectLst/>
        </p:spPr>
        <p:txBody>
          <a:bodyPr wrap="none" anchor="ctr"/>
          <a:lstStyle/>
          <a:p>
            <a:pPr eaLnBrk="1" hangingPunct="1">
              <a:defRPr/>
            </a:pPr>
            <a:endParaRPr kumimoji="1" lang="en-US" sz="2400" b="0"/>
          </a:p>
        </p:txBody>
      </p:sp>
      <p:sp>
        <p:nvSpPr>
          <p:cNvPr id="70664" name="Rectangle 8">
            <a:extLst>
              <a:ext uri="{FF2B5EF4-FFF2-40B4-BE49-F238E27FC236}">
                <a16:creationId xmlns:a16="http://schemas.microsoft.com/office/drawing/2014/main" id="{3BDA98B8-C76D-F1CD-1E85-A909115D2C6C}"/>
              </a:ext>
            </a:extLst>
          </p:cNvPr>
          <p:cNvSpPr>
            <a:spLocks noChangeArrowheads="1"/>
          </p:cNvSpPr>
          <p:nvPr/>
        </p:nvSpPr>
        <p:spPr bwMode="gray">
          <a:xfrm>
            <a:off x="442913" y="12477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1033" name="Rectangle 9">
            <a:extLst>
              <a:ext uri="{FF2B5EF4-FFF2-40B4-BE49-F238E27FC236}">
                <a16:creationId xmlns:a16="http://schemas.microsoft.com/office/drawing/2014/main" id="{DFF88E10-5A7A-760C-4F3D-CBCAB269D4CC}"/>
              </a:ext>
            </a:extLst>
          </p:cNvPr>
          <p:cNvSpPr>
            <a:spLocks noGrp="1" noChangeArrowheads="1"/>
          </p:cNvSpPr>
          <p:nvPr>
            <p:ph type="title"/>
          </p:nvPr>
        </p:nvSpPr>
        <p:spPr bwMode="auto">
          <a:xfrm>
            <a:off x="1150938" y="152400"/>
            <a:ext cx="77930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5E063D8E-F311-42B7-D6DF-E9C2BF9BEFCD}"/>
              </a:ext>
            </a:extLst>
          </p:cNvPr>
          <p:cNvSpPr>
            <a:spLocks noGrp="1" noChangeArrowheads="1"/>
          </p:cNvSpPr>
          <p:nvPr>
            <p:ph type="body" idx="1"/>
          </p:nvPr>
        </p:nvSpPr>
        <p:spPr bwMode="auto">
          <a:xfrm>
            <a:off x="762000" y="1676400"/>
            <a:ext cx="8193088"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0667" name="Rectangle 11">
            <a:extLst>
              <a:ext uri="{FF2B5EF4-FFF2-40B4-BE49-F238E27FC236}">
                <a16:creationId xmlns:a16="http://schemas.microsoft.com/office/drawing/2014/main" id="{20C4F427-1628-1A5D-45B1-1BF012446EBD}"/>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400" b="0"/>
            </a:lvl1pPr>
          </a:lstStyle>
          <a:p>
            <a:pPr>
              <a:defRPr/>
            </a:pPr>
            <a:endParaRPr lang="en-US"/>
          </a:p>
        </p:txBody>
      </p:sp>
      <p:sp>
        <p:nvSpPr>
          <p:cNvPr id="70668" name="Rectangle 12">
            <a:extLst>
              <a:ext uri="{FF2B5EF4-FFF2-40B4-BE49-F238E27FC236}">
                <a16:creationId xmlns:a16="http://schemas.microsoft.com/office/drawing/2014/main" id="{2C55E68C-B453-7AD2-4187-A1595718DA0C}"/>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b="0"/>
            </a:lvl1pPr>
          </a:lstStyle>
          <a:p>
            <a:pPr>
              <a:defRPr/>
            </a:pPr>
            <a:endParaRPr lang="en-US"/>
          </a:p>
        </p:txBody>
      </p:sp>
      <p:sp>
        <p:nvSpPr>
          <p:cNvPr id="70669" name="Rectangle 13">
            <a:extLst>
              <a:ext uri="{FF2B5EF4-FFF2-40B4-BE49-F238E27FC236}">
                <a16:creationId xmlns:a16="http://schemas.microsoft.com/office/drawing/2014/main" id="{07D8490D-6397-0401-7C2F-1CBD0441FD09}"/>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0"/>
            </a:lvl1pPr>
          </a:lstStyle>
          <a:p>
            <a:fld id="{97B04EE4-A34C-4E11-9DAE-54E508E53C9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Tahoma" pitchFamily="34" charset="0"/>
        </a:defRPr>
      </a:lvl2pPr>
      <a:lvl3pPr algn="l" rtl="0" eaLnBrk="0" fontAlgn="base" hangingPunct="0">
        <a:spcBef>
          <a:spcPct val="0"/>
        </a:spcBef>
        <a:spcAft>
          <a:spcPct val="0"/>
        </a:spcAft>
        <a:defRPr sz="3200">
          <a:solidFill>
            <a:schemeClr val="tx2"/>
          </a:solidFill>
          <a:latin typeface="Tahoma" pitchFamily="34" charset="0"/>
        </a:defRPr>
      </a:lvl3pPr>
      <a:lvl4pPr algn="l" rtl="0" eaLnBrk="0" fontAlgn="base" hangingPunct="0">
        <a:spcBef>
          <a:spcPct val="0"/>
        </a:spcBef>
        <a:spcAft>
          <a:spcPct val="0"/>
        </a:spcAft>
        <a:defRPr sz="3200">
          <a:solidFill>
            <a:schemeClr val="tx2"/>
          </a:solidFill>
          <a:latin typeface="Tahoma" pitchFamily="34" charset="0"/>
        </a:defRPr>
      </a:lvl4pPr>
      <a:lvl5pPr algn="l" rtl="0" eaLnBrk="0" fontAlgn="base" hangingPunct="0">
        <a:spcBef>
          <a:spcPct val="0"/>
        </a:spcBef>
        <a:spcAft>
          <a:spcPct val="0"/>
        </a:spcAft>
        <a:defRPr sz="3200">
          <a:solidFill>
            <a:schemeClr val="tx2"/>
          </a:solidFill>
          <a:latin typeface="Tahoma" pitchFamily="34" charset="0"/>
        </a:defRPr>
      </a:lvl5pPr>
      <a:lvl6pPr marL="457200" algn="l" rtl="0" fontAlgn="base">
        <a:spcBef>
          <a:spcPct val="0"/>
        </a:spcBef>
        <a:spcAft>
          <a:spcPct val="0"/>
        </a:spcAft>
        <a:defRPr sz="3200">
          <a:solidFill>
            <a:schemeClr val="tx2"/>
          </a:solidFill>
          <a:latin typeface="Tahoma" pitchFamily="34" charset="0"/>
        </a:defRPr>
      </a:lvl6pPr>
      <a:lvl7pPr marL="914400" algn="l" rtl="0" fontAlgn="base">
        <a:spcBef>
          <a:spcPct val="0"/>
        </a:spcBef>
        <a:spcAft>
          <a:spcPct val="0"/>
        </a:spcAft>
        <a:defRPr sz="3200">
          <a:solidFill>
            <a:schemeClr val="tx2"/>
          </a:solidFill>
          <a:latin typeface="Tahoma" pitchFamily="34" charset="0"/>
        </a:defRPr>
      </a:lvl7pPr>
      <a:lvl8pPr marL="1371600" algn="l" rtl="0" fontAlgn="base">
        <a:spcBef>
          <a:spcPct val="0"/>
        </a:spcBef>
        <a:spcAft>
          <a:spcPct val="0"/>
        </a:spcAft>
        <a:defRPr sz="3200">
          <a:solidFill>
            <a:schemeClr val="tx2"/>
          </a:solidFill>
          <a:latin typeface="Tahoma" pitchFamily="34" charset="0"/>
        </a:defRPr>
      </a:lvl8pPr>
      <a:lvl9pPr marL="1828800" algn="l" rtl="0" fontAlgn="base">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a:extLst>
              <a:ext uri="{FF2B5EF4-FFF2-40B4-BE49-F238E27FC236}">
                <a16:creationId xmlns:a16="http://schemas.microsoft.com/office/drawing/2014/main" id="{F50117BA-F459-4328-38FD-993557AD531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811D207-B242-4BAA-9864-92690EF1AE57}" type="slidenum">
              <a:rPr lang="en-US" altLang="en-US" b="0">
                <a:solidFill>
                  <a:schemeClr val="bg2"/>
                </a:solidFill>
              </a:rPr>
              <a:pPr/>
              <a:t>1</a:t>
            </a:fld>
            <a:endParaRPr lang="en-US" altLang="en-US" b="0">
              <a:solidFill>
                <a:schemeClr val="bg2"/>
              </a:solidFill>
            </a:endParaRPr>
          </a:p>
        </p:txBody>
      </p:sp>
      <p:sp>
        <p:nvSpPr>
          <p:cNvPr id="3075" name="Rectangle 6">
            <a:extLst>
              <a:ext uri="{FF2B5EF4-FFF2-40B4-BE49-F238E27FC236}">
                <a16:creationId xmlns:a16="http://schemas.microsoft.com/office/drawing/2014/main" id="{7B9CD2AA-397F-DBEC-6741-C49920410083}"/>
              </a:ext>
            </a:extLst>
          </p:cNvPr>
          <p:cNvSpPr>
            <a:spLocks noChangeArrowheads="1"/>
          </p:cNvSpPr>
          <p:nvPr/>
        </p:nvSpPr>
        <p:spPr bwMode="auto">
          <a:xfrm>
            <a:off x="76200" y="1905000"/>
            <a:ext cx="906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eaLnBrk="1" hangingPunct="1"/>
            <a:r>
              <a:rPr lang="en-US" altLang="en-US" sz="2400" dirty="0">
                <a:solidFill>
                  <a:schemeClr val="tx2"/>
                </a:solidFill>
              </a:rPr>
              <a:t>QUẢN LÝ DỰ ÁN CÔNG NGHỆ THÔNG TIN &amp; TMĐT </a:t>
            </a:r>
          </a:p>
        </p:txBody>
      </p:sp>
      <p:sp>
        <p:nvSpPr>
          <p:cNvPr id="3076" name="Rectangle 9">
            <a:extLst>
              <a:ext uri="{FF2B5EF4-FFF2-40B4-BE49-F238E27FC236}">
                <a16:creationId xmlns:a16="http://schemas.microsoft.com/office/drawing/2014/main" id="{D9917D5E-1AA1-A3D6-5ED3-52AD54318030}"/>
              </a:ext>
            </a:extLst>
          </p:cNvPr>
          <p:cNvSpPr>
            <a:spLocks noGrp="1" noChangeArrowheads="1"/>
          </p:cNvSpPr>
          <p:nvPr>
            <p:ph type="ctrTitle"/>
          </p:nvPr>
        </p:nvSpPr>
        <p:spPr>
          <a:xfrm>
            <a:off x="152400" y="3810000"/>
            <a:ext cx="8763000" cy="533400"/>
          </a:xfrm>
          <a:noFill/>
        </p:spPr>
        <p:txBody>
          <a:bodyPr/>
          <a:lstStyle/>
          <a:p>
            <a:pPr algn="ctr" eaLnBrk="1" hangingPunct="1"/>
            <a:r>
              <a:rPr lang="en-US" altLang="en-US" sz="2800" b="1" dirty="0">
                <a:solidFill>
                  <a:srgbClr val="003366"/>
                </a:solidFill>
              </a:rPr>
              <a:t>CH</a:t>
            </a:r>
            <a:r>
              <a:rPr lang="vi-VN" altLang="en-US" sz="2800" b="1" dirty="0">
                <a:solidFill>
                  <a:srgbClr val="003366"/>
                </a:solidFill>
              </a:rPr>
              <a:t>ƯƠ</a:t>
            </a:r>
            <a:r>
              <a:rPr lang="en-US" altLang="en-US" sz="2800" b="1" dirty="0">
                <a:solidFill>
                  <a:srgbClr val="003366"/>
                </a:solidFill>
              </a:rPr>
              <a:t>NG 1</a:t>
            </a:r>
          </a:p>
        </p:txBody>
      </p:sp>
      <p:sp>
        <p:nvSpPr>
          <p:cNvPr id="3077" name="Rectangle 10">
            <a:extLst>
              <a:ext uri="{FF2B5EF4-FFF2-40B4-BE49-F238E27FC236}">
                <a16:creationId xmlns:a16="http://schemas.microsoft.com/office/drawing/2014/main" id="{194EC403-BDBB-7D11-7138-C529DF7EE5BF}"/>
              </a:ext>
            </a:extLst>
          </p:cNvPr>
          <p:cNvSpPr>
            <a:spLocks noChangeArrowheads="1"/>
          </p:cNvSpPr>
          <p:nvPr/>
        </p:nvSpPr>
        <p:spPr bwMode="auto">
          <a:xfrm>
            <a:off x="76200" y="4495800"/>
            <a:ext cx="9067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eaLnBrk="1" hangingPunct="1"/>
            <a:r>
              <a:rPr lang="en-US" altLang="en-US" sz="4000">
                <a:solidFill>
                  <a:srgbClr val="003366"/>
                </a:solidFill>
              </a:rPr>
              <a:t>T</a:t>
            </a:r>
            <a:r>
              <a:rPr lang="vi-VN" altLang="en-US" sz="4000">
                <a:solidFill>
                  <a:srgbClr val="003366"/>
                </a:solidFill>
              </a:rPr>
              <a:t>Ổ</a:t>
            </a:r>
            <a:r>
              <a:rPr lang="en-US" altLang="en-US" sz="4000">
                <a:solidFill>
                  <a:srgbClr val="003366"/>
                </a:solidFill>
              </a:rPr>
              <a:t>NG QUAN  V</a:t>
            </a:r>
            <a:r>
              <a:rPr lang="vi-VN" altLang="en-US" sz="4000">
                <a:solidFill>
                  <a:srgbClr val="003366"/>
                </a:solidFill>
              </a:rPr>
              <a:t>Ề</a:t>
            </a:r>
            <a:r>
              <a:rPr lang="en-US" altLang="en-US" sz="4000">
                <a:solidFill>
                  <a:srgbClr val="003366"/>
                </a:solidFill>
              </a:rPr>
              <a:t> QUẢN LÝ DỰ ÁN</a:t>
            </a:r>
            <a:r>
              <a:rPr lang="vi-VN" altLang="en-US" sz="4000">
                <a:solidFill>
                  <a:srgbClr val="003366"/>
                </a:solidFill>
              </a:rPr>
              <a:t>  </a:t>
            </a:r>
            <a:endParaRPr lang="en-US" altLang="en-US" sz="4000">
              <a:solidFill>
                <a:srgbClr val="003366"/>
              </a:solidFill>
            </a:endParaRPr>
          </a:p>
        </p:txBody>
      </p:sp>
      <p:pic>
        <p:nvPicPr>
          <p:cNvPr id="3078" name="Picture 12">
            <a:extLst>
              <a:ext uri="{FF2B5EF4-FFF2-40B4-BE49-F238E27FC236}">
                <a16:creationId xmlns:a16="http://schemas.microsoft.com/office/drawing/2014/main" id="{87BA6452-C2CA-53D3-3883-6EE0F1C41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0"/>
            <a:ext cx="38862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EE819746-4FA2-C069-243E-F42D685A81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14F1CBE-BB04-4891-A302-9808C8253BF1}" type="slidenum">
              <a:rPr lang="en-US" altLang="en-US" b="0"/>
              <a:pPr/>
              <a:t>2</a:t>
            </a:fld>
            <a:endParaRPr lang="en-US" altLang="en-US" b="0"/>
          </a:p>
        </p:txBody>
      </p:sp>
      <p:sp>
        <p:nvSpPr>
          <p:cNvPr id="4099" name="Rectangle 2">
            <a:extLst>
              <a:ext uri="{FF2B5EF4-FFF2-40B4-BE49-F238E27FC236}">
                <a16:creationId xmlns:a16="http://schemas.microsoft.com/office/drawing/2014/main" id="{41D15062-824B-C403-BD41-B59E7E01638A}"/>
              </a:ext>
            </a:extLst>
          </p:cNvPr>
          <p:cNvSpPr>
            <a:spLocks noGrp="1" noChangeArrowheads="1"/>
          </p:cNvSpPr>
          <p:nvPr>
            <p:ph type="title"/>
          </p:nvPr>
        </p:nvSpPr>
        <p:spPr/>
        <p:txBody>
          <a:bodyPr/>
          <a:lstStyle/>
          <a:p>
            <a:pPr eaLnBrk="1" hangingPunct="1"/>
            <a:r>
              <a:rPr lang="en-US" altLang="en-US" b="1"/>
              <a:t>MỤC ĐÍCH</a:t>
            </a:r>
          </a:p>
        </p:txBody>
      </p:sp>
      <p:sp>
        <p:nvSpPr>
          <p:cNvPr id="4100" name="Rectangle 5">
            <a:extLst>
              <a:ext uri="{FF2B5EF4-FFF2-40B4-BE49-F238E27FC236}">
                <a16:creationId xmlns:a16="http://schemas.microsoft.com/office/drawing/2014/main" id="{3693B3B2-D4BB-D060-F072-9778FCB3C6F4}"/>
              </a:ext>
            </a:extLst>
          </p:cNvPr>
          <p:cNvSpPr>
            <a:spLocks noGrp="1" noChangeArrowheads="1"/>
          </p:cNvSpPr>
          <p:nvPr>
            <p:ph type="body" idx="1"/>
          </p:nvPr>
        </p:nvSpPr>
        <p:spPr>
          <a:xfrm>
            <a:off x="762000" y="1563688"/>
            <a:ext cx="8229600" cy="4456112"/>
          </a:xfrm>
          <a:noFill/>
        </p:spPr>
        <p:txBody>
          <a:bodyPr/>
          <a:lstStyle/>
          <a:p>
            <a:pPr marL="533400" indent="-533400" eaLnBrk="1" hangingPunct="1"/>
            <a:r>
              <a:rPr lang="en-US" altLang="en-US" sz="2800"/>
              <a:t>Hiểu được nhu cầu ngày càng tăng của nghề QLDA, đặc biệt đối với các dự án CNTT </a:t>
            </a:r>
          </a:p>
          <a:p>
            <a:pPr marL="533400" indent="-533400" eaLnBrk="1" hangingPunct="1"/>
            <a:r>
              <a:rPr lang="en-US" altLang="en-US" sz="2800"/>
              <a:t>Các khái niệm cơ bản: Dự án, QLDA</a:t>
            </a:r>
          </a:p>
          <a:p>
            <a:pPr marL="533400" indent="-533400" eaLnBrk="1" hangingPunct="1"/>
            <a:r>
              <a:rPr lang="en-US" altLang="en-US" sz="2800"/>
              <a:t>Vòng đời của Dự án</a:t>
            </a:r>
          </a:p>
          <a:p>
            <a:pPr marL="533400" indent="-533400" eaLnBrk="1" hangingPunct="1"/>
            <a:r>
              <a:rPr lang="en-US" altLang="en-US" sz="2800"/>
              <a:t>Qui trình Quản lý Dự án (QLDA)</a:t>
            </a:r>
          </a:p>
          <a:p>
            <a:pPr marL="533400" indent="-533400" eaLnBrk="1" hangingPunct="1"/>
            <a:r>
              <a:rPr lang="en-US" altLang="en-US" sz="2800"/>
              <a:t>Các lĩnh vực kiến thức trong QLDA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1D12DE8-358D-21D0-8E9C-8F1964563E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C05485C-01B9-4A52-B400-A555181E1C3C}" type="slidenum">
              <a:rPr lang="en-US" altLang="en-US" b="0"/>
              <a:pPr/>
              <a:t>3</a:t>
            </a:fld>
            <a:endParaRPr lang="en-US" altLang="en-US" b="0"/>
          </a:p>
        </p:txBody>
      </p:sp>
      <p:sp>
        <p:nvSpPr>
          <p:cNvPr id="5123" name="Rectangle 2">
            <a:extLst>
              <a:ext uri="{FF2B5EF4-FFF2-40B4-BE49-F238E27FC236}">
                <a16:creationId xmlns:a16="http://schemas.microsoft.com/office/drawing/2014/main" id="{D87A19DE-464D-FF69-52C7-9EDBD396BD3A}"/>
              </a:ext>
            </a:extLst>
          </p:cNvPr>
          <p:cNvSpPr>
            <a:spLocks noGrp="1" noChangeArrowheads="1"/>
          </p:cNvSpPr>
          <p:nvPr>
            <p:ph type="title"/>
          </p:nvPr>
        </p:nvSpPr>
        <p:spPr/>
        <p:txBody>
          <a:bodyPr/>
          <a:lstStyle/>
          <a:p>
            <a:pPr eaLnBrk="1" hangingPunct="1"/>
            <a:r>
              <a:rPr lang="en-US" altLang="en-US" b="1"/>
              <a:t>MỞ ĐẦU</a:t>
            </a:r>
          </a:p>
        </p:txBody>
      </p:sp>
      <p:sp>
        <p:nvSpPr>
          <p:cNvPr id="5124" name="Rectangle 3">
            <a:extLst>
              <a:ext uri="{FF2B5EF4-FFF2-40B4-BE49-F238E27FC236}">
                <a16:creationId xmlns:a16="http://schemas.microsoft.com/office/drawing/2014/main" id="{025B12D0-D275-BF54-F666-05AA3B9A9687}"/>
              </a:ext>
            </a:extLst>
          </p:cNvPr>
          <p:cNvSpPr>
            <a:spLocks noGrp="1" noChangeArrowheads="1"/>
          </p:cNvSpPr>
          <p:nvPr>
            <p:ph type="body" idx="1"/>
          </p:nvPr>
        </p:nvSpPr>
        <p:spPr>
          <a:xfrm>
            <a:off x="762000" y="1295400"/>
            <a:ext cx="8077200" cy="5029200"/>
          </a:xfrm>
        </p:spPr>
        <p:txBody>
          <a:bodyPr/>
          <a:lstStyle/>
          <a:p>
            <a:pPr marL="533400" indent="-533400" eaLnBrk="1" hangingPunct="1">
              <a:lnSpc>
                <a:spcPct val="80000"/>
              </a:lnSpc>
              <a:buSzTx/>
              <a:buFont typeface="Wingdings" panose="05000000000000000000" pitchFamily="2" charset="2"/>
              <a:buAutoNum type="arabicPeriod"/>
            </a:pPr>
            <a:endParaRPr lang="en-US" altLang="en-US" sz="2400"/>
          </a:p>
          <a:p>
            <a:pPr marL="533400" indent="-533400" eaLnBrk="1" hangingPunct="1">
              <a:lnSpc>
                <a:spcPct val="80000"/>
              </a:lnSpc>
            </a:pPr>
            <a:r>
              <a:rPr lang="en-US" altLang="en-US" sz="2800" b="1">
                <a:solidFill>
                  <a:srgbClr val="FF0066"/>
                </a:solidFill>
              </a:rPr>
              <a:t>Vài số liệu thống kê về QLDA</a:t>
            </a:r>
            <a:r>
              <a:rPr lang="en-US" altLang="en-US" sz="2800"/>
              <a:t> </a:t>
            </a:r>
          </a:p>
          <a:p>
            <a:pPr marL="914400" lvl="1" indent="-457200" eaLnBrk="1" hangingPunct="1">
              <a:lnSpc>
                <a:spcPct val="80000"/>
              </a:lnSpc>
            </a:pPr>
            <a:r>
              <a:rPr lang="en-US" altLang="en-US" sz="2400"/>
              <a:t>USA chi 2.3 nghìn tỉ USD/1 năm vào các dự án, bằng ¼ GDP quốc gia.</a:t>
            </a:r>
          </a:p>
          <a:p>
            <a:pPr marL="914400" lvl="1" indent="-457200" eaLnBrk="1" hangingPunct="1">
              <a:lnSpc>
                <a:spcPct val="80000"/>
              </a:lnSpc>
            </a:pPr>
            <a:r>
              <a:rPr lang="en-US" altLang="en-US" sz="2400"/>
              <a:t>Thế giới chi gần 10 nghìn tỉ USD </a:t>
            </a:r>
          </a:p>
          <a:p>
            <a:pPr marL="914400" lvl="1" indent="-457200" eaLnBrk="1" hangingPunct="1">
              <a:lnSpc>
                <a:spcPct val="80000"/>
              </a:lnSpc>
            </a:pPr>
            <a:r>
              <a:rPr lang="en-US" altLang="en-US" sz="2400"/>
              <a:t>&gt; 16 triệu người hành nghề QLDA &amp; mức lương &gt; 82,000 USD/ 1 năm</a:t>
            </a:r>
          </a:p>
          <a:p>
            <a:pPr marL="914400" lvl="1" indent="-457200" eaLnBrk="1" hangingPunct="1">
              <a:lnSpc>
                <a:spcPct val="80000"/>
              </a:lnSpc>
            </a:pPr>
            <a:r>
              <a:rPr lang="en-US" altLang="en-US" sz="2400"/>
              <a:t>Nhu cầu tăng cao đối với các DA phát triển và ứng dụng CNTT</a:t>
            </a:r>
          </a:p>
          <a:p>
            <a:pPr marL="1295400" lvl="2" indent="-381000" eaLnBrk="1" hangingPunct="1">
              <a:lnSpc>
                <a:spcPct val="80000"/>
              </a:lnSpc>
            </a:pPr>
            <a:r>
              <a:rPr lang="en-US" altLang="en-US" sz="2000"/>
              <a:t> Năm 2001: 500,000</a:t>
            </a:r>
          </a:p>
          <a:p>
            <a:pPr marL="1295400" lvl="2" indent="-381000" eaLnBrk="1" hangingPunct="1">
              <a:lnSpc>
                <a:spcPct val="80000"/>
              </a:lnSpc>
            </a:pPr>
            <a:r>
              <a:rPr lang="en-US" altLang="en-US" sz="2000"/>
              <a:t> Năm 2000: 300,000</a:t>
            </a:r>
          </a:p>
          <a:p>
            <a:pPr marL="914400" lvl="1" indent="-457200" eaLnBrk="1" hangingPunct="1">
              <a:lnSpc>
                <a:spcPct val="80000"/>
              </a:lnSpc>
            </a:pPr>
            <a:r>
              <a:rPr lang="en-US" altLang="en-US" sz="2400"/>
              <a:t>Các chuyên gia đang nhấn mạnh tầm quan trọng của quản lý dự án. VD: Tom Peters “Reinventing Work: the Project 50”: </a:t>
            </a:r>
          </a:p>
          <a:p>
            <a:pPr marL="1295400" lvl="2" indent="-381000" eaLnBrk="1" hangingPunct="1">
              <a:lnSpc>
                <a:spcPct val="80000"/>
              </a:lnSpc>
            </a:pPr>
            <a:r>
              <a:rPr lang="en-US" altLang="en-US" sz="2000"/>
              <a:t>“To win today you must master the art of the project!”</a:t>
            </a:r>
          </a:p>
          <a:p>
            <a:pPr marL="914400" lvl="1" indent="-457200" eaLnBrk="1" hangingPunct="1">
              <a:lnSpc>
                <a:spcPct val="80000"/>
              </a:lnSpc>
            </a:pP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B2AACA7A-FF24-88EE-21E8-AE1692387E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4E885E6-FD83-46DD-BC40-CE585AF89072}" type="slidenum">
              <a:rPr lang="en-US" altLang="en-US" b="0"/>
              <a:pPr/>
              <a:t>4</a:t>
            </a:fld>
            <a:endParaRPr lang="en-US" altLang="en-US" b="0"/>
          </a:p>
        </p:txBody>
      </p:sp>
      <p:sp>
        <p:nvSpPr>
          <p:cNvPr id="6147" name="Rectangle 2">
            <a:extLst>
              <a:ext uri="{FF2B5EF4-FFF2-40B4-BE49-F238E27FC236}">
                <a16:creationId xmlns:a16="http://schemas.microsoft.com/office/drawing/2014/main" id="{75389B99-F525-5BD5-3532-25AEB744D1FF}"/>
              </a:ext>
            </a:extLst>
          </p:cNvPr>
          <p:cNvSpPr>
            <a:spLocks noGrp="1" noChangeArrowheads="1"/>
          </p:cNvSpPr>
          <p:nvPr>
            <p:ph type="title"/>
          </p:nvPr>
        </p:nvSpPr>
        <p:spPr/>
        <p:txBody>
          <a:bodyPr/>
          <a:lstStyle/>
          <a:p>
            <a:pPr eaLnBrk="1" hangingPunct="1"/>
            <a:r>
              <a:rPr lang="en-US" altLang="en-US" b="1"/>
              <a:t>MỞ ĐẦU</a:t>
            </a:r>
          </a:p>
        </p:txBody>
      </p:sp>
      <p:sp>
        <p:nvSpPr>
          <p:cNvPr id="6148" name="Rectangle 3">
            <a:extLst>
              <a:ext uri="{FF2B5EF4-FFF2-40B4-BE49-F238E27FC236}">
                <a16:creationId xmlns:a16="http://schemas.microsoft.com/office/drawing/2014/main" id="{AF15A6CE-5343-90CD-30E8-519F9C0692A9}"/>
              </a:ext>
            </a:extLst>
          </p:cNvPr>
          <p:cNvSpPr>
            <a:spLocks noGrp="1" noChangeArrowheads="1"/>
          </p:cNvSpPr>
          <p:nvPr>
            <p:ph type="body" idx="1"/>
          </p:nvPr>
        </p:nvSpPr>
        <p:spPr>
          <a:xfrm>
            <a:off x="762000" y="1219200"/>
            <a:ext cx="8229600" cy="5181600"/>
          </a:xfrm>
        </p:spPr>
        <p:txBody>
          <a:bodyPr/>
          <a:lstStyle/>
          <a:p>
            <a:pPr marL="533400" indent="-533400" eaLnBrk="1" hangingPunct="1">
              <a:lnSpc>
                <a:spcPct val="80000"/>
              </a:lnSpc>
              <a:buSzTx/>
              <a:buFont typeface="Wingdings" panose="05000000000000000000" pitchFamily="2" charset="2"/>
              <a:buAutoNum type="arabicPeriod"/>
            </a:pPr>
            <a:endParaRPr lang="en-US" altLang="en-US" sz="2400"/>
          </a:p>
          <a:p>
            <a:pPr marL="533400" indent="-533400" eaLnBrk="1" hangingPunct="1">
              <a:lnSpc>
                <a:spcPct val="80000"/>
              </a:lnSpc>
            </a:pPr>
            <a:r>
              <a:rPr lang="en-US" altLang="en-US" sz="2800" b="1">
                <a:solidFill>
                  <a:srgbClr val="FF0066"/>
                </a:solidFill>
              </a:rPr>
              <a:t>Tại sao các dự án bị thất bại?</a:t>
            </a:r>
            <a:r>
              <a:rPr lang="en-US" altLang="en-US" sz="2800"/>
              <a:t> </a:t>
            </a:r>
          </a:p>
          <a:p>
            <a:pPr marL="914400" lvl="1" indent="-457200" eaLnBrk="1" hangingPunct="1">
              <a:lnSpc>
                <a:spcPct val="80000"/>
              </a:lnSpc>
            </a:pPr>
            <a:r>
              <a:rPr lang="en-US" altLang="en-US" sz="2400"/>
              <a:t>5 nguyên nhân chính:</a:t>
            </a:r>
          </a:p>
          <a:p>
            <a:pPr marL="1295400" lvl="2" indent="-381000" eaLnBrk="1" hangingPunct="1">
              <a:lnSpc>
                <a:spcPct val="80000"/>
              </a:lnSpc>
            </a:pPr>
            <a:r>
              <a:rPr lang="en-US" altLang="en-US" sz="2000"/>
              <a:t>Lãnh đạo không lăn tay vào</a:t>
            </a:r>
          </a:p>
          <a:p>
            <a:pPr marL="1295400" lvl="2" indent="-381000" eaLnBrk="1" hangingPunct="1">
              <a:lnSpc>
                <a:spcPct val="80000"/>
              </a:lnSpc>
            </a:pPr>
            <a:r>
              <a:rPr lang="en-US" altLang="en-US" sz="2000"/>
              <a:t>Thiếu sự tham gia của những người liên quan</a:t>
            </a:r>
          </a:p>
          <a:p>
            <a:pPr marL="1295400" lvl="2" indent="-381000" eaLnBrk="1" hangingPunct="1">
              <a:lnSpc>
                <a:spcPct val="80000"/>
              </a:lnSpc>
            </a:pPr>
            <a:r>
              <a:rPr lang="en-US" altLang="en-US" sz="2000"/>
              <a:t>Yêu cầu chưa làm rõ mà dự án đã bắt đầu</a:t>
            </a:r>
          </a:p>
          <a:p>
            <a:pPr marL="1295400" lvl="2" indent="-381000" eaLnBrk="1" hangingPunct="1">
              <a:lnSpc>
                <a:spcPct val="80000"/>
              </a:lnSpc>
            </a:pPr>
            <a:r>
              <a:rPr lang="en-US" altLang="en-US" sz="2000"/>
              <a:t>Mong muốn phi thực tế</a:t>
            </a:r>
          </a:p>
          <a:p>
            <a:pPr marL="1295400" lvl="2" indent="-381000" eaLnBrk="1" hangingPunct="1">
              <a:lnSpc>
                <a:spcPct val="80000"/>
              </a:lnSpc>
            </a:pPr>
            <a:r>
              <a:rPr lang="en-US" altLang="en-US" sz="2000"/>
              <a:t>Các đối tác hợp tác không đầy đủ</a:t>
            </a:r>
          </a:p>
          <a:p>
            <a:pPr marL="914400" lvl="1" indent="-457200" eaLnBrk="1" hangingPunct="1">
              <a:lnSpc>
                <a:spcPct val="80000"/>
              </a:lnSpc>
            </a:pPr>
            <a:r>
              <a:rPr lang="en-US" altLang="en-US" sz="2400"/>
              <a:t>Thống kê tại USA: </a:t>
            </a:r>
          </a:p>
          <a:p>
            <a:pPr marL="1295400" lvl="2" indent="-381000" eaLnBrk="1" hangingPunct="1">
              <a:lnSpc>
                <a:spcPct val="80000"/>
              </a:lnSpc>
            </a:pPr>
            <a:r>
              <a:rPr lang="en-US" altLang="en-US" sz="2000"/>
              <a:t>40% khách hàng hầu như không biết chính xác họ muốn gì khi tiến hành dự án CNTT (2005). </a:t>
            </a:r>
          </a:p>
          <a:p>
            <a:pPr marL="1295400" lvl="2" indent="-381000" eaLnBrk="1" hangingPunct="1">
              <a:lnSpc>
                <a:spcPct val="80000"/>
              </a:lnSpc>
            </a:pPr>
            <a:r>
              <a:rPr lang="en-US" altLang="en-US" sz="2000"/>
              <a:t>Người phát triển phần mềm: thường không nắm được mong muốn của khách hàng nhưng lại có tính sáng tạo cao.</a:t>
            </a:r>
          </a:p>
          <a:p>
            <a:pPr marL="1295400" lvl="2" indent="-381000" eaLnBrk="1" hangingPunct="1">
              <a:lnSpc>
                <a:spcPct val="80000"/>
              </a:lnSpc>
            </a:pPr>
            <a:r>
              <a:rPr lang="en-US" altLang="en-US" sz="2000"/>
              <a:t>Không khống chế được thời gian và quy mô dự án </a:t>
            </a:r>
            <a:r>
              <a:rPr lang="en-US" altLang="en-US" sz="2000">
                <a:sym typeface="Wingdings" panose="05000000000000000000" pitchFamily="2" charset="2"/>
              </a:rPr>
              <a:t></a:t>
            </a:r>
            <a:r>
              <a:rPr lang="en-US" altLang="en-US" sz="2000"/>
              <a:t> gia tăng chi phí theo cấp số nhân vào giai đoạn cuối.</a:t>
            </a:r>
          </a:p>
          <a:p>
            <a:pPr marL="914400" lvl="1" indent="-457200" eaLnBrk="1" hangingPunct="1">
              <a:lnSpc>
                <a:spcPct val="80000"/>
              </a:lnSpc>
            </a:pPr>
            <a:r>
              <a:rPr lang="en-US" altLang="en-US" sz="2400">
                <a:solidFill>
                  <a:srgbClr val="EA2A16"/>
                </a:solidFill>
              </a:rPr>
              <a:t>Nguyên nhân tại Việt Nam?</a:t>
            </a:r>
          </a:p>
          <a:p>
            <a:pPr marL="914400" lvl="1" indent="-457200" eaLnBrk="1" hangingPunct="1">
              <a:lnSpc>
                <a:spcPct val="80000"/>
              </a:lnSpc>
            </a:pPr>
            <a:endParaRPr lang="en-US" altLang="en-US" sz="2400">
              <a:solidFill>
                <a:srgbClr val="EA2A16"/>
              </a:solidFill>
            </a:endParaRPr>
          </a:p>
          <a:p>
            <a:pPr marL="914400" lvl="1" indent="-457200" eaLnBrk="1" hangingPunct="1">
              <a:lnSpc>
                <a:spcPct val="80000"/>
              </a:lnSpc>
            </a:pPr>
            <a:endParaRPr lang="en-US" altLang="en-US" sz="2400"/>
          </a:p>
          <a:p>
            <a:pPr marL="914400" lvl="1" indent="-457200" eaLnBrk="1" hangingPunct="1">
              <a:lnSpc>
                <a:spcPct val="80000"/>
              </a:lnSpc>
            </a:pPr>
            <a:endParaRPr lang="en-US" altLang="en-US" sz="2400"/>
          </a:p>
        </p:txBody>
      </p:sp>
      <p:pic>
        <p:nvPicPr>
          <p:cNvPr id="6149" name="Picture 4" descr="manager1">
            <a:extLst>
              <a:ext uri="{FF2B5EF4-FFF2-40B4-BE49-F238E27FC236}">
                <a16:creationId xmlns:a16="http://schemas.microsoft.com/office/drawing/2014/main" id="{EB518496-6E60-239F-F2F0-9AA0EED93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0800"/>
            <a:ext cx="2362200"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236C72-3A70-2E7A-0C57-57B054C558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A76580A-9080-4386-B221-96D2B3F65E5E}" type="slidenum">
              <a:rPr lang="en-US" altLang="en-US" b="0"/>
              <a:pPr/>
              <a:t>5</a:t>
            </a:fld>
            <a:endParaRPr lang="en-US" altLang="en-US" b="0"/>
          </a:p>
        </p:txBody>
      </p:sp>
      <p:sp>
        <p:nvSpPr>
          <p:cNvPr id="7171" name="Rectangle 2">
            <a:extLst>
              <a:ext uri="{FF2B5EF4-FFF2-40B4-BE49-F238E27FC236}">
                <a16:creationId xmlns:a16="http://schemas.microsoft.com/office/drawing/2014/main" id="{56542EE3-3254-FE86-35FA-71AC8483B9AC}"/>
              </a:ext>
            </a:extLst>
          </p:cNvPr>
          <p:cNvSpPr>
            <a:spLocks noGrp="1" noChangeArrowheads="1"/>
          </p:cNvSpPr>
          <p:nvPr>
            <p:ph type="title"/>
          </p:nvPr>
        </p:nvSpPr>
        <p:spPr/>
        <p:txBody>
          <a:bodyPr/>
          <a:lstStyle/>
          <a:p>
            <a:pPr eaLnBrk="1" hangingPunct="1"/>
            <a:r>
              <a:rPr lang="en-US" altLang="en-US" b="1"/>
              <a:t>MỞ ĐẦU</a:t>
            </a:r>
          </a:p>
        </p:txBody>
      </p:sp>
      <p:sp>
        <p:nvSpPr>
          <p:cNvPr id="7172" name="Rectangle 3">
            <a:extLst>
              <a:ext uri="{FF2B5EF4-FFF2-40B4-BE49-F238E27FC236}">
                <a16:creationId xmlns:a16="http://schemas.microsoft.com/office/drawing/2014/main" id="{EE7A87A8-DAED-155F-8ED8-0F4A5654F759}"/>
              </a:ext>
            </a:extLst>
          </p:cNvPr>
          <p:cNvSpPr>
            <a:spLocks noGrp="1" noChangeArrowheads="1"/>
          </p:cNvSpPr>
          <p:nvPr>
            <p:ph type="body" idx="1"/>
          </p:nvPr>
        </p:nvSpPr>
        <p:spPr>
          <a:xfrm>
            <a:off x="762000" y="1295400"/>
            <a:ext cx="82296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Lợi ích của QLDA</a:t>
            </a:r>
            <a:r>
              <a:rPr lang="en-US" altLang="en-US"/>
              <a:t> </a:t>
            </a:r>
          </a:p>
          <a:p>
            <a:pPr marL="914400" lvl="1" indent="-457200" eaLnBrk="1" hangingPunct="1"/>
            <a:r>
              <a:rPr lang="en-US" altLang="en-US" sz="2400"/>
              <a:t>Giúp Nhà QLDA kiểm soát tốt hơn các tài nguyên tài chính, thiết bị và con người </a:t>
            </a:r>
          </a:p>
          <a:p>
            <a:pPr marL="914400" lvl="1" indent="-457200" eaLnBrk="1" hangingPunct="1"/>
            <a:r>
              <a:rPr lang="en-US" altLang="en-US" sz="2400"/>
              <a:t>Cải thiện quan hệ với khách hàng</a:t>
            </a:r>
          </a:p>
          <a:p>
            <a:pPr marL="914400" lvl="1" indent="-457200" eaLnBrk="1" hangingPunct="1"/>
            <a:r>
              <a:rPr lang="en-US" altLang="en-US" sz="2400"/>
              <a:t>Tiết kiệm thời gian, giảm chi phí </a:t>
            </a:r>
          </a:p>
          <a:p>
            <a:pPr marL="914400" lvl="1" indent="-457200" eaLnBrk="1" hangingPunct="1"/>
            <a:r>
              <a:rPr lang="en-US" altLang="en-US" sz="2400"/>
              <a:t>Tăng chất lượng, độ tin cậy </a:t>
            </a:r>
          </a:p>
          <a:p>
            <a:pPr marL="914400" lvl="1" indent="-457200" eaLnBrk="1" hangingPunct="1"/>
            <a:r>
              <a:rPr lang="en-US" altLang="en-US" sz="2400"/>
              <a:t>Nâng lợi nhuận, nâng hiệu suất sản xuất</a:t>
            </a:r>
          </a:p>
          <a:p>
            <a:pPr marL="914400" lvl="1" indent="-457200" eaLnBrk="1" hangingPunct="1"/>
            <a:r>
              <a:rPr lang="en-US" altLang="en-US" sz="2400"/>
              <a:t>Phối hợp nội bộ tốt hơn.</a:t>
            </a:r>
          </a:p>
          <a:p>
            <a:pPr marL="914400" lvl="1" indent="-457200" eaLnBrk="1" hangingPunct="1"/>
            <a:r>
              <a:rPr lang="en-US" altLang="en-US" sz="2400"/>
              <a:t>Đạo đức của nhân viên cao hơn</a:t>
            </a:r>
            <a:r>
              <a:rPr lang="en-US" altLang="en-US" sz="2000"/>
              <a:t> </a:t>
            </a:r>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B327F217-F641-C610-F345-181C8A143A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0776B64-825E-4F0C-AB8B-E8CD870E9FBB}" type="slidenum">
              <a:rPr lang="en-US" altLang="en-US" b="0"/>
              <a:pPr/>
              <a:t>6</a:t>
            </a:fld>
            <a:endParaRPr lang="en-US" altLang="en-US" b="0"/>
          </a:p>
        </p:txBody>
      </p:sp>
      <p:sp>
        <p:nvSpPr>
          <p:cNvPr id="8195" name="Rectangle 2">
            <a:extLst>
              <a:ext uri="{FF2B5EF4-FFF2-40B4-BE49-F238E27FC236}">
                <a16:creationId xmlns:a16="http://schemas.microsoft.com/office/drawing/2014/main" id="{97881A1A-51C6-2BDA-F928-1E445F25B516}"/>
              </a:ext>
            </a:extLst>
          </p:cNvPr>
          <p:cNvSpPr>
            <a:spLocks noGrp="1" noChangeArrowheads="1"/>
          </p:cNvSpPr>
          <p:nvPr>
            <p:ph type="title"/>
          </p:nvPr>
        </p:nvSpPr>
        <p:spPr/>
        <p:txBody>
          <a:bodyPr/>
          <a:lstStyle/>
          <a:p>
            <a:pPr eaLnBrk="1" hangingPunct="1"/>
            <a:r>
              <a:rPr lang="en-US" altLang="en-US" b="1"/>
              <a:t>DỰ ÁN</a:t>
            </a:r>
          </a:p>
        </p:txBody>
      </p:sp>
      <p:sp>
        <p:nvSpPr>
          <p:cNvPr id="8196" name="Rectangle 3">
            <a:extLst>
              <a:ext uri="{FF2B5EF4-FFF2-40B4-BE49-F238E27FC236}">
                <a16:creationId xmlns:a16="http://schemas.microsoft.com/office/drawing/2014/main" id="{CDD447BA-45A4-8398-2400-2C992DB503B5}"/>
              </a:ext>
            </a:extLst>
          </p:cNvPr>
          <p:cNvSpPr>
            <a:spLocks noGrp="1" noChangeArrowheads="1"/>
          </p:cNvSpPr>
          <p:nvPr>
            <p:ph type="body" idx="1"/>
          </p:nvPr>
        </p:nvSpPr>
        <p:spPr>
          <a:xfrm>
            <a:off x="381000" y="1295400"/>
            <a:ext cx="8610600" cy="50292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800" b="1">
                <a:solidFill>
                  <a:srgbClr val="FF0066"/>
                </a:solidFill>
              </a:rPr>
              <a:t>Dự án là gì?</a:t>
            </a:r>
            <a:r>
              <a:rPr lang="en-US" altLang="en-US" sz="2800"/>
              <a:t> </a:t>
            </a:r>
          </a:p>
          <a:p>
            <a:pPr marL="914400" lvl="1" indent="-457200" eaLnBrk="1" hangingPunct="1"/>
            <a:r>
              <a:rPr lang="en-US" altLang="en-US" sz="2400"/>
              <a:t>Theo PMBOK® Guide 2004 định nghĩa: “Dự án là một nỗ lực</a:t>
            </a:r>
            <a:r>
              <a:rPr lang="en-US" altLang="en-US" sz="2400" b="1"/>
              <a:t> tạm thời</a:t>
            </a:r>
            <a:r>
              <a:rPr lang="en-US" altLang="en-US" sz="2400"/>
              <a:t> được thực hiện để tạo ra một </a:t>
            </a:r>
            <a:r>
              <a:rPr lang="en-US" altLang="en-US" sz="2400" b="1"/>
              <a:t>sản phẩm hoặc dịch vụ duy nhất</a:t>
            </a:r>
            <a:r>
              <a:rPr lang="en-US" altLang="en-US" sz="2400"/>
              <a:t>” </a:t>
            </a:r>
            <a:endParaRPr lang="en-US" altLang="en-US" sz="2000"/>
          </a:p>
          <a:p>
            <a:pPr marL="1295400" lvl="2" indent="-381000" eaLnBrk="1" hangingPunct="1"/>
            <a:r>
              <a:rPr lang="en-US" altLang="en-US" sz="2000" b="1"/>
              <a:t>Tạm thời</a:t>
            </a:r>
            <a:r>
              <a:rPr lang="en-US" altLang="en-US" sz="2000"/>
              <a:t>: mọi dự án đều </a:t>
            </a:r>
            <a:r>
              <a:rPr lang="en-US" altLang="en-US" sz="2000" b="1" i="1" u="sng"/>
              <a:t>có điểm bắt đầu hoặc điểm kết thúc</a:t>
            </a:r>
            <a:r>
              <a:rPr lang="en-US" altLang="en-US" sz="2000"/>
              <a:t> </a:t>
            </a:r>
          </a:p>
          <a:p>
            <a:pPr marL="1295400" lvl="2" indent="-381000" eaLnBrk="1" hangingPunct="1"/>
            <a:r>
              <a:rPr lang="en-US" altLang="en-US" sz="2000"/>
              <a:t>Sản phẩm hoặc dịch vụ </a:t>
            </a:r>
            <a:r>
              <a:rPr lang="en-US" altLang="en-US" sz="2000" b="1"/>
              <a:t>duy nhất</a:t>
            </a:r>
            <a:r>
              <a:rPr lang="en-US" altLang="en-US" sz="2000"/>
              <a:t>: sự khác biệt so với những sản phẩm, dịch vụ tương tự đã có hoặc kết quả của dự án khác. </a:t>
            </a:r>
          </a:p>
          <a:p>
            <a:pPr marL="1295400" lvl="2" indent="-381000" eaLnBrk="1" hangingPunct="1"/>
            <a:r>
              <a:rPr lang="en-US" altLang="en-US" sz="2000"/>
              <a:t>Sự tinh chỉnh từng bước (progressive elaboration): quá trình hoàn thiện dần kết quả qua nhiều bước thực hiện để tạo ra sản phẩm ngày càng phù hợp với yêu cầu tạo ra sản phẩm  </a:t>
            </a:r>
            <a:endParaRPr lang="en-US" altLang="en-US" sz="1800"/>
          </a:p>
          <a:p>
            <a:pPr marL="1295400" lvl="2" indent="-381000" eaLnBrk="1" hangingPunct="1"/>
            <a:endParaRPr lang="en-US" altLang="en-US" sz="1800"/>
          </a:p>
          <a:p>
            <a:pPr marL="914400" lvl="1" indent="-457200" eaLnBrk="1" hangingPunct="1">
              <a:buFont typeface="Wingdings" panose="05000000000000000000" pitchFamily="2" charset="2"/>
              <a:buNone/>
            </a:pPr>
            <a:endParaRPr lang="en-US" altLang="en-US" sz="1800"/>
          </a:p>
          <a:p>
            <a:pPr marL="914400" lvl="1" indent="-457200" eaLnBrk="1" hangingPunct="1"/>
            <a:endParaRPr lang="en-US" altLang="en-US" sz="2400"/>
          </a:p>
          <a:p>
            <a:pPr marL="914400" lvl="1" indent="-457200" eaLnBrk="1" hangingPunct="1"/>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156F8EA0-0DF2-3457-B0EC-2945421D29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66D9C04-B6B4-40CA-9408-0A911649D31A}" type="slidenum">
              <a:rPr lang="en-US" altLang="en-US" b="0"/>
              <a:pPr/>
              <a:t>7</a:t>
            </a:fld>
            <a:endParaRPr lang="en-US" altLang="en-US" b="0"/>
          </a:p>
        </p:txBody>
      </p:sp>
      <p:sp>
        <p:nvSpPr>
          <p:cNvPr id="9219" name="Rectangle 2">
            <a:extLst>
              <a:ext uri="{FF2B5EF4-FFF2-40B4-BE49-F238E27FC236}">
                <a16:creationId xmlns:a16="http://schemas.microsoft.com/office/drawing/2014/main" id="{C8771009-1604-5388-6D81-2F889DBB45B7}"/>
              </a:ext>
            </a:extLst>
          </p:cNvPr>
          <p:cNvSpPr>
            <a:spLocks noGrp="1" noChangeArrowheads="1"/>
          </p:cNvSpPr>
          <p:nvPr>
            <p:ph type="title"/>
          </p:nvPr>
        </p:nvSpPr>
        <p:spPr/>
        <p:txBody>
          <a:bodyPr/>
          <a:lstStyle/>
          <a:p>
            <a:pPr eaLnBrk="1" hangingPunct="1"/>
            <a:r>
              <a:rPr lang="en-US" altLang="en-US" b="1"/>
              <a:t>DỰ ÁN</a:t>
            </a:r>
          </a:p>
        </p:txBody>
      </p:sp>
      <p:sp>
        <p:nvSpPr>
          <p:cNvPr id="9220" name="Rectangle 3">
            <a:extLst>
              <a:ext uri="{FF2B5EF4-FFF2-40B4-BE49-F238E27FC236}">
                <a16:creationId xmlns:a16="http://schemas.microsoft.com/office/drawing/2014/main" id="{6E2E42F9-CCC4-5D43-9A2C-93A520C56EBE}"/>
              </a:ext>
            </a:extLst>
          </p:cNvPr>
          <p:cNvSpPr>
            <a:spLocks noGrp="1" noChangeArrowheads="1"/>
          </p:cNvSpPr>
          <p:nvPr>
            <p:ph type="body" idx="1"/>
          </p:nvPr>
        </p:nvSpPr>
        <p:spPr>
          <a:xfrm>
            <a:off x="762000" y="1219200"/>
            <a:ext cx="82296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sz="2400"/>
              <a:t>Dự án là một </a:t>
            </a:r>
            <a:r>
              <a:rPr lang="en-US" altLang="en-US" sz="2400" b="1"/>
              <a:t>quá trình</a:t>
            </a:r>
            <a:r>
              <a:rPr lang="en-US" altLang="en-US" sz="2400"/>
              <a:t> gồm các công tác, nhiệm vụ có liên quan với nhau, được thực hiện nhằm đạt được </a:t>
            </a:r>
            <a:r>
              <a:rPr lang="en-US" altLang="en-US" sz="2400" b="1"/>
              <a:t>mục tiêu</a:t>
            </a:r>
            <a:r>
              <a:rPr lang="en-US" altLang="en-US" sz="2400"/>
              <a:t> đã đề ra trong điều kiện </a:t>
            </a:r>
            <a:r>
              <a:rPr lang="en-US" altLang="en-US" sz="2400" b="1"/>
              <a:t>ràng buộc</a:t>
            </a:r>
            <a:r>
              <a:rPr lang="en-US" altLang="en-US" sz="2400"/>
              <a:t> về thời gian, nguồn lực và ngân sách.</a:t>
            </a:r>
            <a:r>
              <a:rPr lang="en-US" altLang="en-US"/>
              <a:t> </a:t>
            </a:r>
            <a:endParaRPr lang="en-US" altLang="en-US" sz="2000"/>
          </a:p>
          <a:p>
            <a:pPr marL="914400" lvl="1" indent="-457200" eaLnBrk="1" hangingPunct="1"/>
            <a:endParaRPr lang="en-US" altLang="en-US"/>
          </a:p>
          <a:p>
            <a:pPr marL="914400" lvl="1" indent="-457200" eaLnBrk="1" hangingPunct="1"/>
            <a:endParaRPr lang="en-US" altLang="en-US"/>
          </a:p>
        </p:txBody>
      </p:sp>
      <p:pic>
        <p:nvPicPr>
          <p:cNvPr id="9221" name="Picture 5">
            <a:extLst>
              <a:ext uri="{FF2B5EF4-FFF2-40B4-BE49-F238E27FC236}">
                <a16:creationId xmlns:a16="http://schemas.microsoft.com/office/drawing/2014/main" id="{3D5B14C4-9C88-65A2-40F2-948B82C1C9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648200"/>
            <a:ext cx="2743200" cy="962025"/>
          </a:xfrm>
          <a:prstGeom prst="rect">
            <a:avLst/>
          </a:prstGeom>
          <a:solidFill>
            <a:srgbClr val="0033CC"/>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222" name="Picture 6">
            <a:extLst>
              <a:ext uri="{FF2B5EF4-FFF2-40B4-BE49-F238E27FC236}">
                <a16:creationId xmlns:a16="http://schemas.microsoft.com/office/drawing/2014/main" id="{2EB6AA6B-A8F0-6708-1327-E67AEFF940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810000"/>
            <a:ext cx="22860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739C6019-3429-D477-9DE8-7D50EFFCC0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07DCE58-F26C-4BC0-BB7F-0A1FF49B74AE}" type="slidenum">
              <a:rPr lang="en-US" altLang="en-US" b="0"/>
              <a:pPr/>
              <a:t>8</a:t>
            </a:fld>
            <a:endParaRPr lang="en-US" altLang="en-US" b="0"/>
          </a:p>
        </p:txBody>
      </p:sp>
      <p:sp>
        <p:nvSpPr>
          <p:cNvPr id="10243" name="Rectangle 2">
            <a:extLst>
              <a:ext uri="{FF2B5EF4-FFF2-40B4-BE49-F238E27FC236}">
                <a16:creationId xmlns:a16="http://schemas.microsoft.com/office/drawing/2014/main" id="{4C996E01-FE18-0E8A-64C7-F85D525741DD}"/>
              </a:ext>
            </a:extLst>
          </p:cNvPr>
          <p:cNvSpPr>
            <a:spLocks noGrp="1" noChangeArrowheads="1"/>
          </p:cNvSpPr>
          <p:nvPr>
            <p:ph type="title"/>
          </p:nvPr>
        </p:nvSpPr>
        <p:spPr/>
        <p:txBody>
          <a:bodyPr/>
          <a:lstStyle/>
          <a:p>
            <a:pPr eaLnBrk="1" hangingPunct="1"/>
            <a:r>
              <a:rPr lang="en-US" altLang="en-US" b="1"/>
              <a:t>DỰ ÁN</a:t>
            </a:r>
          </a:p>
        </p:txBody>
      </p:sp>
      <p:sp>
        <p:nvSpPr>
          <p:cNvPr id="10244" name="Rectangle 3">
            <a:extLst>
              <a:ext uri="{FF2B5EF4-FFF2-40B4-BE49-F238E27FC236}">
                <a16:creationId xmlns:a16="http://schemas.microsoft.com/office/drawing/2014/main" id="{150386BB-E8D5-5632-3867-32AC608842FB}"/>
              </a:ext>
            </a:extLst>
          </p:cNvPr>
          <p:cNvSpPr>
            <a:spLocks noGrp="1" noChangeArrowheads="1"/>
          </p:cNvSpPr>
          <p:nvPr>
            <p:ph type="body" idx="1"/>
          </p:nvPr>
        </p:nvSpPr>
        <p:spPr>
          <a:xfrm>
            <a:off x="381000" y="1143000"/>
            <a:ext cx="8763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Các thuộc tính của Dự án</a:t>
            </a:r>
            <a:r>
              <a:rPr lang="en-US" altLang="en-US"/>
              <a:t> </a:t>
            </a:r>
          </a:p>
          <a:p>
            <a:pPr marL="914400" lvl="1" indent="-457200" eaLnBrk="1" hangingPunct="1"/>
            <a:r>
              <a:rPr lang="en-US" altLang="en-US" sz="2400"/>
              <a:t>Dự án có mục đích, kết quả rõ ràng</a:t>
            </a:r>
          </a:p>
          <a:p>
            <a:pPr marL="914400" lvl="1" indent="-457200" eaLnBrk="1" hangingPunct="1"/>
            <a:r>
              <a:rPr lang="en-US" altLang="en-US" sz="2400"/>
              <a:t>Chỉ tồn tại trong 1 khoảng thời gian nhất định</a:t>
            </a:r>
          </a:p>
          <a:p>
            <a:pPr marL="914400" lvl="1" indent="-457200" eaLnBrk="1" hangingPunct="1"/>
            <a:r>
              <a:rPr lang="en-US" altLang="en-US" sz="2400"/>
              <a:t>Nguồn lực &amp; ngân sách của dự án được xác định rõ ràng </a:t>
            </a:r>
          </a:p>
          <a:p>
            <a:pPr marL="914400" lvl="1" indent="-457200" eaLnBrk="1" hangingPunct="1"/>
            <a:r>
              <a:rPr lang="en-US" altLang="en-US" sz="2400"/>
              <a:t>Sản phẩm, kết quả của dự án mang tính mới lạ, độc đáo</a:t>
            </a:r>
          </a:p>
          <a:p>
            <a:pPr marL="914400" lvl="1" indent="-457200" eaLnBrk="1" hangingPunct="1"/>
            <a:r>
              <a:rPr lang="en-US" altLang="en-US" sz="2400"/>
              <a:t>Dự án liên quan đến nhiều bên</a:t>
            </a:r>
          </a:p>
          <a:p>
            <a:pPr marL="914400" lvl="1" indent="-457200" eaLnBrk="1" hangingPunct="1"/>
            <a:r>
              <a:rPr lang="en-US" altLang="en-US" sz="2400"/>
              <a:t>Dự án thường mang tính không chắc chắn</a:t>
            </a:r>
          </a:p>
          <a:p>
            <a:pPr marL="914400" lvl="1" indent="-457200" eaLnBrk="1" hangingPunct="1"/>
            <a:r>
              <a:rPr lang="en-US" altLang="en-US" sz="2400"/>
              <a:t>Môi trường QLDA có mối quan hệ phức tạp, năng động</a:t>
            </a:r>
          </a:p>
          <a:p>
            <a:pPr marL="1295400" lvl="2" indent="-381000" eaLnBrk="1" hangingPunct="1"/>
            <a:endParaRPr lang="en-US" altLang="en-US" sz="2000"/>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AAC8B4BC-DC76-7F47-7D04-13A882E6B5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0C21B0BA-75A6-4610-8E9E-AEC1A37D8BB4}" type="slidenum">
              <a:rPr lang="en-US" altLang="en-US" b="0"/>
              <a:pPr/>
              <a:t>9</a:t>
            </a:fld>
            <a:endParaRPr lang="en-US" altLang="en-US" b="0"/>
          </a:p>
        </p:txBody>
      </p:sp>
      <p:sp>
        <p:nvSpPr>
          <p:cNvPr id="11267" name="Rectangle 2">
            <a:extLst>
              <a:ext uri="{FF2B5EF4-FFF2-40B4-BE49-F238E27FC236}">
                <a16:creationId xmlns:a16="http://schemas.microsoft.com/office/drawing/2014/main" id="{FA1422DA-0634-92EC-F603-75CDF62ACE1C}"/>
              </a:ext>
            </a:extLst>
          </p:cNvPr>
          <p:cNvSpPr>
            <a:spLocks noGrp="1" noChangeArrowheads="1"/>
          </p:cNvSpPr>
          <p:nvPr>
            <p:ph type="title"/>
          </p:nvPr>
        </p:nvSpPr>
        <p:spPr/>
        <p:txBody>
          <a:bodyPr/>
          <a:lstStyle/>
          <a:p>
            <a:pPr eaLnBrk="1" hangingPunct="1"/>
            <a:r>
              <a:rPr lang="en-US" altLang="en-US" b="1"/>
              <a:t>DỰ ÁN</a:t>
            </a:r>
          </a:p>
        </p:txBody>
      </p:sp>
      <p:sp>
        <p:nvSpPr>
          <p:cNvPr id="11268" name="Rectangle 3">
            <a:extLst>
              <a:ext uri="{FF2B5EF4-FFF2-40B4-BE49-F238E27FC236}">
                <a16:creationId xmlns:a16="http://schemas.microsoft.com/office/drawing/2014/main" id="{3DB5A2BB-2C7E-942E-2E5F-5E344A9EAF53}"/>
              </a:ext>
            </a:extLst>
          </p:cNvPr>
          <p:cNvSpPr>
            <a:spLocks noGrp="1" noChangeArrowheads="1"/>
          </p:cNvSpPr>
          <p:nvPr>
            <p:ph type="body" idx="1"/>
          </p:nvPr>
        </p:nvSpPr>
        <p:spPr>
          <a:xfrm>
            <a:off x="685800" y="1219200"/>
            <a:ext cx="79248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400" b="1">
                <a:solidFill>
                  <a:srgbClr val="FF0066"/>
                </a:solidFill>
              </a:rPr>
              <a:t>Làm thế nào để biết một nhiệm vụ thực sự có phải là dự án không?</a:t>
            </a:r>
            <a:r>
              <a:rPr lang="en-US" altLang="en-US"/>
              <a:t> </a:t>
            </a:r>
          </a:p>
          <a:p>
            <a:pPr marL="914400" lvl="1" indent="-457200" eaLnBrk="1" hangingPunct="1"/>
            <a:r>
              <a:rPr lang="en-US" altLang="en-US" sz="2400"/>
              <a:t>Chắc chắn nó </a:t>
            </a:r>
            <a:r>
              <a:rPr lang="en-US" altLang="en-US" sz="2400" b="1"/>
              <a:t>không phải là 1 dự án</a:t>
            </a:r>
            <a:r>
              <a:rPr lang="en-US" altLang="en-US" sz="2400"/>
              <a:t> khi có ít nhất 1 trong những yếu tố sau:</a:t>
            </a:r>
          </a:p>
          <a:p>
            <a:pPr marL="1295400" lvl="2" indent="-381000" eaLnBrk="1" hangingPunct="1"/>
            <a:r>
              <a:rPr lang="en-US" altLang="en-US" sz="2000"/>
              <a:t>Đó là công việc hàng ngày</a:t>
            </a:r>
          </a:p>
          <a:p>
            <a:pPr marL="1295400" lvl="2" indent="-381000" eaLnBrk="1" hangingPunct="1"/>
            <a:r>
              <a:rPr lang="en-US" altLang="en-US" sz="2000"/>
              <a:t>Không xác định thời điểm hoàn thành</a:t>
            </a:r>
          </a:p>
          <a:p>
            <a:pPr marL="1295400" lvl="2" indent="-381000" eaLnBrk="1" hangingPunct="1"/>
            <a:r>
              <a:rPr lang="en-US" altLang="en-US" sz="2000"/>
              <a:t>Chi phí rất nhỏ</a:t>
            </a:r>
            <a:endParaRPr lang="en-US" altLang="en-US" sz="1800"/>
          </a:p>
          <a:p>
            <a:pPr marL="914400" lvl="1" indent="-457200" eaLnBrk="1" hangingPunct="1"/>
            <a:endParaRPr lang="en-US" altLang="en-US" sz="2000"/>
          </a:p>
          <a:p>
            <a:pPr marL="1295400" lvl="2" indent="-381000" eaLnBrk="1" hangingPunct="1"/>
            <a:endParaRPr lang="en-US" altLang="en-US" sz="2000"/>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525B7A65-E0A4-13F2-BD21-5109758CE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02497D6-11EB-4A55-B92B-BE8DDCA68DB1}" type="slidenum">
              <a:rPr lang="en-US" altLang="en-US" b="0"/>
              <a:pPr/>
              <a:t>10</a:t>
            </a:fld>
            <a:endParaRPr lang="en-US" altLang="en-US" b="0"/>
          </a:p>
        </p:txBody>
      </p:sp>
      <p:sp>
        <p:nvSpPr>
          <p:cNvPr id="12291" name="Rectangle 2">
            <a:extLst>
              <a:ext uri="{FF2B5EF4-FFF2-40B4-BE49-F238E27FC236}">
                <a16:creationId xmlns:a16="http://schemas.microsoft.com/office/drawing/2014/main" id="{5D87A71E-784C-95E3-5F21-86B312A8D4E9}"/>
              </a:ext>
            </a:extLst>
          </p:cNvPr>
          <p:cNvSpPr>
            <a:spLocks noGrp="1" noChangeArrowheads="1"/>
          </p:cNvSpPr>
          <p:nvPr>
            <p:ph type="title"/>
          </p:nvPr>
        </p:nvSpPr>
        <p:spPr/>
        <p:txBody>
          <a:bodyPr/>
          <a:lstStyle/>
          <a:p>
            <a:pPr eaLnBrk="1" hangingPunct="1"/>
            <a:r>
              <a:rPr lang="en-US" altLang="en-US" b="1"/>
              <a:t>DỰ ÁN</a:t>
            </a:r>
          </a:p>
        </p:txBody>
      </p:sp>
      <p:sp>
        <p:nvSpPr>
          <p:cNvPr id="12292" name="Rectangle 3">
            <a:extLst>
              <a:ext uri="{FF2B5EF4-FFF2-40B4-BE49-F238E27FC236}">
                <a16:creationId xmlns:a16="http://schemas.microsoft.com/office/drawing/2014/main" id="{C094DB16-7A42-FFF9-6E29-001A3EBACA9F}"/>
              </a:ext>
            </a:extLst>
          </p:cNvPr>
          <p:cNvSpPr>
            <a:spLocks noGrp="1" noChangeArrowheads="1"/>
          </p:cNvSpPr>
          <p:nvPr>
            <p:ph type="body" idx="1"/>
          </p:nvPr>
        </p:nvSpPr>
        <p:spPr>
          <a:xfrm>
            <a:off x="685800" y="1219200"/>
            <a:ext cx="85344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sz="2400" b="1"/>
              <a:t>Là một dự án</a:t>
            </a:r>
            <a:r>
              <a:rPr lang="en-US" altLang="en-US" sz="2400"/>
              <a:t>, khi đáp ứng tất cả các điều kiện sau:</a:t>
            </a:r>
          </a:p>
          <a:p>
            <a:pPr marL="1714500" lvl="3" indent="-342900" eaLnBrk="1" hangingPunct="1">
              <a:buClr>
                <a:schemeClr val="folHlink"/>
              </a:buClr>
              <a:buSzPct val="50000"/>
            </a:pPr>
            <a:r>
              <a:rPr lang="en-US" altLang="en-US"/>
              <a:t>Công việc này là duy nhất</a:t>
            </a:r>
          </a:p>
          <a:p>
            <a:pPr marL="1714500" lvl="3" indent="-342900" eaLnBrk="1" hangingPunct="1">
              <a:buClr>
                <a:schemeClr val="folHlink"/>
              </a:buClr>
              <a:buSzPct val="50000"/>
            </a:pPr>
            <a:r>
              <a:rPr lang="en-US" altLang="en-US"/>
              <a:t>CV này có 1 số khía cạnh mới</a:t>
            </a:r>
          </a:p>
          <a:p>
            <a:pPr marL="1714500" lvl="3" indent="-342900" eaLnBrk="1" hangingPunct="1">
              <a:buClr>
                <a:schemeClr val="folHlink"/>
              </a:buClr>
              <a:buSzPct val="50000"/>
            </a:pPr>
            <a:r>
              <a:rPr lang="en-US" altLang="en-US"/>
              <a:t>CV này do 1 nhà tài trợ/ chủ đầu tư yêu cầu</a:t>
            </a:r>
          </a:p>
          <a:p>
            <a:pPr marL="1714500" lvl="3" indent="-342900" eaLnBrk="1" hangingPunct="1">
              <a:buClr>
                <a:schemeClr val="folHlink"/>
              </a:buClr>
              <a:buSzPct val="50000"/>
            </a:pPr>
            <a:r>
              <a:rPr lang="en-US" altLang="en-US"/>
              <a:t>CV này có (hoặc sẽ có) 1 mục tiêu rõ ràng</a:t>
            </a:r>
          </a:p>
          <a:p>
            <a:pPr marL="1714500" lvl="3" indent="-342900" eaLnBrk="1" hangingPunct="1">
              <a:buClr>
                <a:schemeClr val="folHlink"/>
              </a:buClr>
              <a:buSzPct val="50000"/>
            </a:pPr>
            <a:r>
              <a:rPr lang="en-US" altLang="en-US"/>
              <a:t>CV này có (hoặc sẽ có) 1 thời hạn hoàn thành</a:t>
            </a:r>
          </a:p>
          <a:p>
            <a:pPr marL="1714500" lvl="3" indent="-342900" eaLnBrk="1" hangingPunct="1">
              <a:buClr>
                <a:schemeClr val="folHlink"/>
              </a:buClr>
              <a:buSzPct val="50000"/>
            </a:pPr>
            <a:r>
              <a:rPr lang="en-US" altLang="en-US"/>
              <a:t>CV này có (hoặc sẽ có) 1 ngân sách nhất định</a:t>
            </a:r>
          </a:p>
          <a:p>
            <a:pPr marL="1295400" lvl="2" indent="-381000" eaLnBrk="1" hangingPunct="1"/>
            <a:endParaRPr lang="en-US" altLang="en-US" sz="2000"/>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ECE0EB30-9919-DE18-2318-3876C841F2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6BAF808-D6E1-4E41-B79E-9E30B177311B}" type="slidenum">
              <a:rPr lang="en-US" altLang="en-US" b="0"/>
              <a:pPr/>
              <a:t>11</a:t>
            </a:fld>
            <a:endParaRPr lang="en-US" altLang="en-US" b="0"/>
          </a:p>
        </p:txBody>
      </p:sp>
      <p:sp>
        <p:nvSpPr>
          <p:cNvPr id="13315" name="Rectangle 2">
            <a:extLst>
              <a:ext uri="{FF2B5EF4-FFF2-40B4-BE49-F238E27FC236}">
                <a16:creationId xmlns:a16="http://schemas.microsoft.com/office/drawing/2014/main" id="{5B8901C6-A2BE-0265-94E3-37BEC48B2C68}"/>
              </a:ext>
            </a:extLst>
          </p:cNvPr>
          <p:cNvSpPr>
            <a:spLocks noGrp="1" noChangeArrowheads="1"/>
          </p:cNvSpPr>
          <p:nvPr>
            <p:ph type="title"/>
          </p:nvPr>
        </p:nvSpPr>
        <p:spPr/>
        <p:txBody>
          <a:bodyPr/>
          <a:lstStyle/>
          <a:p>
            <a:pPr eaLnBrk="1" hangingPunct="1"/>
            <a:r>
              <a:rPr lang="en-US" altLang="en-US" b="1"/>
              <a:t>DỰ ÁN</a:t>
            </a:r>
          </a:p>
        </p:txBody>
      </p:sp>
      <p:sp>
        <p:nvSpPr>
          <p:cNvPr id="13316" name="Rectangle 3">
            <a:extLst>
              <a:ext uri="{FF2B5EF4-FFF2-40B4-BE49-F238E27FC236}">
                <a16:creationId xmlns:a16="http://schemas.microsoft.com/office/drawing/2014/main" id="{565916CB-63F5-9ABA-F956-9011B557C5F3}"/>
              </a:ext>
            </a:extLst>
          </p:cNvPr>
          <p:cNvSpPr>
            <a:spLocks noGrp="1" noChangeArrowheads="1"/>
          </p:cNvSpPr>
          <p:nvPr>
            <p:ph type="body" idx="1"/>
          </p:nvPr>
        </p:nvSpPr>
        <p:spPr>
          <a:xfrm>
            <a:off x="609600" y="1219200"/>
            <a:ext cx="85344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sz="2400" b="1"/>
              <a:t>Ví dụ</a:t>
            </a:r>
            <a:r>
              <a:rPr lang="en-US" altLang="en-US" sz="2400"/>
              <a:t>: Việc nào sau đây được xem là dự án?</a:t>
            </a:r>
          </a:p>
          <a:p>
            <a:pPr marL="1714500" lvl="3" indent="-342900" eaLnBrk="1" hangingPunct="1">
              <a:buClr>
                <a:schemeClr val="folHlink"/>
              </a:buClr>
              <a:buSzPct val="50000"/>
              <a:buFont typeface="Wingdings" panose="05000000000000000000" pitchFamily="2" charset="2"/>
              <a:buNone/>
            </a:pPr>
            <a:r>
              <a:rPr lang="en-US" altLang="en-US"/>
              <a:t>a)	Phát triển bán hàng ở Châu Á</a:t>
            </a:r>
          </a:p>
          <a:p>
            <a:pPr marL="1714500" lvl="3" indent="-342900" eaLnBrk="1" hangingPunct="1">
              <a:buClr>
                <a:schemeClr val="folHlink"/>
              </a:buClr>
              <a:buSzPct val="50000"/>
              <a:buFont typeface="Wingdings" panose="05000000000000000000" pitchFamily="2" charset="2"/>
              <a:buNone/>
            </a:pPr>
            <a:r>
              <a:rPr lang="en-US" altLang="en-US"/>
              <a:t>b)	Trước cuối năm, phải thay thế tất cả các máy in nội địa bằng máy in chất lượng cao</a:t>
            </a:r>
          </a:p>
          <a:p>
            <a:pPr marL="1714500" lvl="3" indent="-342900" eaLnBrk="1" hangingPunct="1">
              <a:buClr>
                <a:schemeClr val="folHlink"/>
              </a:buClr>
              <a:buSzPct val="50000"/>
              <a:buFont typeface="Wingdings" panose="05000000000000000000" pitchFamily="2" charset="2"/>
              <a:buNone/>
            </a:pPr>
            <a:r>
              <a:rPr lang="en-US" altLang="en-US"/>
              <a:t>c) Trong vòng 8 tháng, phải giảm 20% số lượng sản phẩm có lỗi sản xuất trả lại</a:t>
            </a:r>
          </a:p>
          <a:p>
            <a:pPr marL="1714500" lvl="3" indent="-342900" eaLnBrk="1" hangingPunct="1">
              <a:buClr>
                <a:schemeClr val="folHlink"/>
              </a:buClr>
              <a:buSzPct val="50000"/>
              <a:buFont typeface="Wingdings" panose="05000000000000000000" pitchFamily="2" charset="2"/>
              <a:buNone/>
            </a:pPr>
            <a:r>
              <a:rPr lang="en-US" altLang="en-US"/>
              <a:t>d) Đảm bảo có đủ máy in trong phòng</a:t>
            </a:r>
          </a:p>
          <a:p>
            <a:pPr marL="1295400" lvl="2" indent="-381000" eaLnBrk="1" hangingPunct="1"/>
            <a:endParaRPr lang="en-US" altLang="en-US" sz="2000"/>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F3F0C02D-4972-B52C-CDAB-9698835C84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9025324-34CC-48B1-84F7-7A3095FBE9C4}" type="slidenum">
              <a:rPr lang="en-US" altLang="en-US" b="0"/>
              <a:pPr/>
              <a:t>12</a:t>
            </a:fld>
            <a:endParaRPr lang="en-US" altLang="en-US" b="0"/>
          </a:p>
        </p:txBody>
      </p:sp>
      <p:sp>
        <p:nvSpPr>
          <p:cNvPr id="14339" name="Rectangle 2">
            <a:extLst>
              <a:ext uri="{FF2B5EF4-FFF2-40B4-BE49-F238E27FC236}">
                <a16:creationId xmlns:a16="http://schemas.microsoft.com/office/drawing/2014/main" id="{2218D9E7-BC43-5AFC-8466-93BE6503E371}"/>
              </a:ext>
            </a:extLst>
          </p:cNvPr>
          <p:cNvSpPr>
            <a:spLocks noGrp="1" noChangeArrowheads="1"/>
          </p:cNvSpPr>
          <p:nvPr>
            <p:ph type="title"/>
          </p:nvPr>
        </p:nvSpPr>
        <p:spPr/>
        <p:txBody>
          <a:bodyPr/>
          <a:lstStyle/>
          <a:p>
            <a:pPr eaLnBrk="1" hangingPunct="1"/>
            <a:r>
              <a:rPr lang="en-US" altLang="en-US" b="1"/>
              <a:t>DỰ ÁN</a:t>
            </a:r>
          </a:p>
        </p:txBody>
      </p:sp>
      <p:sp>
        <p:nvSpPr>
          <p:cNvPr id="14340" name="Rectangle 3">
            <a:extLst>
              <a:ext uri="{FF2B5EF4-FFF2-40B4-BE49-F238E27FC236}">
                <a16:creationId xmlns:a16="http://schemas.microsoft.com/office/drawing/2014/main" id="{67A109E1-9195-BCBB-7EFE-F1B21661F0C7}"/>
              </a:ext>
            </a:extLst>
          </p:cNvPr>
          <p:cNvSpPr>
            <a:spLocks noGrp="1" noChangeArrowheads="1"/>
          </p:cNvSpPr>
          <p:nvPr>
            <p:ph type="body" idx="1"/>
          </p:nvPr>
        </p:nvSpPr>
        <p:spPr>
          <a:xfrm>
            <a:off x="609600" y="1066800"/>
            <a:ext cx="85344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3600" dirty="0"/>
          </a:p>
          <a:p>
            <a:pPr marL="533400" indent="-533400" eaLnBrk="1" hangingPunct="1">
              <a:lnSpc>
                <a:spcPct val="90000"/>
              </a:lnSpc>
            </a:pPr>
            <a:r>
              <a:rPr lang="en-US" altLang="en-US" b="1" dirty="0" err="1">
                <a:solidFill>
                  <a:srgbClr val="FF0066"/>
                </a:solidFill>
              </a:rPr>
              <a:t>Dự</a:t>
            </a:r>
            <a:r>
              <a:rPr lang="en-US" altLang="en-US" b="1" dirty="0">
                <a:solidFill>
                  <a:srgbClr val="FF0066"/>
                </a:solidFill>
              </a:rPr>
              <a:t> </a:t>
            </a:r>
            <a:r>
              <a:rPr lang="en-US" altLang="en-US" b="1" dirty="0" err="1">
                <a:solidFill>
                  <a:srgbClr val="FF0066"/>
                </a:solidFill>
              </a:rPr>
              <a:t>án</a:t>
            </a:r>
            <a:r>
              <a:rPr lang="en-US" altLang="en-US" b="1" dirty="0">
                <a:solidFill>
                  <a:srgbClr val="FF0066"/>
                </a:solidFill>
              </a:rPr>
              <a:t> CNTT</a:t>
            </a:r>
          </a:p>
          <a:p>
            <a:pPr marL="914400" lvl="1" indent="-457200" eaLnBrk="1" hangingPunct="1">
              <a:lnSpc>
                <a:spcPct val="90000"/>
              </a:lnSpc>
            </a:pPr>
            <a:r>
              <a:rPr lang="en-US" altLang="en-US" dirty="0"/>
              <a:t>CNTT = </a:t>
            </a:r>
            <a:r>
              <a:rPr lang="en-US" altLang="en-US" dirty="0" err="1"/>
              <a:t>Phần</a:t>
            </a:r>
            <a:r>
              <a:rPr lang="en-US" altLang="en-US" dirty="0"/>
              <a:t> </a:t>
            </a:r>
            <a:r>
              <a:rPr lang="en-US" altLang="en-US" dirty="0" err="1"/>
              <a:t>cứng</a:t>
            </a:r>
            <a:r>
              <a:rPr lang="en-US" altLang="en-US" dirty="0"/>
              <a:t> + </a:t>
            </a:r>
            <a:r>
              <a:rPr lang="en-US" altLang="en-US" dirty="0" err="1"/>
              <a:t>Phần</a:t>
            </a:r>
            <a:r>
              <a:rPr lang="en-US" altLang="en-US" dirty="0"/>
              <a:t> </a:t>
            </a:r>
            <a:r>
              <a:rPr lang="en-US" altLang="en-US" dirty="0" err="1"/>
              <a:t>mềm</a:t>
            </a:r>
            <a:r>
              <a:rPr lang="en-US" altLang="en-US" dirty="0"/>
              <a:t>, </a:t>
            </a:r>
            <a:r>
              <a:rPr lang="en-US" altLang="en-US" dirty="0" err="1"/>
              <a:t>sự</a:t>
            </a:r>
            <a:r>
              <a:rPr lang="en-US" altLang="en-US" dirty="0"/>
              <a:t> </a:t>
            </a:r>
            <a:r>
              <a:rPr lang="en-US" altLang="en-US" dirty="0" err="1"/>
              <a:t>tích</a:t>
            </a:r>
            <a:r>
              <a:rPr lang="en-US" altLang="en-US" dirty="0"/>
              <a:t> </a:t>
            </a:r>
            <a:r>
              <a:rPr lang="en-US" altLang="en-US" dirty="0" err="1"/>
              <a:t>hợp</a:t>
            </a:r>
            <a:r>
              <a:rPr lang="en-US" altLang="en-US" dirty="0"/>
              <a:t> </a:t>
            </a:r>
            <a:r>
              <a:rPr lang="en-US" altLang="en-US" dirty="0" err="1"/>
              <a:t>phần</a:t>
            </a:r>
            <a:r>
              <a:rPr lang="en-US" altLang="en-US" dirty="0"/>
              <a:t> </a:t>
            </a:r>
            <a:r>
              <a:rPr lang="en-US" altLang="en-US" dirty="0" err="1"/>
              <a:t>cứng</a:t>
            </a:r>
            <a:r>
              <a:rPr lang="en-US" altLang="en-US" dirty="0"/>
              <a:t>, </a:t>
            </a:r>
            <a:r>
              <a:rPr lang="en-US" altLang="en-US" dirty="0" err="1"/>
              <a:t>phần</a:t>
            </a:r>
            <a:r>
              <a:rPr lang="en-US" altLang="en-US" dirty="0"/>
              <a:t> </a:t>
            </a:r>
            <a:r>
              <a:rPr lang="en-US" altLang="en-US" dirty="0" err="1"/>
              <a:t>mềm</a:t>
            </a:r>
            <a:r>
              <a:rPr lang="en-US" altLang="en-US" dirty="0"/>
              <a:t> &amp; con </a:t>
            </a:r>
            <a:r>
              <a:rPr lang="en-US" altLang="en-US" dirty="0" err="1"/>
              <a:t>người</a:t>
            </a:r>
            <a:endParaRPr lang="en-US" altLang="en-US" dirty="0"/>
          </a:p>
          <a:p>
            <a:pPr marL="914400" lvl="1" indent="-457200" eaLnBrk="1" hangingPunct="1">
              <a:lnSpc>
                <a:spcPct val="90000"/>
              </a:lnSpc>
            </a:pPr>
            <a:r>
              <a:rPr lang="en-US" altLang="en-US" dirty="0" err="1"/>
              <a:t>Dự</a:t>
            </a:r>
            <a:r>
              <a:rPr lang="en-US" altLang="en-US" dirty="0"/>
              <a:t> </a:t>
            </a:r>
            <a:r>
              <a:rPr lang="en-US" altLang="en-US" dirty="0" err="1"/>
              <a:t>án</a:t>
            </a:r>
            <a:r>
              <a:rPr lang="en-US" altLang="en-US" dirty="0"/>
              <a:t> CNTT </a:t>
            </a:r>
            <a:r>
              <a:rPr lang="en-US" altLang="en-US" dirty="0" err="1"/>
              <a:t>là</a:t>
            </a:r>
            <a:r>
              <a:rPr lang="en-US" altLang="en-US" dirty="0"/>
              <a:t> </a:t>
            </a:r>
            <a:r>
              <a:rPr lang="en-US" altLang="en-US" dirty="0" err="1"/>
              <a:t>một</a:t>
            </a:r>
            <a:r>
              <a:rPr lang="en-US" altLang="en-US" dirty="0"/>
              <a:t> </a:t>
            </a:r>
            <a:r>
              <a:rPr lang="en-US" altLang="en-US" dirty="0" err="1"/>
              <a:t>dự</a:t>
            </a:r>
            <a:r>
              <a:rPr lang="en-US" altLang="en-US" dirty="0"/>
              <a:t> </a:t>
            </a:r>
            <a:r>
              <a:rPr lang="en-US" altLang="en-US" dirty="0" err="1"/>
              <a:t>án</a:t>
            </a:r>
            <a:r>
              <a:rPr lang="en-US" altLang="en-US" dirty="0"/>
              <a:t> </a:t>
            </a:r>
            <a:r>
              <a:rPr lang="en-US" altLang="en-US" dirty="0" err="1"/>
              <a:t>được</a:t>
            </a:r>
            <a:r>
              <a:rPr lang="en-US" altLang="en-US" dirty="0"/>
              <a:t> </a:t>
            </a:r>
            <a:r>
              <a:rPr lang="en-US" altLang="en-US" dirty="0" err="1"/>
              <a:t>thực</a:t>
            </a:r>
            <a:r>
              <a:rPr lang="en-US" altLang="en-US" dirty="0"/>
              <a:t> </a:t>
            </a:r>
            <a:r>
              <a:rPr lang="en-US" altLang="en-US" dirty="0" err="1"/>
              <a:t>hiện</a:t>
            </a:r>
            <a:r>
              <a:rPr lang="en-US" altLang="en-US" dirty="0"/>
              <a:t> </a:t>
            </a:r>
            <a:r>
              <a:rPr lang="en-US" altLang="en-US" dirty="0" err="1"/>
              <a:t>trong</a:t>
            </a:r>
            <a:r>
              <a:rPr lang="en-US" altLang="en-US" dirty="0"/>
              <a:t> </a:t>
            </a:r>
            <a:r>
              <a:rPr lang="en-US" altLang="en-US" dirty="0" err="1"/>
              <a:t>lĩnh</a:t>
            </a:r>
            <a:r>
              <a:rPr lang="en-US" altLang="en-US" dirty="0"/>
              <a:t> </a:t>
            </a:r>
            <a:r>
              <a:rPr lang="en-US" altLang="en-US" dirty="0" err="1"/>
              <a:t>vực</a:t>
            </a:r>
            <a:r>
              <a:rPr lang="en-US" altLang="en-US" dirty="0"/>
              <a:t> CNTT </a:t>
            </a:r>
            <a:r>
              <a:rPr lang="en-US" altLang="en-US" dirty="0">
                <a:sym typeface="Wingdings" panose="05000000000000000000" pitchFamily="2" charset="2"/>
              </a:rPr>
              <a:t> </a:t>
            </a:r>
            <a:r>
              <a:rPr lang="en-US" altLang="en-US" dirty="0" err="1"/>
              <a:t>Dự</a:t>
            </a:r>
            <a:r>
              <a:rPr lang="en-US" altLang="en-US" dirty="0"/>
              <a:t> </a:t>
            </a:r>
            <a:r>
              <a:rPr lang="en-US" altLang="en-US" dirty="0" err="1"/>
              <a:t>án</a:t>
            </a:r>
            <a:r>
              <a:rPr lang="en-US" altLang="en-US" dirty="0"/>
              <a:t> CNTT: </a:t>
            </a:r>
            <a:r>
              <a:rPr lang="en-US" altLang="en-US" dirty="0" err="1"/>
              <a:t>dự</a:t>
            </a:r>
            <a:r>
              <a:rPr lang="en-US" altLang="en-US" dirty="0"/>
              <a:t> </a:t>
            </a:r>
            <a:r>
              <a:rPr lang="en-US" altLang="en-US" dirty="0" err="1"/>
              <a:t>án</a:t>
            </a:r>
            <a:r>
              <a:rPr lang="en-US" altLang="en-US" dirty="0"/>
              <a:t> </a:t>
            </a:r>
            <a:r>
              <a:rPr lang="en-US" altLang="en-US" dirty="0" err="1"/>
              <a:t>liên</a:t>
            </a:r>
            <a:r>
              <a:rPr lang="en-US" altLang="en-US" dirty="0"/>
              <a:t> </a:t>
            </a:r>
            <a:r>
              <a:rPr lang="en-US" altLang="en-US" dirty="0" err="1"/>
              <a:t>quan</a:t>
            </a:r>
            <a:r>
              <a:rPr lang="en-US" altLang="en-US" dirty="0"/>
              <a:t> </a:t>
            </a:r>
            <a:r>
              <a:rPr lang="en-US" altLang="en-US" dirty="0" err="1"/>
              <a:t>đến</a:t>
            </a:r>
            <a:r>
              <a:rPr lang="en-US" altLang="en-US" dirty="0"/>
              <a:t> </a:t>
            </a:r>
            <a:r>
              <a:rPr lang="en-US" altLang="en-US" dirty="0" err="1"/>
              <a:t>phần</a:t>
            </a:r>
            <a:r>
              <a:rPr lang="en-US" altLang="en-US" dirty="0"/>
              <a:t> </a:t>
            </a:r>
            <a:r>
              <a:rPr lang="en-US" altLang="en-US" dirty="0" err="1"/>
              <a:t>cứng</a:t>
            </a:r>
            <a:r>
              <a:rPr lang="en-US" altLang="en-US" dirty="0"/>
              <a:t>, </a:t>
            </a:r>
            <a:r>
              <a:rPr lang="en-US" altLang="en-US" dirty="0" err="1"/>
              <a:t>phần</a:t>
            </a:r>
            <a:r>
              <a:rPr lang="en-US" altLang="en-US" dirty="0"/>
              <a:t> </a:t>
            </a:r>
            <a:r>
              <a:rPr lang="en-US" altLang="en-US" dirty="0" err="1"/>
              <a:t>mềm</a:t>
            </a:r>
            <a:r>
              <a:rPr lang="en-US" altLang="en-US" dirty="0"/>
              <a:t> &amp; </a:t>
            </a:r>
            <a:r>
              <a:rPr lang="en-US" altLang="en-US" dirty="0" err="1"/>
              <a:t>hệ</a:t>
            </a:r>
            <a:r>
              <a:rPr lang="en-US" altLang="en-US" dirty="0"/>
              <a:t> </a:t>
            </a:r>
            <a:r>
              <a:rPr lang="en-US" altLang="en-US" dirty="0" err="1"/>
              <a:t>thống</a:t>
            </a:r>
            <a:r>
              <a:rPr lang="en-US" altLang="en-US" dirty="0"/>
              <a:t> </a:t>
            </a:r>
            <a:r>
              <a:rPr lang="en-US" altLang="en-US" dirty="0" err="1"/>
              <a:t>mạng</a:t>
            </a:r>
            <a:endParaRPr lang="en-US" altLang="en-US" dirty="0"/>
          </a:p>
          <a:p>
            <a:pPr marL="1295400" lvl="2" indent="-381000" eaLnBrk="1" hangingPunct="1">
              <a:lnSpc>
                <a:spcPct val="90000"/>
              </a:lnSpc>
            </a:pPr>
            <a:r>
              <a:rPr lang="en-US" altLang="en-US" dirty="0" err="1"/>
              <a:t>Tuân</a:t>
            </a:r>
            <a:r>
              <a:rPr lang="en-US" altLang="en-US" dirty="0"/>
              <a:t> </a:t>
            </a:r>
            <a:r>
              <a:rPr lang="en-US" altLang="en-US" dirty="0" err="1"/>
              <a:t>thủ</a:t>
            </a:r>
            <a:r>
              <a:rPr lang="en-US" altLang="en-US" dirty="0"/>
              <a:t> </a:t>
            </a:r>
            <a:r>
              <a:rPr lang="en-US" altLang="en-US" dirty="0" err="1"/>
              <a:t>các</a:t>
            </a:r>
            <a:r>
              <a:rPr lang="en-US" altLang="en-US" dirty="0"/>
              <a:t> </a:t>
            </a:r>
            <a:r>
              <a:rPr lang="en-US" altLang="en-US" dirty="0" err="1"/>
              <a:t>nguyên</a:t>
            </a:r>
            <a:r>
              <a:rPr lang="en-US" altLang="en-US" dirty="0"/>
              <a:t> </a:t>
            </a:r>
            <a:r>
              <a:rPr lang="en-US" altLang="en-US" dirty="0" err="1"/>
              <a:t>tắc</a:t>
            </a:r>
            <a:r>
              <a:rPr lang="en-US" altLang="en-US" dirty="0"/>
              <a:t> </a:t>
            </a:r>
            <a:r>
              <a:rPr lang="en-US" altLang="en-US" dirty="0" err="1"/>
              <a:t>của</a:t>
            </a:r>
            <a:r>
              <a:rPr lang="en-US" altLang="en-US" dirty="0"/>
              <a:t> QLDA </a:t>
            </a:r>
            <a:r>
              <a:rPr lang="en-US" altLang="en-US" dirty="0" err="1"/>
              <a:t>nói</a:t>
            </a:r>
            <a:r>
              <a:rPr lang="en-US" altLang="en-US" dirty="0"/>
              <a:t> </a:t>
            </a:r>
            <a:r>
              <a:rPr lang="en-US" altLang="en-US" dirty="0" err="1"/>
              <a:t>chung</a:t>
            </a:r>
            <a:endParaRPr lang="en-US" altLang="en-US" dirty="0"/>
          </a:p>
          <a:p>
            <a:pPr marL="1295400" lvl="2" indent="-381000" eaLnBrk="1" hangingPunct="1">
              <a:lnSpc>
                <a:spcPct val="90000"/>
              </a:lnSpc>
            </a:pPr>
            <a:r>
              <a:rPr lang="en-US" altLang="en-US" dirty="0" err="1"/>
              <a:t>Tuân</a:t>
            </a:r>
            <a:r>
              <a:rPr lang="en-US" altLang="en-US" dirty="0"/>
              <a:t> </a:t>
            </a:r>
            <a:r>
              <a:rPr lang="en-US" altLang="en-US" dirty="0" err="1"/>
              <a:t>thủ</a:t>
            </a:r>
            <a:r>
              <a:rPr lang="en-US" altLang="en-US" dirty="0"/>
              <a:t> </a:t>
            </a:r>
            <a:r>
              <a:rPr lang="en-US" altLang="en-US" dirty="0" err="1"/>
              <a:t>các</a:t>
            </a:r>
            <a:r>
              <a:rPr lang="en-US" altLang="en-US" dirty="0"/>
              <a:t> </a:t>
            </a:r>
            <a:r>
              <a:rPr lang="en-US" altLang="en-US" dirty="0" err="1"/>
              <a:t>nguyên</a:t>
            </a:r>
            <a:r>
              <a:rPr lang="en-US" altLang="en-US" dirty="0"/>
              <a:t> </a:t>
            </a:r>
            <a:r>
              <a:rPr lang="en-US" altLang="en-US" dirty="0" err="1"/>
              <a:t>tắc</a:t>
            </a:r>
            <a:r>
              <a:rPr lang="en-US" altLang="en-US" dirty="0"/>
              <a:t> </a:t>
            </a:r>
            <a:r>
              <a:rPr lang="en-US" altLang="en-US" dirty="0" err="1"/>
              <a:t>của</a:t>
            </a:r>
            <a:r>
              <a:rPr lang="en-US" altLang="en-US" dirty="0"/>
              <a:t> CNTT: </a:t>
            </a:r>
            <a:r>
              <a:rPr lang="en-US" altLang="en-US" dirty="0" err="1"/>
              <a:t>đi</a:t>
            </a:r>
            <a:r>
              <a:rPr lang="en-US" altLang="en-US" dirty="0"/>
              <a:t> </a:t>
            </a:r>
            <a:r>
              <a:rPr lang="en-US" altLang="en-US" dirty="0" err="1"/>
              <a:t>theo</a:t>
            </a:r>
            <a:r>
              <a:rPr lang="en-US" altLang="en-US" dirty="0"/>
              <a:t> qui </a:t>
            </a:r>
            <a:r>
              <a:rPr lang="en-US" altLang="en-US" dirty="0" err="1"/>
              <a:t>trình</a:t>
            </a:r>
            <a:r>
              <a:rPr lang="en-US" altLang="en-US" dirty="0"/>
              <a:t> </a:t>
            </a:r>
            <a:r>
              <a:rPr lang="en-US" altLang="en-US" dirty="0" err="1"/>
              <a:t>sản</a:t>
            </a:r>
            <a:r>
              <a:rPr lang="en-US" altLang="en-US" dirty="0"/>
              <a:t> </a:t>
            </a:r>
            <a:r>
              <a:rPr lang="en-US" altLang="en-US" dirty="0" err="1"/>
              <a:t>xuất</a:t>
            </a:r>
            <a:r>
              <a:rPr lang="en-US" altLang="en-US" dirty="0"/>
              <a:t> </a:t>
            </a:r>
            <a:r>
              <a:rPr lang="en-US" altLang="en-US" dirty="0" err="1"/>
              <a:t>chế</a:t>
            </a:r>
            <a:r>
              <a:rPr lang="en-US" altLang="en-US" dirty="0"/>
              <a:t> </a:t>
            </a:r>
            <a:r>
              <a:rPr lang="en-US" altLang="en-US" dirty="0" err="1"/>
              <a:t>tạo</a:t>
            </a:r>
            <a:r>
              <a:rPr lang="en-US" altLang="en-US" dirty="0"/>
              <a:t> </a:t>
            </a:r>
            <a:r>
              <a:rPr lang="en-US" altLang="en-US" dirty="0" err="1"/>
              <a:t>ra</a:t>
            </a:r>
            <a:r>
              <a:rPr lang="en-US" altLang="en-US" dirty="0"/>
              <a:t> </a:t>
            </a:r>
            <a:r>
              <a:rPr lang="en-US" altLang="en-US" dirty="0" err="1"/>
              <a:t>sản</a:t>
            </a:r>
            <a:r>
              <a:rPr lang="en-US" altLang="en-US" dirty="0"/>
              <a:t> </a:t>
            </a:r>
            <a:r>
              <a:rPr lang="en-US" altLang="en-US" dirty="0" err="1"/>
              <a:t>phẩm</a:t>
            </a:r>
            <a:r>
              <a:rPr lang="en-US" altLang="en-US" dirty="0"/>
              <a:t> CNTT. </a:t>
            </a:r>
            <a:endParaRPr lang="en-US" altLang="en-US" b="1" dirty="0"/>
          </a:p>
          <a:p>
            <a:pPr marL="914400" lvl="1" indent="-457200" eaLnBrk="1" hangingPunct="1">
              <a:lnSpc>
                <a:spcPct val="90000"/>
              </a:lnSpc>
            </a:pPr>
            <a:endParaRPr lang="en-US" altLang="en-US" sz="3200" dirty="0"/>
          </a:p>
          <a:p>
            <a:pPr marL="914400" lvl="1" indent="-457200" eaLnBrk="1" hangingPunct="1">
              <a:lnSpc>
                <a:spcPct val="90000"/>
              </a:lnSpc>
              <a:buFont typeface="Wingdings" panose="05000000000000000000" pitchFamily="2" charset="2"/>
              <a:buNone/>
            </a:pPr>
            <a:endParaRPr lang="en-US" altLang="en-US" dirty="0"/>
          </a:p>
          <a:p>
            <a:pPr marL="914400" lvl="1" indent="-457200" eaLnBrk="1" hangingPunct="1">
              <a:lnSpc>
                <a:spcPct val="90000"/>
              </a:lnSpc>
            </a:pPr>
            <a:endParaRPr lang="en-US" altLang="en-US" sz="3600" dirty="0"/>
          </a:p>
          <a:p>
            <a:pPr marL="914400" lvl="1" indent="-457200" eaLnBrk="1" hangingPunct="1">
              <a:lnSpc>
                <a:spcPct val="90000"/>
              </a:lnSpc>
            </a:pPr>
            <a:endParaRPr lang="en-US" alt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C8B29BE3-C6B2-003C-65CA-5A9EAF711F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690D7A1-8BFB-424A-938F-6BBA3D031E58}" type="slidenum">
              <a:rPr lang="en-US" altLang="en-US" b="0"/>
              <a:pPr/>
              <a:t>13</a:t>
            </a:fld>
            <a:endParaRPr lang="en-US" altLang="en-US" b="0"/>
          </a:p>
        </p:txBody>
      </p:sp>
      <p:sp>
        <p:nvSpPr>
          <p:cNvPr id="15363" name="Rectangle 2">
            <a:extLst>
              <a:ext uri="{FF2B5EF4-FFF2-40B4-BE49-F238E27FC236}">
                <a16:creationId xmlns:a16="http://schemas.microsoft.com/office/drawing/2014/main" id="{F40815D7-883B-10F3-7951-DB6F8DD64876}"/>
              </a:ext>
            </a:extLst>
          </p:cNvPr>
          <p:cNvSpPr>
            <a:spLocks noGrp="1" noChangeArrowheads="1"/>
          </p:cNvSpPr>
          <p:nvPr>
            <p:ph type="title"/>
          </p:nvPr>
        </p:nvSpPr>
        <p:spPr/>
        <p:txBody>
          <a:bodyPr/>
          <a:lstStyle/>
          <a:p>
            <a:pPr eaLnBrk="1" hangingPunct="1"/>
            <a:r>
              <a:rPr lang="en-US" altLang="en-US" b="1"/>
              <a:t>DỰ ÁN</a:t>
            </a:r>
          </a:p>
        </p:txBody>
      </p:sp>
      <p:sp>
        <p:nvSpPr>
          <p:cNvPr id="15364" name="Rectangle 3">
            <a:extLst>
              <a:ext uri="{FF2B5EF4-FFF2-40B4-BE49-F238E27FC236}">
                <a16:creationId xmlns:a16="http://schemas.microsoft.com/office/drawing/2014/main" id="{AE58195E-3232-D91A-F797-C51AE7BE54EF}"/>
              </a:ext>
            </a:extLst>
          </p:cNvPr>
          <p:cNvSpPr>
            <a:spLocks noGrp="1" noChangeArrowheads="1"/>
          </p:cNvSpPr>
          <p:nvPr>
            <p:ph type="body" idx="1"/>
          </p:nvPr>
        </p:nvSpPr>
        <p:spPr>
          <a:xfrm>
            <a:off x="609600" y="1066800"/>
            <a:ext cx="8534400" cy="5029200"/>
          </a:xfrm>
        </p:spPr>
        <p:txBody>
          <a:bodyPr/>
          <a:lstStyle/>
          <a:p>
            <a:pPr marL="533400" indent="-533400" eaLnBrk="1" hangingPunct="1">
              <a:buSzTx/>
              <a:buFont typeface="Wingdings" panose="05000000000000000000" pitchFamily="2" charset="2"/>
              <a:buAutoNum type="arabicPeriod"/>
            </a:pPr>
            <a:endParaRPr lang="en-US" altLang="en-US" sz="3600"/>
          </a:p>
          <a:p>
            <a:pPr marL="533400" indent="-533400" eaLnBrk="1" hangingPunct="1"/>
            <a:r>
              <a:rPr lang="en-US" altLang="en-US" b="1">
                <a:solidFill>
                  <a:srgbClr val="FF0066"/>
                </a:solidFill>
              </a:rPr>
              <a:t>Các ví dụ Dự án CNTT</a:t>
            </a:r>
          </a:p>
          <a:p>
            <a:pPr marL="914400" lvl="1" indent="-457200" eaLnBrk="1" hangingPunct="1"/>
            <a:r>
              <a:rPr lang="en-US" altLang="en-US"/>
              <a:t>Nhiều công ty nâng cấp phần cứng, phần mềm thông qua các dự án.</a:t>
            </a:r>
          </a:p>
          <a:p>
            <a:pPr marL="914400" lvl="1" indent="-457200" eaLnBrk="1" hangingPunct="1"/>
            <a:r>
              <a:rPr lang="en-US" altLang="en-US"/>
              <a:t>Các công ty phát triển phần mềm hay mở rộng các hệ thống hiện có nhằm thực hiện nhiều chức năng kinh doanh.</a:t>
            </a:r>
            <a:endParaRPr lang="en-US" altLang="en-US" b="1"/>
          </a:p>
          <a:p>
            <a:pPr marL="914400" lvl="1" indent="-457200" eaLnBrk="1" hangingPunct="1"/>
            <a:r>
              <a:rPr lang="en-US" altLang="en-US"/>
              <a:t>Dự án xây dựng hệ thống tính cước &amp; chăm sóc khách hàng tại các bưu điện Tỉnh/Thành.</a:t>
            </a:r>
            <a:endParaRPr lang="en-US" altLang="en-US" sz="3200"/>
          </a:p>
          <a:p>
            <a:pPr marL="914400" lvl="1" indent="-457200" eaLnBrk="1" hangingPunct="1">
              <a:buFont typeface="Wingdings" panose="05000000000000000000" pitchFamily="2" charset="2"/>
              <a:buNone/>
            </a:pPr>
            <a:endParaRPr lang="en-US" altLang="en-US"/>
          </a:p>
          <a:p>
            <a:pPr marL="914400" lvl="1" indent="-457200" eaLnBrk="1" hangingPunct="1"/>
            <a:endParaRPr lang="en-US" altLang="en-US" sz="3600"/>
          </a:p>
          <a:p>
            <a:pPr marL="914400" lvl="1" indent="-457200" eaLnBrk="1" hangingPunct="1"/>
            <a:endParaRPr lang="en-US" altLang="en-US" sz="3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24B2D820-05E2-559B-85C6-904F074A43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CA1F2FA9-08CC-4C1A-87DD-FF3548E63FFA}" type="slidenum">
              <a:rPr lang="en-US" altLang="en-US" b="0"/>
              <a:pPr/>
              <a:t>14</a:t>
            </a:fld>
            <a:endParaRPr lang="en-US" altLang="en-US" b="0"/>
          </a:p>
        </p:txBody>
      </p:sp>
      <p:sp>
        <p:nvSpPr>
          <p:cNvPr id="16387" name="Rectangle 2">
            <a:extLst>
              <a:ext uri="{FF2B5EF4-FFF2-40B4-BE49-F238E27FC236}">
                <a16:creationId xmlns:a16="http://schemas.microsoft.com/office/drawing/2014/main" id="{CC7A0464-6D7B-0518-24F6-EF85A786DB81}"/>
              </a:ext>
            </a:extLst>
          </p:cNvPr>
          <p:cNvSpPr>
            <a:spLocks noGrp="1" noChangeArrowheads="1"/>
          </p:cNvSpPr>
          <p:nvPr>
            <p:ph type="title"/>
          </p:nvPr>
        </p:nvSpPr>
        <p:spPr/>
        <p:txBody>
          <a:bodyPr/>
          <a:lstStyle/>
          <a:p>
            <a:pPr eaLnBrk="1" hangingPunct="1"/>
            <a:r>
              <a:rPr lang="en-US" altLang="en-US" b="1"/>
              <a:t>QUẢN LÝ DỰ ÁN</a:t>
            </a:r>
          </a:p>
        </p:txBody>
      </p:sp>
      <p:sp>
        <p:nvSpPr>
          <p:cNvPr id="16388" name="Rectangle 3">
            <a:extLst>
              <a:ext uri="{FF2B5EF4-FFF2-40B4-BE49-F238E27FC236}">
                <a16:creationId xmlns:a16="http://schemas.microsoft.com/office/drawing/2014/main" id="{D029CA4A-7905-B196-C31A-8A8C4D96F26F}"/>
              </a:ext>
            </a:extLst>
          </p:cNvPr>
          <p:cNvSpPr>
            <a:spLocks noGrp="1" noChangeArrowheads="1"/>
          </p:cNvSpPr>
          <p:nvPr>
            <p:ph type="body" idx="1"/>
          </p:nvPr>
        </p:nvSpPr>
        <p:spPr>
          <a:xfrm>
            <a:off x="609600" y="10668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800"/>
          </a:p>
          <a:p>
            <a:pPr marL="533400" indent="-533400" eaLnBrk="1" hangingPunct="1">
              <a:lnSpc>
                <a:spcPct val="90000"/>
              </a:lnSpc>
            </a:pPr>
            <a:r>
              <a:rPr lang="en-US" altLang="en-US" sz="2800" b="1">
                <a:solidFill>
                  <a:srgbClr val="FF0066"/>
                </a:solidFill>
              </a:rPr>
              <a:t>Quản lý dự án là gì?</a:t>
            </a:r>
          </a:p>
          <a:p>
            <a:pPr marL="914400" lvl="1" indent="-457200" eaLnBrk="1" hangingPunct="1">
              <a:lnSpc>
                <a:spcPct val="90000"/>
              </a:lnSpc>
            </a:pPr>
            <a:r>
              <a:rPr lang="en-US" altLang="en-US" sz="2400"/>
              <a:t>Theo PMBOK® Guide 2004 định nghĩa: “</a:t>
            </a:r>
            <a:r>
              <a:rPr lang="en-US" altLang="en-US" sz="2400" i="1"/>
              <a:t>Quản lý dự án là ứng dụng kiến thức, kỹ năng, công cụ và kỹ thuật vào các hoạt động dự án để thoả mãn các yêu cầu của dự án</a:t>
            </a:r>
            <a:r>
              <a:rPr lang="en-US" altLang="en-US" sz="2400"/>
              <a:t>” </a:t>
            </a:r>
          </a:p>
          <a:p>
            <a:pPr marL="914400" lvl="1" indent="-457200" eaLnBrk="1" hangingPunct="1">
              <a:lnSpc>
                <a:spcPct val="90000"/>
              </a:lnSpc>
            </a:pPr>
            <a:r>
              <a:rPr lang="en-US" altLang="en-US" sz="2400"/>
              <a:t>Xét theo khía cạnh khác, quản lý dự án là một quá trình </a:t>
            </a:r>
            <a:r>
              <a:rPr lang="en-US" altLang="en-US" sz="2400">
                <a:solidFill>
                  <a:srgbClr val="2ADF21"/>
                </a:solidFill>
              </a:rPr>
              <a:t>lập kế hoạch, điều phối thời gian, nguồn lực và giám sát quá trình phát triển </a:t>
            </a:r>
            <a:r>
              <a:rPr lang="en-US" altLang="en-US" sz="2400"/>
              <a:t>của dự án nhằm đảm bảo dự án hoàn thành </a:t>
            </a:r>
            <a:r>
              <a:rPr lang="en-US" altLang="en-US" sz="2400">
                <a:solidFill>
                  <a:schemeClr val="folHlink"/>
                </a:solidFill>
              </a:rPr>
              <a:t>đúng thời gian</a:t>
            </a:r>
            <a:r>
              <a:rPr lang="en-US" altLang="en-US" sz="2400"/>
              <a:t>, </a:t>
            </a:r>
            <a:r>
              <a:rPr lang="en-US" altLang="en-US" sz="2400">
                <a:solidFill>
                  <a:schemeClr val="folHlink"/>
                </a:solidFill>
              </a:rPr>
              <a:t>trong phạm vi ngân sách được duyệt</a:t>
            </a:r>
            <a:r>
              <a:rPr lang="en-US" altLang="en-US" sz="2400"/>
              <a:t> và </a:t>
            </a:r>
            <a:r>
              <a:rPr lang="en-US" altLang="en-US" sz="2400">
                <a:solidFill>
                  <a:schemeClr val="folHlink"/>
                </a:solidFill>
              </a:rPr>
              <a:t>đạt được yêu cầu đã định về kỹ thuật, chất lượng</a:t>
            </a:r>
            <a:r>
              <a:rPr lang="en-US" altLang="en-US" sz="2400"/>
              <a:t> của sản phẩm, dịch vụ bằng các </a:t>
            </a:r>
            <a:r>
              <a:rPr lang="en-US" altLang="en-US" sz="2400">
                <a:solidFill>
                  <a:srgbClr val="EA2A16"/>
                </a:solidFill>
              </a:rPr>
              <a:t>phương pháp</a:t>
            </a:r>
            <a:r>
              <a:rPr lang="en-US" altLang="en-US" sz="2400"/>
              <a:t> và </a:t>
            </a:r>
            <a:r>
              <a:rPr lang="en-US" altLang="en-US" sz="2400">
                <a:solidFill>
                  <a:srgbClr val="EA2A16"/>
                </a:solidFill>
              </a:rPr>
              <a:t>điều kiện</a:t>
            </a:r>
            <a:r>
              <a:rPr lang="en-US" altLang="en-US" sz="2400"/>
              <a:t> tốt nhất cho phép. </a:t>
            </a:r>
          </a:p>
          <a:p>
            <a:pPr marL="914400" lvl="1" indent="-457200" eaLnBrk="1" hangingPunct="1">
              <a:lnSpc>
                <a:spcPct val="90000"/>
              </a:lnSpc>
              <a:buFont typeface="Wingdings" panose="05000000000000000000" pitchFamily="2" charset="2"/>
              <a:buNone/>
            </a:pPr>
            <a:endParaRPr lang="en-US" altLang="en-US" sz="2400"/>
          </a:p>
          <a:p>
            <a:pPr marL="914400" lvl="1" indent="-457200" eaLnBrk="1" hangingPunct="1">
              <a:lnSpc>
                <a:spcPct val="90000"/>
              </a:lnSpc>
            </a:pPr>
            <a:endParaRPr lang="en-US" altLang="en-US"/>
          </a:p>
          <a:p>
            <a:pPr marL="914400" lvl="1" indent="-457200" eaLnBrk="1" hangingPunct="1">
              <a:lnSpc>
                <a:spcPct val="90000"/>
              </a:lnSpc>
            </a:pP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4F414F5D-555F-0947-AF35-2EA85D15DD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B5960B7-161F-43BF-86D9-8EDEDB37EFAC}" type="slidenum">
              <a:rPr lang="en-US" altLang="en-US" b="0"/>
              <a:pPr/>
              <a:t>15</a:t>
            </a:fld>
            <a:endParaRPr lang="en-US" altLang="en-US" b="0"/>
          </a:p>
        </p:txBody>
      </p:sp>
      <p:pic>
        <p:nvPicPr>
          <p:cNvPr id="17411" name="Picture 4">
            <a:extLst>
              <a:ext uri="{FF2B5EF4-FFF2-40B4-BE49-F238E27FC236}">
                <a16:creationId xmlns:a16="http://schemas.microsoft.com/office/drawing/2014/main" id="{05662EA7-321F-6E22-F98D-396F9D2CA4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75" y="2286000"/>
            <a:ext cx="29051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2">
            <a:extLst>
              <a:ext uri="{FF2B5EF4-FFF2-40B4-BE49-F238E27FC236}">
                <a16:creationId xmlns:a16="http://schemas.microsoft.com/office/drawing/2014/main" id="{8763D228-D587-5B48-C5F0-A759A0A9B598}"/>
              </a:ext>
            </a:extLst>
          </p:cNvPr>
          <p:cNvSpPr>
            <a:spLocks noGrp="1" noChangeArrowheads="1"/>
          </p:cNvSpPr>
          <p:nvPr>
            <p:ph type="title"/>
          </p:nvPr>
        </p:nvSpPr>
        <p:spPr/>
        <p:txBody>
          <a:bodyPr/>
          <a:lstStyle/>
          <a:p>
            <a:pPr eaLnBrk="1" hangingPunct="1"/>
            <a:r>
              <a:rPr lang="en-US" altLang="en-US" b="1"/>
              <a:t>QUẢN LÝ DỰ ÁN</a:t>
            </a:r>
          </a:p>
        </p:txBody>
      </p:sp>
      <p:sp>
        <p:nvSpPr>
          <p:cNvPr id="17413" name="Rectangle 3">
            <a:extLst>
              <a:ext uri="{FF2B5EF4-FFF2-40B4-BE49-F238E27FC236}">
                <a16:creationId xmlns:a16="http://schemas.microsoft.com/office/drawing/2014/main" id="{4B547060-3A74-17E3-79B7-F164922E706B}"/>
              </a:ext>
            </a:extLst>
          </p:cNvPr>
          <p:cNvSpPr>
            <a:spLocks noGrp="1" noChangeArrowheads="1"/>
          </p:cNvSpPr>
          <p:nvPr>
            <p:ph type="body" idx="1"/>
          </p:nvPr>
        </p:nvSpPr>
        <p:spPr>
          <a:xfrm>
            <a:off x="609600" y="1066800"/>
            <a:ext cx="5486400" cy="54864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Mục tiêu của QLDA</a:t>
            </a:r>
          </a:p>
          <a:p>
            <a:pPr marL="914400" lvl="1" indent="-457200" eaLnBrk="1" hangingPunct="1"/>
            <a:r>
              <a:rPr lang="en-US" altLang="en-US" sz="2000"/>
              <a:t>Hoàn thành các công việc dự án theo đúng </a:t>
            </a:r>
            <a:r>
              <a:rPr lang="en-US" altLang="en-US" sz="2000" b="1"/>
              <a:t>yêu cầu </a:t>
            </a:r>
            <a:r>
              <a:rPr lang="en-US" altLang="en-US" sz="2000"/>
              <a:t>&amp; </a:t>
            </a:r>
            <a:r>
              <a:rPr lang="en-US" altLang="en-US" sz="2000" b="1"/>
              <a:t>chất lượng</a:t>
            </a:r>
            <a:r>
              <a:rPr lang="en-US" altLang="en-US" sz="2000"/>
              <a:t>, trong phạm vi </a:t>
            </a:r>
            <a:r>
              <a:rPr lang="en-US" altLang="en-US" sz="2000" b="1"/>
              <a:t>ngân sách </a:t>
            </a:r>
            <a:r>
              <a:rPr lang="en-US" altLang="en-US" sz="2000"/>
              <a:t>được duyệt và theo đúng </a:t>
            </a:r>
            <a:r>
              <a:rPr lang="en-US" altLang="en-US" sz="2000" b="1"/>
              <a:t>tiến độ thời gian </a:t>
            </a:r>
            <a:r>
              <a:rPr lang="en-US" altLang="en-US" sz="2000"/>
              <a:t>cho phép.</a:t>
            </a:r>
          </a:p>
          <a:p>
            <a:pPr marL="914400" lvl="1" indent="-457200" eaLnBrk="1" hangingPunct="1"/>
            <a:r>
              <a:rPr lang="en-US" altLang="en-US" sz="2000"/>
              <a:t>Ba yếu tố thời gian, nguồn lực (chi phí, nguồn nhân lực …) và chất lượng có mối quan hệ chặt chẽ với nhau. </a:t>
            </a:r>
          </a:p>
          <a:p>
            <a:pPr marL="914400" lvl="1" indent="-457200" eaLnBrk="1" hangingPunct="1"/>
            <a:r>
              <a:rPr lang="en-US" altLang="en-US" sz="2000"/>
              <a:t>Tầm quan trọng của từng mục tiêu có thể khác nhau giữa các dự án, giữa các thời kỳ đối với từng dự án  </a:t>
            </a:r>
            <a:r>
              <a:rPr lang="en-US" altLang="en-US" sz="2000">
                <a:sym typeface="Wingdings" panose="05000000000000000000" pitchFamily="2" charset="2"/>
              </a:rPr>
              <a:t> </a:t>
            </a:r>
            <a:r>
              <a:rPr lang="en-US" altLang="en-US" sz="2000"/>
              <a:t>để đạt được tốt mục tiêu này phải hi sinh một trong hai mục tiêu kia (trade off)</a:t>
            </a:r>
          </a:p>
          <a:p>
            <a:pPr marL="914400" lvl="1" indent="-457200" eaLnBrk="1" hangingPunct="1">
              <a:buFont typeface="Wingdings" panose="05000000000000000000" pitchFamily="2" charset="2"/>
              <a:buNone/>
            </a:pPr>
            <a:endParaRPr lang="en-US" altLang="en-US" sz="2000"/>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C9288ADE-BD21-3F03-0CA3-DC0A575A45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FD079C1-0FB3-4975-B6C9-C6A083723945}" type="slidenum">
              <a:rPr lang="en-US" altLang="en-US" b="0"/>
              <a:pPr/>
              <a:t>16</a:t>
            </a:fld>
            <a:endParaRPr lang="en-US" altLang="en-US" b="0"/>
          </a:p>
        </p:txBody>
      </p:sp>
      <p:sp>
        <p:nvSpPr>
          <p:cNvPr id="18435" name="Rectangle 3">
            <a:extLst>
              <a:ext uri="{FF2B5EF4-FFF2-40B4-BE49-F238E27FC236}">
                <a16:creationId xmlns:a16="http://schemas.microsoft.com/office/drawing/2014/main" id="{FF5F2200-8CB8-3944-5803-F15694ACC186}"/>
              </a:ext>
            </a:extLst>
          </p:cNvPr>
          <p:cNvSpPr>
            <a:spLocks noGrp="1" noChangeArrowheads="1"/>
          </p:cNvSpPr>
          <p:nvPr>
            <p:ph type="title"/>
          </p:nvPr>
        </p:nvSpPr>
        <p:spPr/>
        <p:txBody>
          <a:bodyPr/>
          <a:lstStyle/>
          <a:p>
            <a:pPr eaLnBrk="1" hangingPunct="1"/>
            <a:r>
              <a:rPr lang="en-US" altLang="en-US" b="1"/>
              <a:t>QUẢN LÝ DỰ ÁN</a:t>
            </a:r>
          </a:p>
        </p:txBody>
      </p:sp>
      <p:sp>
        <p:nvSpPr>
          <p:cNvPr id="18436" name="Rectangle 4">
            <a:extLst>
              <a:ext uri="{FF2B5EF4-FFF2-40B4-BE49-F238E27FC236}">
                <a16:creationId xmlns:a16="http://schemas.microsoft.com/office/drawing/2014/main" id="{61ED13EF-75A0-FDF6-41DB-6F95201DA1EB}"/>
              </a:ext>
            </a:extLst>
          </p:cNvPr>
          <p:cNvSpPr>
            <a:spLocks noGrp="1" noChangeArrowheads="1"/>
          </p:cNvSpPr>
          <p:nvPr>
            <p:ph type="body" idx="1"/>
          </p:nvPr>
        </p:nvSpPr>
        <p:spPr>
          <a:xfrm>
            <a:off x="0" y="1143000"/>
            <a:ext cx="4953000" cy="54864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r>
              <a:rPr lang="en-US" altLang="en-US" sz="2400" b="1">
                <a:solidFill>
                  <a:srgbClr val="FF0066"/>
                </a:solidFill>
              </a:rPr>
              <a:t>Tiêu chuẩn đánh giá QLDA</a:t>
            </a:r>
          </a:p>
          <a:p>
            <a:pPr marL="914400" lvl="1" indent="-457200" eaLnBrk="1" hangingPunct="1"/>
            <a:r>
              <a:rPr lang="en-US" altLang="en-US" sz="2000"/>
              <a:t>Hoàn thành trong thời hạn quy định</a:t>
            </a:r>
          </a:p>
          <a:p>
            <a:pPr marL="914400" lvl="1" indent="-457200" eaLnBrk="1" hangingPunct="1"/>
            <a:r>
              <a:rPr lang="en-US" altLang="en-US" sz="2000"/>
              <a:t>Hoàn thành trong chi phí cho phép</a:t>
            </a:r>
          </a:p>
          <a:p>
            <a:pPr marL="914400" lvl="1" indent="-457200" eaLnBrk="1" hangingPunct="1"/>
            <a:r>
              <a:rPr lang="en-US" altLang="en-US" sz="2000"/>
              <a:t>Đạt được thành quả mong muốn</a:t>
            </a:r>
          </a:p>
          <a:p>
            <a:pPr marL="914400" lvl="1" indent="-457200" eaLnBrk="1" hangingPunct="1"/>
            <a:r>
              <a:rPr lang="en-US" altLang="en-US" sz="2000"/>
              <a:t>Sử dụng nguồn lực được giao một cách: </a:t>
            </a:r>
          </a:p>
          <a:p>
            <a:pPr marL="1295400" lvl="2" indent="-381000" eaLnBrk="1" hangingPunct="1"/>
            <a:r>
              <a:rPr lang="en-US" altLang="en-US" sz="1800"/>
              <a:t>Hiệu quả (</a:t>
            </a:r>
            <a:r>
              <a:rPr lang="en-US" altLang="en-US" sz="1800">
                <a:solidFill>
                  <a:schemeClr val="folHlink"/>
                </a:solidFill>
              </a:rPr>
              <a:t>Effectiveness</a:t>
            </a:r>
            <a:r>
              <a:rPr lang="en-US" altLang="en-US" sz="1800"/>
              <a:t>) </a:t>
            </a:r>
          </a:p>
          <a:p>
            <a:pPr marL="1295400" lvl="2" indent="-381000" eaLnBrk="1" hangingPunct="1"/>
            <a:r>
              <a:rPr lang="en-US" altLang="en-US" sz="1800"/>
              <a:t>Hữu hiệu (</a:t>
            </a:r>
            <a:r>
              <a:rPr lang="en-US" altLang="en-US" sz="1800">
                <a:solidFill>
                  <a:schemeClr val="folHlink"/>
                </a:solidFill>
              </a:rPr>
              <a:t>Efficiency</a:t>
            </a:r>
            <a:r>
              <a:rPr lang="en-US" altLang="en-US" sz="1800"/>
              <a:t>)</a:t>
            </a:r>
          </a:p>
          <a:p>
            <a:pPr marL="914400" lvl="1" indent="-457200" eaLnBrk="1" hangingPunct="1"/>
            <a:endParaRPr lang="en-US" altLang="en-US" sz="2000"/>
          </a:p>
          <a:p>
            <a:pPr marL="914400" lvl="1" indent="-457200" eaLnBrk="1" hangingPunct="1"/>
            <a:endParaRPr lang="en-US" altLang="en-US" sz="2000"/>
          </a:p>
          <a:p>
            <a:pPr marL="914400" lvl="1" indent="-457200" eaLnBrk="1" hangingPunct="1"/>
            <a:endParaRPr lang="en-US" altLang="en-US" sz="3200"/>
          </a:p>
        </p:txBody>
      </p:sp>
      <p:grpSp>
        <p:nvGrpSpPr>
          <p:cNvPr id="18437" name="Group 6">
            <a:extLst>
              <a:ext uri="{FF2B5EF4-FFF2-40B4-BE49-F238E27FC236}">
                <a16:creationId xmlns:a16="http://schemas.microsoft.com/office/drawing/2014/main" id="{46B332B3-2C1A-DE3A-2684-1FA84F0B8E98}"/>
              </a:ext>
            </a:extLst>
          </p:cNvPr>
          <p:cNvGrpSpPr>
            <a:grpSpLocks/>
          </p:cNvGrpSpPr>
          <p:nvPr/>
        </p:nvGrpSpPr>
        <p:grpSpPr bwMode="auto">
          <a:xfrm>
            <a:off x="4572000" y="2133600"/>
            <a:ext cx="4648200" cy="4267200"/>
            <a:chOff x="2592" y="4320"/>
            <a:chExt cx="7488" cy="4896"/>
          </a:xfrm>
        </p:grpSpPr>
        <p:sp>
          <p:nvSpPr>
            <p:cNvPr id="18438" name="Rectangle 7">
              <a:extLst>
                <a:ext uri="{FF2B5EF4-FFF2-40B4-BE49-F238E27FC236}">
                  <a16:creationId xmlns:a16="http://schemas.microsoft.com/office/drawing/2014/main" id="{74A1702F-03B4-A6AE-0840-4E3870145234}"/>
                </a:ext>
              </a:extLst>
            </p:cNvPr>
            <p:cNvSpPr>
              <a:spLocks noChangeArrowheads="1"/>
            </p:cNvSpPr>
            <p:nvPr/>
          </p:nvSpPr>
          <p:spPr bwMode="auto">
            <a:xfrm>
              <a:off x="4464" y="6624"/>
              <a:ext cx="2304" cy="1440"/>
            </a:xfrm>
            <a:prstGeom prst="rect">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8439" name="AutoShape 8">
              <a:extLst>
                <a:ext uri="{FF2B5EF4-FFF2-40B4-BE49-F238E27FC236}">
                  <a16:creationId xmlns:a16="http://schemas.microsoft.com/office/drawing/2014/main" id="{4AEEBB77-8CDC-3F85-8541-86BEA2C5BA8A}"/>
                </a:ext>
              </a:extLst>
            </p:cNvPr>
            <p:cNvSpPr>
              <a:spLocks noChangeArrowheads="1"/>
            </p:cNvSpPr>
            <p:nvPr/>
          </p:nvSpPr>
          <p:spPr bwMode="auto">
            <a:xfrm>
              <a:off x="4464" y="5616"/>
              <a:ext cx="3024" cy="1008"/>
            </a:xfrm>
            <a:prstGeom prst="parallelogram">
              <a:avLst>
                <a:gd name="adj" fmla="val 75000"/>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8440" name="AutoShape 9">
              <a:extLst>
                <a:ext uri="{FF2B5EF4-FFF2-40B4-BE49-F238E27FC236}">
                  <a16:creationId xmlns:a16="http://schemas.microsoft.com/office/drawing/2014/main" id="{BCAD3837-2E1C-BF8C-744F-7959004E500C}"/>
                </a:ext>
              </a:extLst>
            </p:cNvPr>
            <p:cNvSpPr>
              <a:spLocks noChangeArrowheads="1"/>
            </p:cNvSpPr>
            <p:nvPr/>
          </p:nvSpPr>
          <p:spPr bwMode="auto">
            <a:xfrm>
              <a:off x="4464" y="7056"/>
              <a:ext cx="3024" cy="1008"/>
            </a:xfrm>
            <a:prstGeom prst="parallelogram">
              <a:avLst>
                <a:gd name="adj" fmla="val 75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8441" name="Line 10">
              <a:extLst>
                <a:ext uri="{FF2B5EF4-FFF2-40B4-BE49-F238E27FC236}">
                  <a16:creationId xmlns:a16="http://schemas.microsoft.com/office/drawing/2014/main" id="{2D45D2D6-D334-AB77-6222-EC471F4107CA}"/>
                </a:ext>
              </a:extLst>
            </p:cNvPr>
            <p:cNvSpPr>
              <a:spLocks noChangeShapeType="1"/>
            </p:cNvSpPr>
            <p:nvPr/>
          </p:nvSpPr>
          <p:spPr bwMode="auto">
            <a:xfrm>
              <a:off x="7488" y="5616"/>
              <a:ext cx="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11">
              <a:extLst>
                <a:ext uri="{FF2B5EF4-FFF2-40B4-BE49-F238E27FC236}">
                  <a16:creationId xmlns:a16="http://schemas.microsoft.com/office/drawing/2014/main" id="{4AE703D5-9F0D-8027-9C50-434C51947645}"/>
                </a:ext>
              </a:extLst>
            </p:cNvPr>
            <p:cNvSpPr>
              <a:spLocks noChangeShapeType="1"/>
            </p:cNvSpPr>
            <p:nvPr/>
          </p:nvSpPr>
          <p:spPr bwMode="auto">
            <a:xfrm flipV="1">
              <a:off x="5243" y="4608"/>
              <a:ext cx="0" cy="244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3" name="Line 12">
              <a:extLst>
                <a:ext uri="{FF2B5EF4-FFF2-40B4-BE49-F238E27FC236}">
                  <a16:creationId xmlns:a16="http://schemas.microsoft.com/office/drawing/2014/main" id="{0D308538-E255-0177-40C8-0CB4E297C554}"/>
                </a:ext>
              </a:extLst>
            </p:cNvPr>
            <p:cNvSpPr>
              <a:spLocks noChangeShapeType="1"/>
            </p:cNvSpPr>
            <p:nvPr/>
          </p:nvSpPr>
          <p:spPr bwMode="auto">
            <a:xfrm>
              <a:off x="5218" y="7056"/>
              <a:ext cx="3456"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4" name="Line 13">
              <a:extLst>
                <a:ext uri="{FF2B5EF4-FFF2-40B4-BE49-F238E27FC236}">
                  <a16:creationId xmlns:a16="http://schemas.microsoft.com/office/drawing/2014/main" id="{BF5A06E2-08B7-D412-97C2-D6718AD42076}"/>
                </a:ext>
              </a:extLst>
            </p:cNvPr>
            <p:cNvSpPr>
              <a:spLocks noChangeShapeType="1"/>
            </p:cNvSpPr>
            <p:nvPr/>
          </p:nvSpPr>
          <p:spPr bwMode="auto">
            <a:xfrm flipH="1">
              <a:off x="3829" y="7039"/>
              <a:ext cx="1389" cy="18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5" name="Text Box 14">
              <a:extLst>
                <a:ext uri="{FF2B5EF4-FFF2-40B4-BE49-F238E27FC236}">
                  <a16:creationId xmlns:a16="http://schemas.microsoft.com/office/drawing/2014/main" id="{4E9D7AAE-C044-93F0-C579-5611B730DADB}"/>
                </a:ext>
              </a:extLst>
            </p:cNvPr>
            <p:cNvSpPr txBox="1">
              <a:spLocks noChangeArrowheads="1"/>
            </p:cNvSpPr>
            <p:nvPr/>
          </p:nvSpPr>
          <p:spPr bwMode="auto">
            <a:xfrm>
              <a:off x="8640" y="6768"/>
              <a:ext cx="144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800000"/>
                  </a:solidFill>
                  <a:latin typeface="VNI-Times" pitchFamily="2" charset="0"/>
                </a:rPr>
                <a:t>Chi phí</a:t>
              </a:r>
            </a:p>
            <a:p>
              <a:pPr algn="l"/>
              <a:endParaRPr lang="en-US" altLang="en-US" sz="1400">
                <a:solidFill>
                  <a:srgbClr val="800000"/>
                </a:solidFill>
                <a:latin typeface="VNI-Times" pitchFamily="2" charset="0"/>
              </a:endParaRPr>
            </a:p>
          </p:txBody>
        </p:sp>
        <p:sp>
          <p:nvSpPr>
            <p:cNvPr id="18446" name="Text Box 15">
              <a:extLst>
                <a:ext uri="{FF2B5EF4-FFF2-40B4-BE49-F238E27FC236}">
                  <a16:creationId xmlns:a16="http://schemas.microsoft.com/office/drawing/2014/main" id="{47BEAEDD-7289-8234-D7CD-766011A9F5F8}"/>
                </a:ext>
              </a:extLst>
            </p:cNvPr>
            <p:cNvSpPr txBox="1">
              <a:spLocks noChangeArrowheads="1"/>
            </p:cNvSpPr>
            <p:nvPr/>
          </p:nvSpPr>
          <p:spPr bwMode="auto">
            <a:xfrm>
              <a:off x="4032" y="8640"/>
              <a:ext cx="144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800000"/>
                  </a:solidFill>
                  <a:latin typeface="VNI-Times" pitchFamily="2" charset="0"/>
                </a:rPr>
                <a:t>Thôøi gian</a:t>
              </a:r>
            </a:p>
            <a:p>
              <a:pPr algn="l"/>
              <a:endParaRPr lang="en-US" altLang="en-US" sz="1400">
                <a:solidFill>
                  <a:srgbClr val="800000"/>
                </a:solidFill>
                <a:latin typeface="VNI-Times" pitchFamily="2" charset="0"/>
              </a:endParaRPr>
            </a:p>
          </p:txBody>
        </p:sp>
        <p:sp>
          <p:nvSpPr>
            <p:cNvPr id="18447" name="Text Box 16">
              <a:extLst>
                <a:ext uri="{FF2B5EF4-FFF2-40B4-BE49-F238E27FC236}">
                  <a16:creationId xmlns:a16="http://schemas.microsoft.com/office/drawing/2014/main" id="{EF7B575A-5A0F-3008-00EB-10CC686BCFC0}"/>
                </a:ext>
              </a:extLst>
            </p:cNvPr>
            <p:cNvSpPr txBox="1">
              <a:spLocks noChangeArrowheads="1"/>
            </p:cNvSpPr>
            <p:nvPr/>
          </p:nvSpPr>
          <p:spPr bwMode="auto">
            <a:xfrm>
              <a:off x="3600" y="4320"/>
              <a:ext cx="172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800000"/>
                  </a:solidFill>
                  <a:latin typeface="VNI-Times" pitchFamily="2" charset="0"/>
                </a:rPr>
                <a:t>Thaønh quaû</a:t>
              </a:r>
            </a:p>
            <a:p>
              <a:pPr algn="l"/>
              <a:endParaRPr lang="en-US" altLang="en-US" sz="1400">
                <a:solidFill>
                  <a:srgbClr val="800000"/>
                </a:solidFill>
                <a:latin typeface="VNI-Times" pitchFamily="2" charset="0"/>
              </a:endParaRPr>
            </a:p>
          </p:txBody>
        </p:sp>
        <p:sp>
          <p:nvSpPr>
            <p:cNvPr id="18448" name="Line 17">
              <a:extLst>
                <a:ext uri="{FF2B5EF4-FFF2-40B4-BE49-F238E27FC236}">
                  <a16:creationId xmlns:a16="http://schemas.microsoft.com/office/drawing/2014/main" id="{9D76ABF8-76CF-9CB3-4918-60DA2CF3CBE4}"/>
                </a:ext>
              </a:extLst>
            </p:cNvPr>
            <p:cNvSpPr>
              <a:spLocks noChangeShapeType="1"/>
            </p:cNvSpPr>
            <p:nvPr/>
          </p:nvSpPr>
          <p:spPr bwMode="auto">
            <a:xfrm flipV="1">
              <a:off x="7488" y="7056"/>
              <a:ext cx="0"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Text Box 18">
              <a:extLst>
                <a:ext uri="{FF2B5EF4-FFF2-40B4-BE49-F238E27FC236}">
                  <a16:creationId xmlns:a16="http://schemas.microsoft.com/office/drawing/2014/main" id="{EC0423BD-EAFF-2549-BF4F-C589F820D6D8}"/>
                </a:ext>
              </a:extLst>
            </p:cNvPr>
            <p:cNvSpPr txBox="1">
              <a:spLocks noChangeArrowheads="1"/>
            </p:cNvSpPr>
            <p:nvPr/>
          </p:nvSpPr>
          <p:spPr bwMode="auto">
            <a:xfrm>
              <a:off x="7200" y="7344"/>
              <a:ext cx="1584"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003399"/>
                  </a:solidFill>
                  <a:latin typeface="VNI-Times" pitchFamily="2" charset="0"/>
                </a:rPr>
                <a:t>Ngaân saùch cho pheùp</a:t>
              </a:r>
            </a:p>
            <a:p>
              <a:pPr algn="l"/>
              <a:endParaRPr lang="en-US" altLang="en-US" sz="1400" b="0">
                <a:solidFill>
                  <a:srgbClr val="003399"/>
                </a:solidFill>
                <a:latin typeface="VNI-Times" pitchFamily="2" charset="0"/>
              </a:endParaRPr>
            </a:p>
          </p:txBody>
        </p:sp>
        <p:sp>
          <p:nvSpPr>
            <p:cNvPr id="18450" name="Line 19">
              <a:extLst>
                <a:ext uri="{FF2B5EF4-FFF2-40B4-BE49-F238E27FC236}">
                  <a16:creationId xmlns:a16="http://schemas.microsoft.com/office/drawing/2014/main" id="{45CA465A-B6D8-FBC7-587E-E763278A15B6}"/>
                </a:ext>
              </a:extLst>
            </p:cNvPr>
            <p:cNvSpPr>
              <a:spLocks noChangeShapeType="1"/>
            </p:cNvSpPr>
            <p:nvPr/>
          </p:nvSpPr>
          <p:spPr bwMode="auto">
            <a:xfrm>
              <a:off x="4032" y="8064"/>
              <a:ext cx="43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1" name="Text Box 20">
              <a:extLst>
                <a:ext uri="{FF2B5EF4-FFF2-40B4-BE49-F238E27FC236}">
                  <a16:creationId xmlns:a16="http://schemas.microsoft.com/office/drawing/2014/main" id="{D7AB7B86-A5A4-0EC9-7311-F5D3156CC50B}"/>
                </a:ext>
              </a:extLst>
            </p:cNvPr>
            <p:cNvSpPr txBox="1">
              <a:spLocks noChangeArrowheads="1"/>
            </p:cNvSpPr>
            <p:nvPr/>
          </p:nvSpPr>
          <p:spPr bwMode="auto">
            <a:xfrm>
              <a:off x="2592" y="7632"/>
              <a:ext cx="1440"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003399"/>
                  </a:solidFill>
                  <a:latin typeface="VNI-Times" pitchFamily="2" charset="0"/>
                </a:rPr>
                <a:t>Thôøi haïn</a:t>
              </a:r>
            </a:p>
            <a:p>
              <a:pPr algn="l"/>
              <a:r>
                <a:rPr lang="en-US" altLang="en-US" sz="1400">
                  <a:solidFill>
                    <a:srgbClr val="003399"/>
                  </a:solidFill>
                  <a:latin typeface="VNI-Times" pitchFamily="2" charset="0"/>
                </a:rPr>
                <a:t>quy ñònh</a:t>
              </a:r>
              <a:endParaRPr lang="en-US" altLang="en-US" sz="1400" b="0">
                <a:solidFill>
                  <a:srgbClr val="003399"/>
                </a:solidFill>
                <a:latin typeface="VNI-Times" pitchFamily="2" charset="0"/>
              </a:endParaRPr>
            </a:p>
          </p:txBody>
        </p:sp>
        <p:sp>
          <p:nvSpPr>
            <p:cNvPr id="18452" name="Line 21">
              <a:extLst>
                <a:ext uri="{FF2B5EF4-FFF2-40B4-BE49-F238E27FC236}">
                  <a16:creationId xmlns:a16="http://schemas.microsoft.com/office/drawing/2014/main" id="{B759A5A6-A4A2-E20B-56E6-0CCE6D9E2B71}"/>
                </a:ext>
              </a:extLst>
            </p:cNvPr>
            <p:cNvSpPr>
              <a:spLocks noChangeShapeType="1"/>
            </p:cNvSpPr>
            <p:nvPr/>
          </p:nvSpPr>
          <p:spPr bwMode="auto">
            <a:xfrm>
              <a:off x="4752" y="5616"/>
              <a:ext cx="43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Text Box 22">
              <a:extLst>
                <a:ext uri="{FF2B5EF4-FFF2-40B4-BE49-F238E27FC236}">
                  <a16:creationId xmlns:a16="http://schemas.microsoft.com/office/drawing/2014/main" id="{D7D09205-44CD-5AA7-EE80-C35429CF7E49}"/>
                </a:ext>
              </a:extLst>
            </p:cNvPr>
            <p:cNvSpPr txBox="1">
              <a:spLocks noChangeArrowheads="1"/>
            </p:cNvSpPr>
            <p:nvPr/>
          </p:nvSpPr>
          <p:spPr bwMode="auto">
            <a:xfrm>
              <a:off x="3168" y="5040"/>
              <a:ext cx="172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003399"/>
                  </a:solidFill>
                  <a:latin typeface="VNI-Times" pitchFamily="2" charset="0"/>
                </a:rPr>
                <a:t>Yeâu caàu veà thaønh quaû</a:t>
              </a:r>
            </a:p>
            <a:p>
              <a:pPr algn="l"/>
              <a:endParaRPr lang="en-US" altLang="en-US" sz="1400" b="0">
                <a:solidFill>
                  <a:srgbClr val="003399"/>
                </a:solidFill>
                <a:latin typeface="VNI-Times" pitchFamily="2" charset="0"/>
              </a:endParaRPr>
            </a:p>
          </p:txBody>
        </p:sp>
        <p:sp>
          <p:nvSpPr>
            <p:cNvPr id="18454" name="Line 23">
              <a:extLst>
                <a:ext uri="{FF2B5EF4-FFF2-40B4-BE49-F238E27FC236}">
                  <a16:creationId xmlns:a16="http://schemas.microsoft.com/office/drawing/2014/main" id="{BEF7C3C1-F613-3E6D-C3A5-AF842BBDDE4C}"/>
                </a:ext>
              </a:extLst>
            </p:cNvPr>
            <p:cNvSpPr>
              <a:spLocks noChangeShapeType="1"/>
            </p:cNvSpPr>
            <p:nvPr/>
          </p:nvSpPr>
          <p:spPr bwMode="auto">
            <a:xfrm>
              <a:off x="5184" y="5616"/>
              <a:ext cx="1584" cy="1008"/>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24">
              <a:extLst>
                <a:ext uri="{FF2B5EF4-FFF2-40B4-BE49-F238E27FC236}">
                  <a16:creationId xmlns:a16="http://schemas.microsoft.com/office/drawing/2014/main" id="{50EC8D55-8B63-CD7C-AC5E-952F5C4E3121}"/>
                </a:ext>
              </a:extLst>
            </p:cNvPr>
            <p:cNvSpPr>
              <a:spLocks noChangeShapeType="1"/>
            </p:cNvSpPr>
            <p:nvPr/>
          </p:nvSpPr>
          <p:spPr bwMode="auto">
            <a:xfrm flipV="1">
              <a:off x="4464" y="6624"/>
              <a:ext cx="2304" cy="144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25">
              <a:extLst>
                <a:ext uri="{FF2B5EF4-FFF2-40B4-BE49-F238E27FC236}">
                  <a16:creationId xmlns:a16="http://schemas.microsoft.com/office/drawing/2014/main" id="{7DB2E1B6-5B4A-2D47-C5C4-24ECFF713C59}"/>
                </a:ext>
              </a:extLst>
            </p:cNvPr>
            <p:cNvSpPr>
              <a:spLocks noChangeShapeType="1"/>
            </p:cNvSpPr>
            <p:nvPr/>
          </p:nvSpPr>
          <p:spPr bwMode="auto">
            <a:xfrm>
              <a:off x="6768" y="6624"/>
              <a:ext cx="720" cy="432"/>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26">
              <a:extLst>
                <a:ext uri="{FF2B5EF4-FFF2-40B4-BE49-F238E27FC236}">
                  <a16:creationId xmlns:a16="http://schemas.microsoft.com/office/drawing/2014/main" id="{AF365792-2A8A-7CEC-6650-612DFF8F2C5A}"/>
                </a:ext>
              </a:extLst>
            </p:cNvPr>
            <p:cNvSpPr>
              <a:spLocks noChangeShapeType="1"/>
            </p:cNvSpPr>
            <p:nvPr/>
          </p:nvSpPr>
          <p:spPr bwMode="auto">
            <a:xfrm flipH="1">
              <a:off x="6861" y="6014"/>
              <a:ext cx="1152"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8" name="Text Box 27">
              <a:extLst>
                <a:ext uri="{FF2B5EF4-FFF2-40B4-BE49-F238E27FC236}">
                  <a16:creationId xmlns:a16="http://schemas.microsoft.com/office/drawing/2014/main" id="{061873F7-836F-C1AD-A7CA-51DBD4743F8E}"/>
                </a:ext>
              </a:extLst>
            </p:cNvPr>
            <p:cNvSpPr txBox="1">
              <a:spLocks noChangeArrowheads="1"/>
            </p:cNvSpPr>
            <p:nvPr/>
          </p:nvSpPr>
          <p:spPr bwMode="auto">
            <a:xfrm>
              <a:off x="7920" y="5760"/>
              <a:ext cx="144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a:solidFill>
                    <a:srgbClr val="003399"/>
                  </a:solidFill>
                  <a:latin typeface="VNI-Times" pitchFamily="2" charset="0"/>
                </a:rPr>
                <a:t>Muïc tieâu</a:t>
              </a:r>
            </a:p>
            <a:p>
              <a:pPr algn="l"/>
              <a:endParaRPr lang="en-US" altLang="en-US" sz="1400" b="0">
                <a:solidFill>
                  <a:srgbClr val="003399"/>
                </a:solidFill>
                <a:latin typeface="VNI-Times" pitchFamily="2" charset="0"/>
              </a:endParaRPr>
            </a:p>
          </p:txBody>
        </p:sp>
        <p:sp>
          <p:nvSpPr>
            <p:cNvPr id="18459" name="Rectangle 28">
              <a:extLst>
                <a:ext uri="{FF2B5EF4-FFF2-40B4-BE49-F238E27FC236}">
                  <a16:creationId xmlns:a16="http://schemas.microsoft.com/office/drawing/2014/main" id="{D5273C94-935D-225C-9BB4-9293C43EBD50}"/>
                </a:ext>
              </a:extLst>
            </p:cNvPr>
            <p:cNvSpPr>
              <a:spLocks noChangeArrowheads="1"/>
            </p:cNvSpPr>
            <p:nvPr/>
          </p:nvSpPr>
          <p:spPr bwMode="auto">
            <a:xfrm>
              <a:off x="6700" y="6531"/>
              <a:ext cx="144" cy="144"/>
            </a:xfrm>
            <a:prstGeom prst="rect">
              <a:avLst/>
            </a:prstGeom>
            <a:solidFill>
              <a:srgbClr val="000000"/>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C9D73619-F219-6027-29D1-7E3945B389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0ADB2EA-2CAA-482B-818D-AC9B09AFC58B}" type="slidenum">
              <a:rPr lang="en-US" altLang="en-US" b="0"/>
              <a:pPr/>
              <a:t>17</a:t>
            </a:fld>
            <a:endParaRPr lang="en-US" altLang="en-US" b="0"/>
          </a:p>
        </p:txBody>
      </p:sp>
      <p:sp>
        <p:nvSpPr>
          <p:cNvPr id="19459" name="Rectangle 2">
            <a:extLst>
              <a:ext uri="{FF2B5EF4-FFF2-40B4-BE49-F238E27FC236}">
                <a16:creationId xmlns:a16="http://schemas.microsoft.com/office/drawing/2014/main" id="{EE1C448F-34F6-EB56-F60F-55EDBF9EB13F}"/>
              </a:ext>
            </a:extLst>
          </p:cNvPr>
          <p:cNvSpPr>
            <a:spLocks noGrp="1" noChangeArrowheads="1"/>
          </p:cNvSpPr>
          <p:nvPr>
            <p:ph type="title"/>
          </p:nvPr>
        </p:nvSpPr>
        <p:spPr/>
        <p:txBody>
          <a:bodyPr/>
          <a:lstStyle/>
          <a:p>
            <a:pPr eaLnBrk="1" hangingPunct="1"/>
            <a:r>
              <a:rPr lang="en-US" altLang="en-US" b="1"/>
              <a:t>QUẢN LÝ DỰ ÁN</a:t>
            </a:r>
          </a:p>
        </p:txBody>
      </p:sp>
      <p:sp>
        <p:nvSpPr>
          <p:cNvPr id="19460" name="Rectangle 3">
            <a:extLst>
              <a:ext uri="{FF2B5EF4-FFF2-40B4-BE49-F238E27FC236}">
                <a16:creationId xmlns:a16="http://schemas.microsoft.com/office/drawing/2014/main" id="{10A7414E-D702-C465-65BB-C9F33FC10EE2}"/>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None/>
            </a:pPr>
            <a:endParaRPr lang="en-US" altLang="en-US" b="1">
              <a:solidFill>
                <a:srgbClr val="FF0066"/>
              </a:solidFill>
            </a:endParaRPr>
          </a:p>
          <a:p>
            <a:pPr marL="914400" lvl="1" indent="-457200" eaLnBrk="1" hangingPunct="1">
              <a:buFont typeface="Wingdings" panose="05000000000000000000" pitchFamily="2" charset="2"/>
              <a:buNone/>
            </a:pPr>
            <a:r>
              <a:rPr lang="en-US" altLang="en-US"/>
              <a:t>	“ Hầu như không một dự án nào được thực hiện </a:t>
            </a:r>
            <a:r>
              <a:rPr lang="en-US" altLang="en-US" b="1"/>
              <a:t>đúng thời hạn</a:t>
            </a:r>
            <a:r>
              <a:rPr lang="en-US" altLang="en-US"/>
              <a:t>, trong giới hạn về </a:t>
            </a:r>
            <a:r>
              <a:rPr lang="en-US" altLang="en-US" b="1"/>
              <a:t>ngân sách</a:t>
            </a:r>
            <a:r>
              <a:rPr lang="en-US" altLang="en-US"/>
              <a:t>, hoặc </a:t>
            </a:r>
            <a:r>
              <a:rPr lang="en-US" altLang="en-US" b="1"/>
              <a:t>cùng một đội ngũ nhân viên</a:t>
            </a:r>
            <a:r>
              <a:rPr lang="en-US" altLang="en-US"/>
              <a:t> như lúc dự án bắt đầu cả. Dự án của bạn không phải là cái đầu tiên như vậy”</a:t>
            </a:r>
          </a:p>
          <a:p>
            <a:pPr marL="914400" lvl="1" indent="-457200" eaLnBrk="1" hangingPunct="1">
              <a:buFont typeface="Wingdings" panose="05000000000000000000" pitchFamily="2" charset="2"/>
              <a:buNone/>
            </a:pPr>
            <a:endParaRPr lang="en-US" altLang="en-US"/>
          </a:p>
          <a:p>
            <a:pPr marL="914400" lvl="1" indent="-457200" eaLnBrk="1" hangingPunct="1"/>
            <a:endParaRPr lang="en-US" altLang="en-US" sz="3200"/>
          </a:p>
          <a:p>
            <a:pPr marL="914400" lvl="1" indent="-457200" eaLnBrk="1" hangingPunct="1"/>
            <a:endParaRPr lang="en-US" altLang="en-US" sz="3200"/>
          </a:p>
        </p:txBody>
      </p:sp>
      <p:sp>
        <p:nvSpPr>
          <p:cNvPr id="19461" name="Text Box 4">
            <a:extLst>
              <a:ext uri="{FF2B5EF4-FFF2-40B4-BE49-F238E27FC236}">
                <a16:creationId xmlns:a16="http://schemas.microsoft.com/office/drawing/2014/main" id="{E18D202D-FDDB-0C68-1708-FBA97B7C4599}"/>
              </a:ext>
            </a:extLst>
          </p:cNvPr>
          <p:cNvSpPr txBox="1">
            <a:spLocks noChangeArrowheads="1"/>
          </p:cNvSpPr>
          <p:nvPr/>
        </p:nvSpPr>
        <p:spPr bwMode="auto">
          <a:xfrm>
            <a:off x="1600200" y="4648200"/>
            <a:ext cx="3733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sz="1400" b="0" i="1"/>
              <a:t>Nguồn: </a:t>
            </a:r>
            <a:r>
              <a:rPr lang="en-US" altLang="en-US" sz="1400" b="0" i="1">
                <a:latin typeface="VNI-Helve" pitchFamily="2" charset="0"/>
              </a:rPr>
              <a:t>Vieän</a:t>
            </a:r>
            <a:r>
              <a:rPr lang="en-US" altLang="en-US" sz="1400" b="0" i="1"/>
              <a:t> Quản Lý Dự Án Hoa Kỳ (PMI)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596DEC3-29F0-1F1C-8575-27EB0BAEBD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18C3557-C16D-42AF-A89F-5570D51CBEBF}" type="slidenum">
              <a:rPr lang="en-US" altLang="en-US" b="0"/>
              <a:pPr/>
              <a:t>18</a:t>
            </a:fld>
            <a:endParaRPr lang="en-US" altLang="en-US" b="0"/>
          </a:p>
        </p:txBody>
      </p:sp>
      <p:sp>
        <p:nvSpPr>
          <p:cNvPr id="20483" name="Rectangle 2">
            <a:extLst>
              <a:ext uri="{FF2B5EF4-FFF2-40B4-BE49-F238E27FC236}">
                <a16:creationId xmlns:a16="http://schemas.microsoft.com/office/drawing/2014/main" id="{71CCA0EB-27B6-759D-0F6E-11F77565970D}"/>
              </a:ext>
            </a:extLst>
          </p:cNvPr>
          <p:cNvSpPr>
            <a:spLocks noGrp="1" noChangeArrowheads="1"/>
          </p:cNvSpPr>
          <p:nvPr>
            <p:ph type="title"/>
          </p:nvPr>
        </p:nvSpPr>
        <p:spPr/>
        <p:txBody>
          <a:bodyPr/>
          <a:lstStyle/>
          <a:p>
            <a:pPr eaLnBrk="1" hangingPunct="1"/>
            <a:r>
              <a:rPr lang="en-US" altLang="en-US" sz="2800" b="1"/>
              <a:t>CÁC BÊN LIÊN QUAN DỰ ÁN (STAKEHOLDERS)</a:t>
            </a:r>
          </a:p>
        </p:txBody>
      </p:sp>
      <p:sp>
        <p:nvSpPr>
          <p:cNvPr id="20484" name="Rectangle 3">
            <a:extLst>
              <a:ext uri="{FF2B5EF4-FFF2-40B4-BE49-F238E27FC236}">
                <a16:creationId xmlns:a16="http://schemas.microsoft.com/office/drawing/2014/main" id="{A40EC5DB-357D-9ED9-BD09-CD2E0F368E5B}"/>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3600"/>
          </a:p>
          <a:p>
            <a:pPr marL="533400" indent="-533400" eaLnBrk="1" hangingPunct="1"/>
            <a:r>
              <a:rPr lang="en-US" altLang="en-US" sz="2400"/>
              <a:t>Các bên liên quan là tất cả những ai có </a:t>
            </a:r>
            <a:r>
              <a:rPr lang="en-US" altLang="en-US" sz="2400" b="1"/>
              <a:t>liên quan</a:t>
            </a:r>
            <a:r>
              <a:rPr lang="en-US" altLang="en-US" sz="2400"/>
              <a:t> hoặc </a:t>
            </a:r>
            <a:r>
              <a:rPr lang="en-US" altLang="en-US" sz="2400" b="1"/>
              <a:t>bị ảnh hưởng</a:t>
            </a:r>
            <a:r>
              <a:rPr lang="en-US" altLang="en-US" sz="2400"/>
              <a:t> bởi hoạt động của DA.</a:t>
            </a:r>
          </a:p>
          <a:p>
            <a:pPr marL="533400" indent="-533400" eaLnBrk="1" hangingPunct="1"/>
            <a:r>
              <a:rPr lang="en-US" altLang="en-US" sz="2400"/>
              <a:t>Các bên liên quan bao gồm:</a:t>
            </a:r>
          </a:p>
          <a:p>
            <a:pPr marL="914400" lvl="1" indent="-457200" eaLnBrk="1" hangingPunct="1"/>
            <a:r>
              <a:rPr lang="en-US" altLang="en-US" sz="2400"/>
              <a:t>Nhà tài trợ </a:t>
            </a:r>
          </a:p>
          <a:p>
            <a:pPr marL="914400" lvl="1" indent="-457200" eaLnBrk="1" hangingPunct="1"/>
            <a:r>
              <a:rPr lang="en-US" altLang="en-US" sz="2400"/>
              <a:t>Nhà quản lý dự án</a:t>
            </a:r>
          </a:p>
          <a:p>
            <a:pPr marL="914400" lvl="1" indent="-457200" eaLnBrk="1" hangingPunct="1"/>
            <a:r>
              <a:rPr lang="en-US" altLang="en-US" sz="2400"/>
              <a:t>Khách hàng </a:t>
            </a:r>
          </a:p>
          <a:p>
            <a:pPr marL="914400" lvl="1" indent="-457200" eaLnBrk="1" hangingPunct="1"/>
            <a:r>
              <a:rPr lang="en-US" altLang="en-US" sz="2400"/>
              <a:t>Các trưởng nhóm</a:t>
            </a:r>
          </a:p>
          <a:p>
            <a:pPr marL="914400" lvl="1" indent="-457200" eaLnBrk="1" hangingPunct="1"/>
            <a:r>
              <a:rPr lang="en-US" altLang="en-US" sz="2400"/>
              <a:t>Các nhóm triển khai </a:t>
            </a:r>
          </a:p>
          <a:p>
            <a:pPr marL="914400" lvl="1" indent="-457200" eaLnBrk="1" hangingPunct="1"/>
            <a:r>
              <a:rPr lang="en-US" altLang="en-US" sz="2400"/>
              <a:t>Nhà quản lý chức năng</a:t>
            </a:r>
          </a:p>
          <a:p>
            <a:pPr marL="914400" lvl="1" indent="-457200" eaLnBrk="1" hangingPunct="1"/>
            <a:r>
              <a:rPr lang="en-US" altLang="en-US" sz="2400"/>
              <a:t>Nhà cung cấp</a:t>
            </a:r>
          </a:p>
          <a:p>
            <a:pPr marL="914400" lvl="1" indent="-457200" eaLnBrk="1" hangingPunct="1"/>
            <a:r>
              <a:rPr lang="en-US" altLang="en-US" sz="2400"/>
              <a:t>Những người chống lại dự án</a:t>
            </a:r>
          </a:p>
          <a:p>
            <a:pPr marL="533400" indent="-533400" eaLnBrk="1" hangingPunct="1"/>
            <a:endParaRPr lang="en-US" altLang="en-US" sz="2400"/>
          </a:p>
          <a:p>
            <a:pPr marL="914400" lvl="1" indent="-457200" eaLnBrk="1" hangingPunct="1">
              <a:buClr>
                <a:schemeClr val="folHlink"/>
              </a:buClr>
              <a:buSzPct val="60000"/>
            </a:pPr>
            <a:endParaRPr lang="en-US" altLang="en-US" sz="2400"/>
          </a:p>
          <a:p>
            <a:pPr marL="914400" lvl="1" indent="-457200" eaLnBrk="1" hangingPunct="1">
              <a:buClr>
                <a:schemeClr val="folHlink"/>
              </a:buClr>
              <a:buSzPct val="60000"/>
            </a:pPr>
            <a:endParaRPr lang="en-US" altLang="en-US" sz="3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74C29990-3201-7BAA-466A-2277519155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8AC01FB8-C6FF-411E-AFA3-72038771B7A0}" type="slidenum">
              <a:rPr lang="en-US" altLang="en-US" b="0"/>
              <a:pPr/>
              <a:t>19</a:t>
            </a:fld>
            <a:endParaRPr lang="en-US" altLang="en-US" b="0"/>
          </a:p>
        </p:txBody>
      </p:sp>
      <p:sp>
        <p:nvSpPr>
          <p:cNvPr id="21507" name="Rectangle 2">
            <a:extLst>
              <a:ext uri="{FF2B5EF4-FFF2-40B4-BE49-F238E27FC236}">
                <a16:creationId xmlns:a16="http://schemas.microsoft.com/office/drawing/2014/main" id="{A23592F6-25FB-1D30-409F-E2DC6B7FDAD6}"/>
              </a:ext>
            </a:extLst>
          </p:cNvPr>
          <p:cNvSpPr>
            <a:spLocks noGrp="1" noChangeArrowheads="1"/>
          </p:cNvSpPr>
          <p:nvPr>
            <p:ph type="title"/>
          </p:nvPr>
        </p:nvSpPr>
        <p:spPr/>
        <p:txBody>
          <a:bodyPr/>
          <a:lstStyle/>
          <a:p>
            <a:pPr marL="533400" indent="-533400" eaLnBrk="1" hangingPunct="1"/>
            <a:r>
              <a:rPr lang="en-US" altLang="en-US" sz="2800" b="1">
                <a:solidFill>
                  <a:srgbClr val="FF0066"/>
                </a:solidFill>
              </a:rPr>
              <a:t>Nhu cầu kỹ năng IT</a:t>
            </a:r>
            <a:endParaRPr lang="en-US" altLang="en-US" sz="3600"/>
          </a:p>
        </p:txBody>
      </p:sp>
      <p:sp>
        <p:nvSpPr>
          <p:cNvPr id="21508" name="Rectangle 3">
            <a:extLst>
              <a:ext uri="{FF2B5EF4-FFF2-40B4-BE49-F238E27FC236}">
                <a16:creationId xmlns:a16="http://schemas.microsoft.com/office/drawing/2014/main" id="{6A3CC9E1-4923-9310-F524-9069E7B09168}"/>
              </a:ext>
            </a:extLst>
          </p:cNvPr>
          <p:cNvSpPr>
            <a:spLocks noGrp="1" noChangeArrowheads="1"/>
          </p:cNvSpPr>
          <p:nvPr>
            <p:ph type="body" idx="1"/>
          </p:nvPr>
        </p:nvSpPr>
        <p:spPr>
          <a:xfrm>
            <a:off x="609600" y="9906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1509" name="Rectangle 4">
            <a:extLst>
              <a:ext uri="{FF2B5EF4-FFF2-40B4-BE49-F238E27FC236}">
                <a16:creationId xmlns:a16="http://schemas.microsoft.com/office/drawing/2014/main" id="{A6CAE7AE-D3C3-0404-9A32-22A2EA53E907}"/>
              </a:ext>
            </a:extLst>
          </p:cNvPr>
          <p:cNvSpPr>
            <a:spLocks noChangeArrowheads="1"/>
          </p:cNvSpPr>
          <p:nvPr/>
        </p:nvSpPr>
        <p:spPr bwMode="auto">
          <a:xfrm>
            <a:off x="609600" y="1371600"/>
            <a:ext cx="7848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600" b="0"/>
          </a:p>
        </p:txBody>
      </p:sp>
      <p:pic>
        <p:nvPicPr>
          <p:cNvPr id="21510" name="Picture 5">
            <a:extLst>
              <a:ext uri="{FF2B5EF4-FFF2-40B4-BE49-F238E27FC236}">
                <a16:creationId xmlns:a16="http://schemas.microsoft.com/office/drawing/2014/main" id="{72718398-070D-1947-F474-F9F98B29D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6400"/>
            <a:ext cx="8534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8C4EE2E-A483-EDA6-365E-47B05A9C30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0D21632-FB8B-4C3B-872D-E4FE13854EB2}" type="slidenum">
              <a:rPr lang="en-US" altLang="en-US" b="0"/>
              <a:pPr/>
              <a:t>20</a:t>
            </a:fld>
            <a:endParaRPr lang="en-US" altLang="en-US" b="0"/>
          </a:p>
        </p:txBody>
      </p:sp>
      <p:sp>
        <p:nvSpPr>
          <p:cNvPr id="22531" name="Rectangle 2">
            <a:extLst>
              <a:ext uri="{FF2B5EF4-FFF2-40B4-BE49-F238E27FC236}">
                <a16:creationId xmlns:a16="http://schemas.microsoft.com/office/drawing/2014/main" id="{2B76D241-E8CF-0D40-1130-A744E2531DEA}"/>
              </a:ext>
            </a:extLst>
          </p:cNvPr>
          <p:cNvSpPr>
            <a:spLocks noGrp="1" noChangeArrowheads="1"/>
          </p:cNvSpPr>
          <p:nvPr>
            <p:ph type="title"/>
          </p:nvPr>
        </p:nvSpPr>
        <p:spPr/>
        <p:txBody>
          <a:bodyPr/>
          <a:lstStyle/>
          <a:p>
            <a:pPr marL="533400" indent="-533400" eaLnBrk="1" hangingPunct="1"/>
            <a:r>
              <a:rPr lang="en-US" altLang="en-US" sz="2800" b="1">
                <a:solidFill>
                  <a:srgbClr val="FF0066"/>
                </a:solidFill>
              </a:rPr>
              <a:t>Nhu cầu kỹ năng IT</a:t>
            </a:r>
            <a:endParaRPr lang="en-US" altLang="en-US" sz="3600"/>
          </a:p>
        </p:txBody>
      </p:sp>
      <p:sp>
        <p:nvSpPr>
          <p:cNvPr id="22532" name="Rectangle 3">
            <a:extLst>
              <a:ext uri="{FF2B5EF4-FFF2-40B4-BE49-F238E27FC236}">
                <a16:creationId xmlns:a16="http://schemas.microsoft.com/office/drawing/2014/main" id="{9D8D807E-BD30-4DA1-1FB0-FD940D25195D}"/>
              </a:ext>
            </a:extLst>
          </p:cNvPr>
          <p:cNvSpPr>
            <a:spLocks noGrp="1" noChangeArrowheads="1"/>
          </p:cNvSpPr>
          <p:nvPr>
            <p:ph type="body" idx="1"/>
          </p:nvPr>
        </p:nvSpPr>
        <p:spPr>
          <a:xfrm>
            <a:off x="609600" y="9906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2533" name="Rectangle 4">
            <a:extLst>
              <a:ext uri="{FF2B5EF4-FFF2-40B4-BE49-F238E27FC236}">
                <a16:creationId xmlns:a16="http://schemas.microsoft.com/office/drawing/2014/main" id="{9F354A3D-3DB2-9948-E73E-DB01F983DEA2}"/>
              </a:ext>
            </a:extLst>
          </p:cNvPr>
          <p:cNvSpPr>
            <a:spLocks noChangeArrowheads="1"/>
          </p:cNvSpPr>
          <p:nvPr/>
        </p:nvSpPr>
        <p:spPr bwMode="auto">
          <a:xfrm>
            <a:off x="609600" y="1371600"/>
            <a:ext cx="7848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600" b="0"/>
          </a:p>
        </p:txBody>
      </p:sp>
      <p:pic>
        <p:nvPicPr>
          <p:cNvPr id="22534" name="Picture 6">
            <a:extLst>
              <a:ext uri="{FF2B5EF4-FFF2-40B4-BE49-F238E27FC236}">
                <a16:creationId xmlns:a16="http://schemas.microsoft.com/office/drawing/2014/main" id="{55539153-1844-5D3F-8D0D-3C808B3EC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1241E67B-922F-5830-4679-3FC8B6346C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8367E7D-3D2A-4256-959A-DDC71E13D045}" type="slidenum">
              <a:rPr lang="en-US" altLang="en-US" b="0"/>
              <a:pPr/>
              <a:t>21</a:t>
            </a:fld>
            <a:endParaRPr lang="en-US" altLang="en-US" b="0"/>
          </a:p>
        </p:txBody>
      </p:sp>
      <p:sp>
        <p:nvSpPr>
          <p:cNvPr id="23555" name="Rectangle 2">
            <a:extLst>
              <a:ext uri="{FF2B5EF4-FFF2-40B4-BE49-F238E27FC236}">
                <a16:creationId xmlns:a16="http://schemas.microsoft.com/office/drawing/2014/main" id="{AD4E5D61-2AFF-636C-B2EF-44B0A974AB93}"/>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3556" name="Rectangle 3">
            <a:extLst>
              <a:ext uri="{FF2B5EF4-FFF2-40B4-BE49-F238E27FC236}">
                <a16:creationId xmlns:a16="http://schemas.microsoft.com/office/drawing/2014/main" id="{9E5D86DF-5E23-CD45-D2BD-48827B4F482A}"/>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3557" name="Rectangle 4">
            <a:extLst>
              <a:ext uri="{FF2B5EF4-FFF2-40B4-BE49-F238E27FC236}">
                <a16:creationId xmlns:a16="http://schemas.microsoft.com/office/drawing/2014/main" id="{0DDEC840-868F-86CA-D0CD-F79B092019E3}"/>
              </a:ext>
            </a:extLst>
          </p:cNvPr>
          <p:cNvSpPr>
            <a:spLocks noChangeArrowheads="1"/>
          </p:cNvSpPr>
          <p:nvPr/>
        </p:nvSpPr>
        <p:spPr bwMode="auto">
          <a:xfrm>
            <a:off x="6096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3 câu hỏi chính mà nhà QLDA thường gặp</a:t>
            </a:r>
          </a:p>
          <a:p>
            <a:pPr lvl="1" algn="l" eaLnBrk="1" hangingPunct="1">
              <a:spcBef>
                <a:spcPct val="20000"/>
              </a:spcBef>
              <a:buClr>
                <a:schemeClr val="hlink"/>
              </a:buClr>
              <a:buSzPct val="55000"/>
              <a:buFont typeface="Wingdings" panose="05000000000000000000" pitchFamily="2" charset="2"/>
              <a:buChar char="n"/>
            </a:pPr>
            <a:r>
              <a:rPr lang="en-US" altLang="en-US" sz="2400" b="0"/>
              <a:t>Công việc nào cần thực hiện? WHAT</a:t>
            </a:r>
          </a:p>
          <a:p>
            <a:pPr lvl="1" algn="l" eaLnBrk="1" hangingPunct="1">
              <a:spcBef>
                <a:spcPct val="20000"/>
              </a:spcBef>
              <a:buClr>
                <a:schemeClr val="hlink"/>
              </a:buClr>
              <a:buSzPct val="55000"/>
              <a:buFont typeface="Wingdings" panose="05000000000000000000" pitchFamily="2" charset="2"/>
              <a:buChar char="n"/>
            </a:pPr>
            <a:r>
              <a:rPr lang="en-US" altLang="en-US" sz="2400" b="0"/>
              <a:t>Khi nào nó cần thực hiện? WHEN</a:t>
            </a:r>
          </a:p>
          <a:p>
            <a:pPr lvl="1" algn="l" eaLnBrk="1" hangingPunct="1">
              <a:spcBef>
                <a:spcPct val="20000"/>
              </a:spcBef>
              <a:buClr>
                <a:schemeClr val="hlink"/>
              </a:buClr>
              <a:buSzPct val="55000"/>
              <a:buFont typeface="Wingdings" panose="05000000000000000000" pitchFamily="2" charset="2"/>
              <a:buChar char="n"/>
            </a:pPr>
            <a:r>
              <a:rPr lang="en-US" altLang="en-US" sz="2400" b="0"/>
              <a:t>Các nguồn lực cần thiết để thực hiện ra sao? HOW</a:t>
            </a:r>
            <a:endParaRPr lang="en-US" altLang="en-US" sz="32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pic>
        <p:nvPicPr>
          <p:cNvPr id="23558" name="Picture 6">
            <a:extLst>
              <a:ext uri="{FF2B5EF4-FFF2-40B4-BE49-F238E27FC236}">
                <a16:creationId xmlns:a16="http://schemas.microsoft.com/office/drawing/2014/main" id="{E7FF695A-7DE1-517C-2A3E-B1395901D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3990975"/>
            <a:ext cx="4229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A0BF3540-6690-971E-EE5C-C4B5C43565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EA396893-82ED-4AD0-B4FE-376885379072}" type="slidenum">
              <a:rPr lang="en-US" altLang="en-US" b="0"/>
              <a:pPr/>
              <a:t>22</a:t>
            </a:fld>
            <a:endParaRPr lang="en-US" altLang="en-US" b="0"/>
          </a:p>
        </p:txBody>
      </p:sp>
      <p:sp>
        <p:nvSpPr>
          <p:cNvPr id="24579" name="Rectangle 2">
            <a:extLst>
              <a:ext uri="{FF2B5EF4-FFF2-40B4-BE49-F238E27FC236}">
                <a16:creationId xmlns:a16="http://schemas.microsoft.com/office/drawing/2014/main" id="{7EA946CE-BF56-9D9E-1D29-0552A90CBCC9}"/>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4580" name="Rectangle 3">
            <a:extLst>
              <a:ext uri="{FF2B5EF4-FFF2-40B4-BE49-F238E27FC236}">
                <a16:creationId xmlns:a16="http://schemas.microsoft.com/office/drawing/2014/main" id="{7B38B6D6-6739-BF0A-3798-91D6CC9D27EA}"/>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4581" name="Rectangle 4">
            <a:extLst>
              <a:ext uri="{FF2B5EF4-FFF2-40B4-BE49-F238E27FC236}">
                <a16:creationId xmlns:a16="http://schemas.microsoft.com/office/drawing/2014/main" id="{AFFDB830-519B-FE00-CD9C-AA719A512D04}"/>
              </a:ext>
            </a:extLst>
          </p:cNvPr>
          <p:cNvSpPr>
            <a:spLocks noChangeArrowheads="1"/>
          </p:cNvSpPr>
          <p:nvPr/>
        </p:nvSpPr>
        <p:spPr bwMode="auto">
          <a:xfrm>
            <a:off x="6096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Vai trò của nhà QLDA</a:t>
            </a:r>
          </a:p>
          <a:p>
            <a:pPr lvl="1" algn="l" eaLnBrk="1" hangingPunct="1">
              <a:spcBef>
                <a:spcPct val="20000"/>
              </a:spcBef>
              <a:buClr>
                <a:schemeClr val="hlink"/>
              </a:buClr>
              <a:buSzPct val="55000"/>
              <a:buFont typeface="Wingdings" panose="05000000000000000000" pitchFamily="2" charset="2"/>
              <a:buChar char="n"/>
            </a:pPr>
            <a:r>
              <a:rPr lang="en-US" altLang="en-US" sz="2000" b="0"/>
              <a:t>Nhà QLDA chịu trách nhiệm về QLDA </a:t>
            </a:r>
            <a:r>
              <a:rPr lang="en-US" altLang="en-US" sz="2000" b="0">
                <a:sym typeface="Wingdings" panose="05000000000000000000" pitchFamily="2" charset="2"/>
              </a:rPr>
              <a:t></a:t>
            </a:r>
            <a:r>
              <a:rPr lang="en-US" altLang="en-US" sz="2000" b="0"/>
              <a:t> nhà QLDA phải lập kế hoạch, tổ chức, lãnh đạo và kiểm soát</a:t>
            </a:r>
          </a:p>
          <a:p>
            <a:pPr lvl="1" algn="l" eaLnBrk="1" hangingPunct="1">
              <a:spcBef>
                <a:spcPct val="20000"/>
              </a:spcBef>
              <a:buClr>
                <a:schemeClr val="hlink"/>
              </a:buClr>
              <a:buSzPct val="55000"/>
              <a:buFont typeface="Wingdings" panose="05000000000000000000" pitchFamily="2" charset="2"/>
              <a:buChar char="n"/>
            </a:pPr>
            <a:r>
              <a:rPr lang="en-US" altLang="en-US" sz="2400" b="0"/>
              <a:t> </a:t>
            </a:r>
            <a:r>
              <a:rPr lang="en-US" altLang="en-US" sz="2000" b="0"/>
              <a:t>Quản lý mối quan hệ giữa người và người trong các tổ chức DA </a:t>
            </a:r>
            <a:r>
              <a:rPr lang="en-US" altLang="en-US" sz="2000" b="0">
                <a:sym typeface="Wingdings" panose="05000000000000000000" pitchFamily="2" charset="2"/>
              </a:rPr>
              <a:t></a:t>
            </a:r>
            <a:r>
              <a:rPr lang="en-US" altLang="en-US" sz="2000" b="0"/>
              <a:t> Nhà QLDA là điểm tiếp xúc duy nhất bên ngoài DA</a:t>
            </a:r>
          </a:p>
          <a:p>
            <a:pPr lvl="1" algn="l" eaLnBrk="1" hangingPunct="1">
              <a:spcBef>
                <a:spcPct val="20000"/>
              </a:spcBef>
              <a:buClr>
                <a:schemeClr val="hlink"/>
              </a:buClr>
              <a:buSzPct val="55000"/>
              <a:buFont typeface="Wingdings" panose="05000000000000000000" pitchFamily="2" charset="2"/>
              <a:buChar char="n"/>
            </a:pPr>
            <a:r>
              <a:rPr lang="en-US" altLang="en-US" sz="2000" b="0"/>
              <a:t>Phải duy trì sự cân bằng giữa các chức năng: QLDA và kỹ thuật của DA</a:t>
            </a:r>
          </a:p>
          <a:p>
            <a:pPr lvl="1" algn="l" eaLnBrk="1" hangingPunct="1">
              <a:spcBef>
                <a:spcPct val="20000"/>
              </a:spcBef>
              <a:buClr>
                <a:schemeClr val="hlink"/>
              </a:buClr>
              <a:buSzPct val="55000"/>
              <a:buFont typeface="Wingdings" panose="05000000000000000000" pitchFamily="2" charset="2"/>
              <a:buChar char="n"/>
            </a:pPr>
            <a:r>
              <a:rPr lang="en-US" altLang="en-US" sz="2000" b="0"/>
              <a:t>Đương đầu với rủi ro trong QLDA </a:t>
            </a:r>
          </a:p>
          <a:p>
            <a:pPr lvl="1" algn="l" eaLnBrk="1" hangingPunct="1">
              <a:spcBef>
                <a:spcPct val="20000"/>
              </a:spcBef>
              <a:buClr>
                <a:schemeClr val="hlink"/>
              </a:buClr>
              <a:buSzPct val="55000"/>
              <a:buFont typeface="Wingdings" panose="05000000000000000000" pitchFamily="2" charset="2"/>
              <a:buChar char="n"/>
            </a:pPr>
            <a:r>
              <a:rPr lang="en-US" altLang="en-US" sz="2000" b="0"/>
              <a:t>Đảm bảo các điều kiện ràng buộc của DA</a:t>
            </a:r>
          </a:p>
          <a:p>
            <a:pPr lvl="1" algn="l" eaLnBrk="1" hangingPunct="1">
              <a:spcBef>
                <a:spcPct val="20000"/>
              </a:spcBef>
              <a:buClr>
                <a:schemeClr val="hlink"/>
              </a:buClr>
              <a:buSzPct val="55000"/>
              <a:buFont typeface="Wingdings" panose="05000000000000000000" pitchFamily="2" charset="2"/>
              <a:buChar char="n"/>
            </a:pPr>
            <a:r>
              <a:rPr lang="en-US" altLang="en-US" sz="2000" b="0"/>
              <a:t>Tích luỹ tài sản tri thức và huấn luyện nhân viên </a:t>
            </a:r>
          </a:p>
          <a:p>
            <a:pPr lvl="1" algn="l" eaLnBrk="1" hangingPunct="1">
              <a:spcBef>
                <a:spcPct val="20000"/>
              </a:spcBef>
              <a:buClr>
                <a:schemeClr val="hlink"/>
              </a:buClr>
              <a:buSzPct val="55000"/>
              <a:buFont typeface="Wingdings" panose="05000000000000000000" pitchFamily="2" charset="2"/>
              <a:buNone/>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32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154DE330-31DB-06E8-6CA5-152C28816C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8B1E636-8961-4039-BF63-C76CAE84356B}" type="slidenum">
              <a:rPr lang="en-US" altLang="en-US" b="0"/>
              <a:pPr/>
              <a:t>23</a:t>
            </a:fld>
            <a:endParaRPr lang="en-US" altLang="en-US" b="0"/>
          </a:p>
        </p:txBody>
      </p:sp>
      <p:sp>
        <p:nvSpPr>
          <p:cNvPr id="25603" name="Rectangle 2">
            <a:extLst>
              <a:ext uri="{FF2B5EF4-FFF2-40B4-BE49-F238E27FC236}">
                <a16:creationId xmlns:a16="http://schemas.microsoft.com/office/drawing/2014/main" id="{CA116A33-4DEF-BA24-96AF-BF18B1206AEB}"/>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5604" name="Rectangle 3">
            <a:extLst>
              <a:ext uri="{FF2B5EF4-FFF2-40B4-BE49-F238E27FC236}">
                <a16:creationId xmlns:a16="http://schemas.microsoft.com/office/drawing/2014/main" id="{49B5F338-8203-F5AC-F0FC-73DAAD7E9C86}"/>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5605" name="Rectangle 4">
            <a:extLst>
              <a:ext uri="{FF2B5EF4-FFF2-40B4-BE49-F238E27FC236}">
                <a16:creationId xmlns:a16="http://schemas.microsoft.com/office/drawing/2014/main" id="{EDBF9A45-698B-F02C-CE12-2C98643513B9}"/>
              </a:ext>
            </a:extLst>
          </p:cNvPr>
          <p:cNvSpPr>
            <a:spLocks noChangeArrowheads="1"/>
          </p:cNvSpPr>
          <p:nvPr/>
        </p:nvSpPr>
        <p:spPr bwMode="auto">
          <a:xfrm>
            <a:off x="6096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Nhiệm vụ của nhà QLDA</a:t>
            </a:r>
          </a:p>
          <a:p>
            <a:pPr lvl="1" algn="l" eaLnBrk="1" hangingPunct="1">
              <a:spcBef>
                <a:spcPct val="20000"/>
              </a:spcBef>
              <a:buClr>
                <a:schemeClr val="hlink"/>
              </a:buClr>
              <a:buSzPct val="55000"/>
              <a:buFont typeface="Wingdings" panose="05000000000000000000" pitchFamily="2" charset="2"/>
              <a:buChar char="n"/>
            </a:pPr>
            <a:r>
              <a:rPr lang="en-US" altLang="en-US" sz="2400" b="0"/>
              <a:t>Xây dựng kế hoạch DA</a:t>
            </a:r>
          </a:p>
          <a:p>
            <a:pPr lvl="1" algn="l" eaLnBrk="1" hangingPunct="1">
              <a:spcBef>
                <a:spcPct val="20000"/>
              </a:spcBef>
              <a:buClr>
                <a:schemeClr val="hlink"/>
              </a:buClr>
              <a:buSzPct val="55000"/>
              <a:buFont typeface="Wingdings" panose="05000000000000000000" pitchFamily="2" charset="2"/>
              <a:buChar char="n"/>
            </a:pPr>
            <a:r>
              <a:rPr lang="en-US" altLang="en-US" sz="2400" b="0"/>
              <a:t>Theo dõi và kiểm soát thực hiện DA</a:t>
            </a:r>
          </a:p>
          <a:p>
            <a:pPr lvl="1" algn="l" eaLnBrk="1" hangingPunct="1">
              <a:spcBef>
                <a:spcPct val="20000"/>
              </a:spcBef>
              <a:buClr>
                <a:schemeClr val="hlink"/>
              </a:buClr>
              <a:buSzPct val="55000"/>
              <a:buFont typeface="Wingdings" panose="05000000000000000000" pitchFamily="2" charset="2"/>
              <a:buChar char="n"/>
            </a:pPr>
            <a:r>
              <a:rPr lang="en-US" altLang="en-US" sz="2400" b="0"/>
              <a:t>Quản lý thay đổi</a:t>
            </a:r>
          </a:p>
          <a:p>
            <a:pPr lvl="1" algn="l" eaLnBrk="1" hangingPunct="1">
              <a:spcBef>
                <a:spcPct val="20000"/>
              </a:spcBef>
              <a:buClr>
                <a:schemeClr val="hlink"/>
              </a:buClr>
              <a:buSzPct val="55000"/>
              <a:buFont typeface="Wingdings" panose="05000000000000000000" pitchFamily="2" charset="2"/>
              <a:buChar char="n"/>
            </a:pPr>
            <a:r>
              <a:rPr lang="en-US" altLang="en-US" sz="2400" b="0"/>
              <a:t>Kết thúc DA</a:t>
            </a:r>
          </a:p>
          <a:p>
            <a:pPr lvl="1" algn="l" eaLnBrk="1" hangingPunct="1">
              <a:spcBef>
                <a:spcPct val="20000"/>
              </a:spcBef>
              <a:buClr>
                <a:schemeClr val="hlink"/>
              </a:buClr>
              <a:buSzPct val="55000"/>
              <a:buFont typeface="Wingdings" panose="05000000000000000000" pitchFamily="2" charset="2"/>
              <a:buChar char="n"/>
            </a:pPr>
            <a:r>
              <a:rPr lang="en-US" altLang="en-US" sz="2400" b="0"/>
              <a:t>Đánh giá việc hoàn thiện DA</a:t>
            </a:r>
          </a:p>
          <a:p>
            <a:pPr lvl="1" algn="l" eaLnBrk="1" hangingPunct="1">
              <a:spcBef>
                <a:spcPct val="20000"/>
              </a:spcBef>
              <a:buClr>
                <a:schemeClr val="hlink"/>
              </a:buClr>
              <a:buSzPct val="55000"/>
              <a:buFont typeface="Wingdings" panose="05000000000000000000" pitchFamily="2" charset="2"/>
              <a:buNone/>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pic>
        <p:nvPicPr>
          <p:cNvPr id="25606" name="Picture 5">
            <a:extLst>
              <a:ext uri="{FF2B5EF4-FFF2-40B4-BE49-F238E27FC236}">
                <a16:creationId xmlns:a16="http://schemas.microsoft.com/office/drawing/2014/main" id="{736535A4-1EE9-585E-69E4-232EA0BE7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114800"/>
            <a:ext cx="188595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EB9D42E8-C19E-0FF8-7766-C35EBE1905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FB55E98-8C3E-48F9-B33E-0C322D2F6CE8}" type="slidenum">
              <a:rPr lang="en-US" altLang="en-US" b="0"/>
              <a:pPr/>
              <a:t>24</a:t>
            </a:fld>
            <a:endParaRPr lang="en-US" altLang="en-US" b="0"/>
          </a:p>
        </p:txBody>
      </p:sp>
      <p:sp>
        <p:nvSpPr>
          <p:cNvPr id="26627" name="Rectangle 2">
            <a:extLst>
              <a:ext uri="{FF2B5EF4-FFF2-40B4-BE49-F238E27FC236}">
                <a16:creationId xmlns:a16="http://schemas.microsoft.com/office/drawing/2014/main" id="{EC3BD7F3-3E03-A325-8D3A-E25BD4943B81}"/>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6628" name="Rectangle 3">
            <a:extLst>
              <a:ext uri="{FF2B5EF4-FFF2-40B4-BE49-F238E27FC236}">
                <a16:creationId xmlns:a16="http://schemas.microsoft.com/office/drawing/2014/main" id="{E5907BF4-B9A7-AC11-85D7-5A9E0AD7085C}"/>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6629" name="Rectangle 4">
            <a:extLst>
              <a:ext uri="{FF2B5EF4-FFF2-40B4-BE49-F238E27FC236}">
                <a16:creationId xmlns:a16="http://schemas.microsoft.com/office/drawing/2014/main" id="{A1154216-7856-2924-922D-0965BA69DBD5}"/>
              </a:ext>
            </a:extLst>
          </p:cNvPr>
          <p:cNvSpPr>
            <a:spLocks noChangeArrowheads="1"/>
          </p:cNvSpPr>
          <p:nvPr/>
        </p:nvSpPr>
        <p:spPr bwMode="auto">
          <a:xfrm>
            <a:off x="609600" y="8382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Các kỹ năng của nhà QLDA</a:t>
            </a:r>
          </a:p>
          <a:p>
            <a:pPr lvl="1" algn="l" eaLnBrk="1" hangingPunct="1">
              <a:spcBef>
                <a:spcPct val="20000"/>
              </a:spcBef>
              <a:buClr>
                <a:schemeClr val="hlink"/>
              </a:buClr>
              <a:buSzPct val="55000"/>
              <a:buFont typeface="Wingdings" panose="05000000000000000000" pitchFamily="2" charset="2"/>
              <a:buNone/>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grpSp>
        <p:nvGrpSpPr>
          <p:cNvPr id="26630" name="Group 5">
            <a:extLst>
              <a:ext uri="{FF2B5EF4-FFF2-40B4-BE49-F238E27FC236}">
                <a16:creationId xmlns:a16="http://schemas.microsoft.com/office/drawing/2014/main" id="{525AB5C7-ED2C-A348-73C1-E858EF24A4B7}"/>
              </a:ext>
            </a:extLst>
          </p:cNvPr>
          <p:cNvGrpSpPr>
            <a:grpSpLocks/>
          </p:cNvGrpSpPr>
          <p:nvPr/>
        </p:nvGrpSpPr>
        <p:grpSpPr bwMode="auto">
          <a:xfrm>
            <a:off x="762000" y="1981200"/>
            <a:ext cx="4953000" cy="4572000"/>
            <a:chOff x="3024" y="864"/>
            <a:chExt cx="5472" cy="5328"/>
          </a:xfrm>
        </p:grpSpPr>
        <p:sp>
          <p:nvSpPr>
            <p:cNvPr id="26632" name="Text Box 6">
              <a:extLst>
                <a:ext uri="{FF2B5EF4-FFF2-40B4-BE49-F238E27FC236}">
                  <a16:creationId xmlns:a16="http://schemas.microsoft.com/office/drawing/2014/main" id="{19A4FDB5-0D94-C153-ABF0-3307A7B6ED30}"/>
                </a:ext>
              </a:extLst>
            </p:cNvPr>
            <p:cNvSpPr txBox="1">
              <a:spLocks noChangeArrowheads="1"/>
            </p:cNvSpPr>
            <p:nvPr/>
          </p:nvSpPr>
          <p:spPr bwMode="auto">
            <a:xfrm>
              <a:off x="6048" y="4752"/>
              <a:ext cx="1440"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truyền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đạt</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grpSp>
          <p:nvGrpSpPr>
            <p:cNvPr id="26633" name="Group 7">
              <a:extLst>
                <a:ext uri="{FF2B5EF4-FFF2-40B4-BE49-F238E27FC236}">
                  <a16:creationId xmlns:a16="http://schemas.microsoft.com/office/drawing/2014/main" id="{18D4A0C7-A557-E7D0-33B8-4572170D4A31}"/>
                </a:ext>
              </a:extLst>
            </p:cNvPr>
            <p:cNvGrpSpPr>
              <a:grpSpLocks/>
            </p:cNvGrpSpPr>
            <p:nvPr/>
          </p:nvGrpSpPr>
          <p:grpSpPr bwMode="auto">
            <a:xfrm>
              <a:off x="3024" y="864"/>
              <a:ext cx="5472" cy="5328"/>
              <a:chOff x="3024" y="864"/>
              <a:chExt cx="5472" cy="5328"/>
            </a:xfrm>
          </p:grpSpPr>
          <p:sp>
            <p:nvSpPr>
              <p:cNvPr id="26634" name="Oval 8">
                <a:extLst>
                  <a:ext uri="{FF2B5EF4-FFF2-40B4-BE49-F238E27FC236}">
                    <a16:creationId xmlns:a16="http://schemas.microsoft.com/office/drawing/2014/main" id="{4D52DBA3-D27D-1DE4-C223-9588BAA5AF03}"/>
                  </a:ext>
                </a:extLst>
              </p:cNvPr>
              <p:cNvSpPr>
                <a:spLocks noChangeArrowheads="1"/>
              </p:cNvSpPr>
              <p:nvPr/>
            </p:nvSpPr>
            <p:spPr bwMode="auto">
              <a:xfrm>
                <a:off x="3024" y="864"/>
                <a:ext cx="5472" cy="532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latin typeface="Times New Roman" panose="02020603050405020304" pitchFamily="18" charset="0"/>
                  <a:cs typeface="Times New Roman" panose="02020603050405020304" pitchFamily="18" charset="0"/>
                </a:endParaRPr>
              </a:p>
            </p:txBody>
          </p:sp>
          <p:sp>
            <p:nvSpPr>
              <p:cNvPr id="26635" name="Line 9">
                <a:extLst>
                  <a:ext uri="{FF2B5EF4-FFF2-40B4-BE49-F238E27FC236}">
                    <a16:creationId xmlns:a16="http://schemas.microsoft.com/office/drawing/2014/main" id="{4A6D1CC7-2425-4504-4512-6586B652A864}"/>
                  </a:ext>
                </a:extLst>
              </p:cNvPr>
              <p:cNvSpPr>
                <a:spLocks noChangeShapeType="1"/>
              </p:cNvSpPr>
              <p:nvPr/>
            </p:nvSpPr>
            <p:spPr bwMode="auto">
              <a:xfrm>
                <a:off x="3024" y="3456"/>
                <a:ext cx="54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6636" name="Line 10">
                <a:extLst>
                  <a:ext uri="{FF2B5EF4-FFF2-40B4-BE49-F238E27FC236}">
                    <a16:creationId xmlns:a16="http://schemas.microsoft.com/office/drawing/2014/main" id="{76B7EA88-3837-E53B-28EC-14E12D337235}"/>
                  </a:ext>
                </a:extLst>
              </p:cNvPr>
              <p:cNvSpPr>
                <a:spLocks noChangeShapeType="1"/>
              </p:cNvSpPr>
              <p:nvPr/>
            </p:nvSpPr>
            <p:spPr bwMode="auto">
              <a:xfrm flipV="1">
                <a:off x="5904" y="864"/>
                <a:ext cx="0" cy="53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6637" name="Line 11">
                <a:extLst>
                  <a:ext uri="{FF2B5EF4-FFF2-40B4-BE49-F238E27FC236}">
                    <a16:creationId xmlns:a16="http://schemas.microsoft.com/office/drawing/2014/main" id="{D205A04D-374E-F71C-EC6A-86DB861FAE35}"/>
                  </a:ext>
                </a:extLst>
              </p:cNvPr>
              <p:cNvSpPr>
                <a:spLocks noChangeShapeType="1"/>
              </p:cNvSpPr>
              <p:nvPr/>
            </p:nvSpPr>
            <p:spPr bwMode="auto">
              <a:xfrm>
                <a:off x="4032" y="1584"/>
                <a:ext cx="3744" cy="37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6638" name="Line 12">
                <a:extLst>
                  <a:ext uri="{FF2B5EF4-FFF2-40B4-BE49-F238E27FC236}">
                    <a16:creationId xmlns:a16="http://schemas.microsoft.com/office/drawing/2014/main" id="{9D9AF427-C963-5F01-6883-897BC357D6C6}"/>
                  </a:ext>
                </a:extLst>
              </p:cNvPr>
              <p:cNvSpPr>
                <a:spLocks noChangeShapeType="1"/>
              </p:cNvSpPr>
              <p:nvPr/>
            </p:nvSpPr>
            <p:spPr bwMode="auto">
              <a:xfrm flipH="1">
                <a:off x="3888" y="1728"/>
                <a:ext cx="3744" cy="37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6639" name="Text Box 13">
                <a:extLst>
                  <a:ext uri="{FF2B5EF4-FFF2-40B4-BE49-F238E27FC236}">
                    <a16:creationId xmlns:a16="http://schemas.microsoft.com/office/drawing/2014/main" id="{C0F8B6B9-0557-0B5E-9790-E3FDA5F4AEED}"/>
                  </a:ext>
                </a:extLst>
              </p:cNvPr>
              <p:cNvSpPr txBox="1">
                <a:spLocks noChangeArrowheads="1"/>
              </p:cNvSpPr>
              <p:nvPr/>
            </p:nvSpPr>
            <p:spPr bwMode="auto">
              <a:xfrm>
                <a:off x="5904" y="1296"/>
                <a:ext cx="1440"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latin typeface="Times New Roman" panose="02020603050405020304" pitchFamily="18" charset="0"/>
                    <a:cs typeface="Times New Roman" panose="02020603050405020304" pitchFamily="18" charset="0"/>
                  </a:rPr>
                  <a:t>Kỹ</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năng</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kỹ</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thuật</a:t>
                </a:r>
                <a:endParaRPr lang="en-US" altLang="en-US" sz="1400" dirty="0">
                  <a:latin typeface="Times New Roman" panose="02020603050405020304" pitchFamily="18" charset="0"/>
                  <a:cs typeface="Times New Roman" panose="02020603050405020304" pitchFamily="18" charset="0"/>
                </a:endParaRPr>
              </a:p>
            </p:txBody>
          </p:sp>
          <p:sp>
            <p:nvSpPr>
              <p:cNvPr id="26640" name="Text Box 14">
                <a:extLst>
                  <a:ext uri="{FF2B5EF4-FFF2-40B4-BE49-F238E27FC236}">
                    <a16:creationId xmlns:a16="http://schemas.microsoft.com/office/drawing/2014/main" id="{4F21C087-5B6A-8975-752B-A4F039B3C7B0}"/>
                  </a:ext>
                </a:extLst>
              </p:cNvPr>
              <p:cNvSpPr txBox="1">
                <a:spLocks noChangeArrowheads="1"/>
              </p:cNvSpPr>
              <p:nvPr/>
            </p:nvSpPr>
            <p:spPr bwMode="auto">
              <a:xfrm>
                <a:off x="6768" y="2592"/>
                <a:ext cx="1440"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lãnh</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đạo</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sp>
            <p:nvSpPr>
              <p:cNvPr id="26641" name="Text Box 15">
                <a:extLst>
                  <a:ext uri="{FF2B5EF4-FFF2-40B4-BE49-F238E27FC236}">
                    <a16:creationId xmlns:a16="http://schemas.microsoft.com/office/drawing/2014/main" id="{7D311ADA-D756-5673-A1AE-75A10E5A2531}"/>
                  </a:ext>
                </a:extLst>
              </p:cNvPr>
              <p:cNvSpPr txBox="1">
                <a:spLocks noChangeArrowheads="1"/>
              </p:cNvSpPr>
              <p:nvPr/>
            </p:nvSpPr>
            <p:spPr bwMode="auto">
              <a:xfrm>
                <a:off x="6624" y="3456"/>
                <a:ext cx="1728"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quản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lý</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các</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mối</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quan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hệ</a:t>
                </a:r>
                <a:r>
                  <a:rPr lang="en-US" altLang="en-US" sz="1400" dirty="0">
                    <a:solidFill>
                      <a:srgbClr val="003399"/>
                    </a:solidFill>
                    <a:latin typeface="Times New Roman" panose="02020603050405020304" pitchFamily="18" charset="0"/>
                    <a:cs typeface="Times New Roman" panose="02020603050405020304" pitchFamily="18" charset="0"/>
                  </a:rPr>
                  <a:t> &amp; </a:t>
                </a:r>
                <a:r>
                  <a:rPr lang="en-US" altLang="en-US" sz="1400" dirty="0" err="1">
                    <a:solidFill>
                      <a:srgbClr val="003399"/>
                    </a:solidFill>
                    <a:latin typeface="Times New Roman" panose="02020603050405020304" pitchFamily="18" charset="0"/>
                    <a:cs typeface="Times New Roman" panose="02020603050405020304" pitchFamily="18" charset="0"/>
                  </a:rPr>
                  <a:t>quản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lý</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nguồn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lực</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sp>
            <p:nvSpPr>
              <p:cNvPr id="26642" name="Text Box 16">
                <a:extLst>
                  <a:ext uri="{FF2B5EF4-FFF2-40B4-BE49-F238E27FC236}">
                    <a16:creationId xmlns:a16="http://schemas.microsoft.com/office/drawing/2014/main" id="{84CB25E5-F26F-CD77-96EC-8D171CAE9E69}"/>
                  </a:ext>
                </a:extLst>
              </p:cNvPr>
              <p:cNvSpPr txBox="1">
                <a:spLocks noChangeArrowheads="1"/>
              </p:cNvSpPr>
              <p:nvPr/>
            </p:nvSpPr>
            <p:spPr bwMode="auto">
              <a:xfrm>
                <a:off x="4464" y="4752"/>
                <a:ext cx="172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thương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lượng</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sp>
            <p:nvSpPr>
              <p:cNvPr id="26643" name="Text Box 17">
                <a:extLst>
                  <a:ext uri="{FF2B5EF4-FFF2-40B4-BE49-F238E27FC236}">
                    <a16:creationId xmlns:a16="http://schemas.microsoft.com/office/drawing/2014/main" id="{59A10F99-4C81-13DF-6D7A-81C7A6B598A3}"/>
                  </a:ext>
                </a:extLst>
              </p:cNvPr>
              <p:cNvSpPr txBox="1">
                <a:spLocks noChangeArrowheads="1"/>
              </p:cNvSpPr>
              <p:nvPr/>
            </p:nvSpPr>
            <p:spPr bwMode="auto">
              <a:xfrm>
                <a:off x="3168" y="3456"/>
                <a:ext cx="2160" cy="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tiếp</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thị</a:t>
                </a:r>
                <a:r>
                  <a:rPr lang="en-US" altLang="en-US" sz="1400" dirty="0">
                    <a:solidFill>
                      <a:srgbClr val="003399"/>
                    </a:solidFill>
                    <a:latin typeface="Times New Roman" panose="02020603050405020304" pitchFamily="18" charset="0"/>
                    <a:cs typeface="Times New Roman" panose="02020603050405020304" pitchFamily="18" charset="0"/>
                  </a:rPr>
                  <a:t> &amp; </a:t>
                </a:r>
                <a:r>
                  <a:rPr lang="en-US" altLang="en-US" sz="1400" dirty="0" err="1">
                    <a:solidFill>
                      <a:srgbClr val="003399"/>
                    </a:solidFill>
                    <a:latin typeface="Times New Roman" panose="02020603050405020304" pitchFamily="18" charset="0"/>
                    <a:cs typeface="Times New Roman" panose="02020603050405020304" pitchFamily="18" charset="0"/>
                  </a:rPr>
                  <a:t>ký</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kết</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hợp</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đồng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với</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khách</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hàng</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sp>
            <p:nvSpPr>
              <p:cNvPr id="26644" name="Text Box 18">
                <a:extLst>
                  <a:ext uri="{FF2B5EF4-FFF2-40B4-BE49-F238E27FC236}">
                    <a16:creationId xmlns:a16="http://schemas.microsoft.com/office/drawing/2014/main" id="{4AA58C40-FEDE-56A0-6B93-969916317737}"/>
                  </a:ext>
                </a:extLst>
              </p:cNvPr>
              <p:cNvSpPr txBox="1">
                <a:spLocks noChangeArrowheads="1"/>
              </p:cNvSpPr>
              <p:nvPr/>
            </p:nvSpPr>
            <p:spPr bwMode="auto">
              <a:xfrm>
                <a:off x="3168" y="2448"/>
                <a:ext cx="1728"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solidFill>
                      <a:srgbClr val="003399"/>
                    </a:solidFill>
                    <a:latin typeface="Times New Roman" panose="02020603050405020304" pitchFamily="18" charset="0"/>
                    <a:cs typeface="Times New Roman" panose="02020603050405020304" pitchFamily="18" charset="0"/>
                  </a:rPr>
                  <a:t>Kỹ</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năng</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lập</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ngân</a:t>
                </a:r>
                <a:r>
                  <a:rPr lang="en-US" altLang="en-US" sz="1400" dirty="0">
                    <a:solidFill>
                      <a:srgbClr val="003399"/>
                    </a:solidFill>
                    <a:latin typeface="Times New Roman" panose="02020603050405020304" pitchFamily="18" charset="0"/>
                    <a:cs typeface="Times New Roman" panose="02020603050405020304" pitchFamily="18" charset="0"/>
                  </a:rPr>
                  <a:t> </a:t>
                </a:r>
                <a:r>
                  <a:rPr lang="en-US" altLang="en-US" sz="1400" dirty="0" err="1">
                    <a:solidFill>
                      <a:srgbClr val="003399"/>
                    </a:solidFill>
                    <a:latin typeface="Times New Roman" panose="02020603050405020304" pitchFamily="18" charset="0"/>
                    <a:cs typeface="Times New Roman" panose="02020603050405020304" pitchFamily="18" charset="0"/>
                  </a:rPr>
                  <a:t>sách</a:t>
                </a:r>
                <a:endParaRPr lang="en-US" altLang="en-US" sz="1400" dirty="0">
                  <a:solidFill>
                    <a:srgbClr val="003399"/>
                  </a:solidFill>
                  <a:latin typeface="Times New Roman" panose="02020603050405020304" pitchFamily="18" charset="0"/>
                  <a:cs typeface="Times New Roman" panose="02020603050405020304" pitchFamily="18" charset="0"/>
                </a:endParaRPr>
              </a:p>
            </p:txBody>
          </p:sp>
          <p:sp>
            <p:nvSpPr>
              <p:cNvPr id="26645" name="Text Box 19">
                <a:extLst>
                  <a:ext uri="{FF2B5EF4-FFF2-40B4-BE49-F238E27FC236}">
                    <a16:creationId xmlns:a16="http://schemas.microsoft.com/office/drawing/2014/main" id="{C00225F9-A13C-13F1-6543-1EDDDFAD5A84}"/>
                  </a:ext>
                </a:extLst>
              </p:cNvPr>
              <p:cNvSpPr txBox="1">
                <a:spLocks noChangeArrowheads="1"/>
              </p:cNvSpPr>
              <p:nvPr/>
            </p:nvSpPr>
            <p:spPr bwMode="auto">
              <a:xfrm>
                <a:off x="4176" y="1152"/>
                <a:ext cx="1728"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dirty="0" err="1">
                    <a:latin typeface="Times New Roman" panose="02020603050405020304" pitchFamily="18" charset="0"/>
                    <a:cs typeface="Times New Roman" panose="02020603050405020304" pitchFamily="18" charset="0"/>
                  </a:rPr>
                  <a:t>Kỹ</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năng</a:t>
                </a:r>
                <a:r>
                  <a:rPr lang="en-US" altLang="en-US" sz="1400" dirty="0">
                    <a:latin typeface="Times New Roman" panose="02020603050405020304" pitchFamily="18" charset="0"/>
                    <a:cs typeface="Times New Roman" panose="02020603050405020304" pitchFamily="18" charset="0"/>
                  </a:rPr>
                  <a:t> QL </a:t>
                </a:r>
                <a:r>
                  <a:rPr lang="en-US" altLang="en-US" sz="1400" dirty="0" err="1">
                    <a:latin typeface="Times New Roman" panose="02020603050405020304" pitchFamily="18" charset="0"/>
                    <a:cs typeface="Times New Roman" panose="02020603050405020304" pitchFamily="18" charset="0"/>
                  </a:rPr>
                  <a:t>thời</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gian</a:t>
                </a:r>
                <a:r>
                  <a:rPr lang="en-US" altLang="en-US" sz="1400" dirty="0">
                    <a:latin typeface="Times New Roman" panose="02020603050405020304" pitchFamily="18" charset="0"/>
                    <a:cs typeface="Times New Roman" panose="02020603050405020304" pitchFamily="18" charset="0"/>
                  </a:rPr>
                  <a:t> &amp; </a:t>
                </a:r>
                <a:r>
                  <a:rPr lang="en-US" altLang="en-US" sz="1400" dirty="0" err="1">
                    <a:latin typeface="Times New Roman" panose="02020603050405020304" pitchFamily="18" charset="0"/>
                    <a:cs typeface="Times New Roman" panose="02020603050405020304" pitchFamily="18" charset="0"/>
                  </a:rPr>
                  <a:t>Lập</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tiến</a:t>
                </a:r>
                <a:r>
                  <a:rPr lang="en-US" altLang="en-US" sz="1400" dirty="0">
                    <a:latin typeface="Times New Roman" panose="02020603050405020304" pitchFamily="18" charset="0"/>
                    <a:cs typeface="Times New Roman" panose="02020603050405020304" pitchFamily="18" charset="0"/>
                  </a:rPr>
                  <a:t> </a:t>
                </a:r>
                <a:r>
                  <a:rPr lang="en-US" altLang="en-US" sz="1400" dirty="0" err="1">
                    <a:latin typeface="Times New Roman" panose="02020603050405020304" pitchFamily="18" charset="0"/>
                    <a:cs typeface="Times New Roman" panose="02020603050405020304" pitchFamily="18" charset="0"/>
                  </a:rPr>
                  <a:t>độ</a:t>
                </a:r>
                <a:endParaRPr lang="en-US" altLang="en-US" sz="1400" dirty="0">
                  <a:latin typeface="Times New Roman" panose="02020603050405020304" pitchFamily="18" charset="0"/>
                  <a:cs typeface="Times New Roman" panose="02020603050405020304" pitchFamily="18" charset="0"/>
                </a:endParaRPr>
              </a:p>
            </p:txBody>
          </p:sp>
        </p:grpSp>
      </p:grpSp>
      <p:pic>
        <p:nvPicPr>
          <p:cNvPr id="26631" name="Picture 20">
            <a:extLst>
              <a:ext uri="{FF2B5EF4-FFF2-40B4-BE49-F238E27FC236}">
                <a16:creationId xmlns:a16="http://schemas.microsoft.com/office/drawing/2014/main" id="{DBDB60C8-76A3-65B9-2187-1FFECF254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200400"/>
            <a:ext cx="27908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B63D8B13-74BA-7270-8D13-2EAB345150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CB1749B-E284-4209-A565-6CB132786946}" type="slidenum">
              <a:rPr lang="en-US" altLang="en-US" b="0"/>
              <a:pPr/>
              <a:t>25</a:t>
            </a:fld>
            <a:endParaRPr lang="en-US" altLang="en-US" b="0"/>
          </a:p>
        </p:txBody>
      </p:sp>
      <p:sp>
        <p:nvSpPr>
          <p:cNvPr id="27651" name="Rectangle 2">
            <a:extLst>
              <a:ext uri="{FF2B5EF4-FFF2-40B4-BE49-F238E27FC236}">
                <a16:creationId xmlns:a16="http://schemas.microsoft.com/office/drawing/2014/main" id="{B0F26382-54E4-3FD9-8D77-5250A76A0EE3}"/>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7652" name="Rectangle 3">
            <a:extLst>
              <a:ext uri="{FF2B5EF4-FFF2-40B4-BE49-F238E27FC236}">
                <a16:creationId xmlns:a16="http://schemas.microsoft.com/office/drawing/2014/main" id="{6E0AE661-7D6C-AF32-ED8E-0681F04802C9}"/>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7653" name="Rectangle 4">
            <a:extLst>
              <a:ext uri="{FF2B5EF4-FFF2-40B4-BE49-F238E27FC236}">
                <a16:creationId xmlns:a16="http://schemas.microsoft.com/office/drawing/2014/main" id="{B7C7408D-2568-ADF8-58B2-572AD1C87BEF}"/>
              </a:ext>
            </a:extLst>
          </p:cNvPr>
          <p:cNvSpPr>
            <a:spLocks noChangeArrowheads="1"/>
          </p:cNvSpPr>
          <p:nvPr/>
        </p:nvSpPr>
        <p:spPr bwMode="auto">
          <a:xfrm>
            <a:off x="6096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Phẩm chất của nhà QLDA</a:t>
            </a:r>
          </a:p>
          <a:p>
            <a:pPr lvl="1" algn="l" eaLnBrk="1" hangingPunct="1">
              <a:spcBef>
                <a:spcPct val="20000"/>
              </a:spcBef>
              <a:buClr>
                <a:schemeClr val="hlink"/>
              </a:buClr>
              <a:buSzPct val="55000"/>
              <a:buFont typeface="Wingdings" panose="05000000000000000000" pitchFamily="2" charset="2"/>
              <a:buChar char="n"/>
            </a:pPr>
            <a:r>
              <a:rPr lang="en-US" altLang="en-US" sz="2400" b="0"/>
              <a:t>Thật thà &amp; chính trực (Honesty &amp; Integrity)</a:t>
            </a:r>
          </a:p>
          <a:p>
            <a:pPr lvl="1" algn="l" eaLnBrk="1" hangingPunct="1">
              <a:spcBef>
                <a:spcPct val="20000"/>
              </a:spcBef>
              <a:buClr>
                <a:schemeClr val="hlink"/>
              </a:buClr>
              <a:buSzPct val="55000"/>
              <a:buFont typeface="Wingdings" panose="05000000000000000000" pitchFamily="2" charset="2"/>
              <a:buChar char="n"/>
            </a:pPr>
            <a:r>
              <a:rPr lang="en-US" altLang="en-US" sz="2400" b="0"/>
              <a:t>Khả năng ra quyết định (Decision Making Ability)</a:t>
            </a:r>
          </a:p>
          <a:p>
            <a:pPr lvl="1" algn="l" eaLnBrk="1" hangingPunct="1">
              <a:spcBef>
                <a:spcPct val="20000"/>
              </a:spcBef>
              <a:buClr>
                <a:schemeClr val="hlink"/>
              </a:buClr>
              <a:buSzPct val="55000"/>
              <a:buFont typeface="Wingdings" panose="05000000000000000000" pitchFamily="2" charset="2"/>
              <a:buChar char="n"/>
            </a:pPr>
            <a:r>
              <a:rPr lang="en-US" altLang="en-US" sz="2400" b="0"/>
              <a:t>Hiểu biết các vấn đề về con người (Understanding of Personal Problem)</a:t>
            </a:r>
          </a:p>
          <a:p>
            <a:pPr lvl="1" algn="l" eaLnBrk="1" hangingPunct="1">
              <a:spcBef>
                <a:spcPct val="20000"/>
              </a:spcBef>
              <a:buClr>
                <a:schemeClr val="hlink"/>
              </a:buClr>
              <a:buSzPct val="55000"/>
              <a:buFont typeface="Wingdings" panose="05000000000000000000" pitchFamily="2" charset="2"/>
              <a:buChar char="n"/>
            </a:pPr>
            <a:r>
              <a:rPr lang="en-US" altLang="en-US" sz="2400" b="0"/>
              <a:t>Tính chất linh hoạt, đa năng, nhiều tài (Versability)</a:t>
            </a:r>
            <a:endParaRPr lang="en-US" altLang="en-US" sz="2400" i="1"/>
          </a:p>
          <a:p>
            <a:pPr lvl="1" algn="l" eaLnBrk="1" hangingPunct="1">
              <a:spcBef>
                <a:spcPct val="20000"/>
              </a:spcBef>
              <a:buClr>
                <a:schemeClr val="hlink"/>
              </a:buClr>
              <a:buSzPct val="55000"/>
              <a:buFont typeface="Wingdings" panose="05000000000000000000" pitchFamily="2" charset="2"/>
              <a:buChar char="n"/>
            </a:pPr>
            <a:r>
              <a:rPr lang="en-US" altLang="en-US" sz="2400"/>
              <a:t>Khả năng giải quyết vấn đề</a:t>
            </a:r>
            <a:r>
              <a:rPr lang="en-US" altLang="en-US" sz="2400" b="0"/>
              <a:t> (Problem Solving) </a:t>
            </a:r>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8B4AA605-C968-8573-7564-D3A7DAC02E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CD4AF18-CFA8-4B16-9F61-EE5BE67A410F}" type="slidenum">
              <a:rPr lang="en-US" altLang="en-US" b="0"/>
              <a:pPr/>
              <a:t>26</a:t>
            </a:fld>
            <a:endParaRPr lang="en-US" altLang="en-US" b="0"/>
          </a:p>
        </p:txBody>
      </p:sp>
      <p:sp>
        <p:nvSpPr>
          <p:cNvPr id="28675" name="Rectangle 2">
            <a:extLst>
              <a:ext uri="{FF2B5EF4-FFF2-40B4-BE49-F238E27FC236}">
                <a16:creationId xmlns:a16="http://schemas.microsoft.com/office/drawing/2014/main" id="{D2EF60AE-24BF-4D8F-3064-DD41FBADBA3A}"/>
              </a:ext>
            </a:extLst>
          </p:cNvPr>
          <p:cNvSpPr>
            <a:spLocks noGrp="1" noChangeArrowheads="1"/>
          </p:cNvSpPr>
          <p:nvPr>
            <p:ph type="title"/>
          </p:nvPr>
        </p:nvSpPr>
        <p:spPr/>
        <p:txBody>
          <a:bodyPr/>
          <a:lstStyle/>
          <a:p>
            <a:pPr eaLnBrk="1" hangingPunct="1"/>
            <a:r>
              <a:rPr lang="en-US" altLang="en-US" sz="2800" b="1"/>
              <a:t>NHÀ QUẢN LÝ DỰ ÁN </a:t>
            </a:r>
            <a:br>
              <a:rPr lang="en-US" altLang="en-US" sz="2800" b="1"/>
            </a:br>
            <a:r>
              <a:rPr lang="en-US" altLang="en-US" sz="2800" b="1"/>
              <a:t>(PROJECT MANAGEMENT)</a:t>
            </a:r>
          </a:p>
        </p:txBody>
      </p:sp>
      <p:sp>
        <p:nvSpPr>
          <p:cNvPr id="28676" name="Rectangle 3">
            <a:extLst>
              <a:ext uri="{FF2B5EF4-FFF2-40B4-BE49-F238E27FC236}">
                <a16:creationId xmlns:a16="http://schemas.microsoft.com/office/drawing/2014/main" id="{A522334A-0ED8-E95C-DF97-26012F4E9062}"/>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28677" name="Rectangle 4">
            <a:extLst>
              <a:ext uri="{FF2B5EF4-FFF2-40B4-BE49-F238E27FC236}">
                <a16:creationId xmlns:a16="http://schemas.microsoft.com/office/drawing/2014/main" id="{196DF7E0-C504-CCA7-2255-D70A748F85A9}"/>
              </a:ext>
            </a:extLst>
          </p:cNvPr>
          <p:cNvSpPr>
            <a:spLocks noChangeArrowheads="1"/>
          </p:cNvSpPr>
          <p:nvPr/>
        </p:nvSpPr>
        <p:spPr bwMode="auto">
          <a:xfrm>
            <a:off x="5334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800">
                <a:solidFill>
                  <a:srgbClr val="FF0066"/>
                </a:solidFill>
              </a:rPr>
              <a:t>Chọn lựa nhà QLDA</a:t>
            </a:r>
          </a:p>
          <a:p>
            <a:pPr lvl="1" algn="l" eaLnBrk="1" hangingPunct="1">
              <a:spcBef>
                <a:spcPct val="20000"/>
              </a:spcBef>
              <a:buClr>
                <a:schemeClr val="hlink"/>
              </a:buClr>
              <a:buSzPct val="55000"/>
              <a:buFont typeface="Wingdings" panose="05000000000000000000" pitchFamily="2" charset="2"/>
              <a:buChar char="n"/>
            </a:pPr>
            <a:r>
              <a:rPr lang="en-US" altLang="en-US" sz="2400" b="0"/>
              <a:t>Biết tổng quát nhiều hơn chuyên sâu</a:t>
            </a:r>
          </a:p>
          <a:p>
            <a:pPr lvl="1" algn="l" eaLnBrk="1" hangingPunct="1">
              <a:spcBef>
                <a:spcPct val="20000"/>
              </a:spcBef>
              <a:buClr>
                <a:schemeClr val="hlink"/>
              </a:buClr>
              <a:buSzPct val="55000"/>
              <a:buFont typeface="Wingdings" panose="05000000000000000000" pitchFamily="2" charset="2"/>
              <a:buChar char="n"/>
            </a:pPr>
            <a:r>
              <a:rPr lang="en-US" altLang="en-US" sz="2400" b="0"/>
              <a:t>Có đầu óc tổng hợp hơn là đầu óc phân tích</a:t>
            </a:r>
          </a:p>
          <a:p>
            <a:pPr lvl="1" algn="l" eaLnBrk="1" hangingPunct="1">
              <a:spcBef>
                <a:spcPct val="20000"/>
              </a:spcBef>
              <a:buClr>
                <a:schemeClr val="hlink"/>
              </a:buClr>
              <a:buSzPct val="55000"/>
              <a:buFont typeface="Wingdings" panose="05000000000000000000" pitchFamily="2" charset="2"/>
              <a:buChar char="n"/>
            </a:pPr>
            <a:r>
              <a:rPr lang="en-US" altLang="en-US" sz="2400" b="0"/>
              <a:t>Là người thúc đẩy công việc hơn là người giám sát công việc</a:t>
            </a:r>
          </a:p>
          <a:p>
            <a:pPr lvl="1" algn="l" eaLnBrk="1" hangingPunct="1">
              <a:spcBef>
                <a:spcPct val="20000"/>
              </a:spcBef>
              <a:buClr>
                <a:schemeClr val="hlink"/>
              </a:buClr>
              <a:buSzPct val="55000"/>
              <a:buFont typeface="Wingdings" panose="05000000000000000000" pitchFamily="2" charset="2"/>
              <a:buChar char="n"/>
            </a:pPr>
            <a:r>
              <a:rPr lang="en-US" altLang="en-US" sz="2400" b="0"/>
              <a:t>Tuỳ theo quy mô của DA</a:t>
            </a:r>
            <a:r>
              <a:rPr lang="en-US" altLang="en-US" sz="3200" b="0"/>
              <a:t> </a:t>
            </a: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pic>
        <p:nvPicPr>
          <p:cNvPr id="28678" name="Picture 5">
            <a:extLst>
              <a:ext uri="{FF2B5EF4-FFF2-40B4-BE49-F238E27FC236}">
                <a16:creationId xmlns:a16="http://schemas.microsoft.com/office/drawing/2014/main" id="{0A98C512-42C7-DDC9-74E2-037F2BB2F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0" y="3505200"/>
            <a:ext cx="428625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5DBC5139-515F-C534-4AB2-3DC0D4138E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1028AD8-5EF2-4663-BC1F-A0ACE765284F}" type="slidenum">
              <a:rPr lang="en-US" altLang="en-US" b="0"/>
              <a:pPr/>
              <a:t>27</a:t>
            </a:fld>
            <a:endParaRPr lang="en-US" altLang="en-US" b="0"/>
          </a:p>
        </p:txBody>
      </p:sp>
      <p:sp>
        <p:nvSpPr>
          <p:cNvPr id="29699" name="Rectangle 2">
            <a:extLst>
              <a:ext uri="{FF2B5EF4-FFF2-40B4-BE49-F238E27FC236}">
                <a16:creationId xmlns:a16="http://schemas.microsoft.com/office/drawing/2014/main" id="{50F45C3A-13D1-CD49-7BD6-DA01857A0D5B}"/>
              </a:ext>
            </a:extLst>
          </p:cNvPr>
          <p:cNvSpPr>
            <a:spLocks noGrp="1" noChangeArrowheads="1"/>
          </p:cNvSpPr>
          <p:nvPr>
            <p:ph type="title"/>
          </p:nvPr>
        </p:nvSpPr>
        <p:spPr/>
        <p:txBody>
          <a:bodyPr/>
          <a:lstStyle/>
          <a:p>
            <a:pPr eaLnBrk="1" hangingPunct="1"/>
            <a:r>
              <a:rPr lang="en-US" altLang="en-US" b="1"/>
              <a:t>QUI TRÌNH QUẢN LÝ DỰ ÁN</a:t>
            </a:r>
          </a:p>
        </p:txBody>
      </p:sp>
      <p:sp>
        <p:nvSpPr>
          <p:cNvPr id="29700" name="Rectangle 3">
            <a:extLst>
              <a:ext uri="{FF2B5EF4-FFF2-40B4-BE49-F238E27FC236}">
                <a16:creationId xmlns:a16="http://schemas.microsoft.com/office/drawing/2014/main" id="{A1E5C698-FF2A-3C17-23F0-252CB499EC5A}"/>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29701" name="Rectangle 4">
            <a:extLst>
              <a:ext uri="{FF2B5EF4-FFF2-40B4-BE49-F238E27FC236}">
                <a16:creationId xmlns:a16="http://schemas.microsoft.com/office/drawing/2014/main" id="{47CDAC6A-4541-5F50-FBCD-BA65C31599E0}"/>
              </a:ext>
            </a:extLst>
          </p:cNvPr>
          <p:cNvSpPr>
            <a:spLocks noChangeArrowheads="1"/>
          </p:cNvSpPr>
          <p:nvPr/>
        </p:nvSpPr>
        <p:spPr bwMode="auto">
          <a:xfrm>
            <a:off x="609600" y="9906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600" b="0"/>
          </a:p>
          <a:p>
            <a:pPr algn="l" eaLnBrk="1" hangingPunct="1">
              <a:spcBef>
                <a:spcPct val="20000"/>
              </a:spcBef>
              <a:buClr>
                <a:schemeClr val="folHlink"/>
              </a:buClr>
              <a:buSzPct val="60000"/>
              <a:buFont typeface="Wingdings" panose="05000000000000000000" pitchFamily="2" charset="2"/>
              <a:buChar char="n"/>
            </a:pPr>
            <a:r>
              <a:rPr lang="en-US" altLang="en-US" sz="2800" b="0"/>
              <a:t>Qui trình là 1 chuỗi các hành động đưa tới kết quả mong muốn</a:t>
            </a:r>
            <a:r>
              <a:rPr lang="en-US" altLang="en-US" sz="2400" b="0"/>
              <a:t>. </a:t>
            </a:r>
          </a:p>
          <a:p>
            <a:pPr lvl="1" algn="l" eaLnBrk="1" hangingPunct="1">
              <a:spcBef>
                <a:spcPct val="20000"/>
              </a:spcBef>
              <a:buClr>
                <a:schemeClr val="hlink"/>
              </a:buClr>
              <a:buSzPct val="55000"/>
              <a:buFont typeface="Wingdings" panose="05000000000000000000" pitchFamily="2" charset="2"/>
              <a:buChar char="n"/>
            </a:pPr>
            <a:r>
              <a:rPr lang="en-US" altLang="en-US" sz="2400" b="0"/>
              <a:t>Khởi tạo: xác định dự án</a:t>
            </a:r>
          </a:p>
          <a:p>
            <a:pPr lvl="1" algn="l" eaLnBrk="1" hangingPunct="1">
              <a:spcBef>
                <a:spcPct val="20000"/>
              </a:spcBef>
              <a:buClr>
                <a:schemeClr val="hlink"/>
              </a:buClr>
              <a:buSzPct val="55000"/>
              <a:buFont typeface="Wingdings" panose="05000000000000000000" pitchFamily="2" charset="2"/>
              <a:buChar char="n"/>
            </a:pPr>
            <a:r>
              <a:rPr lang="en-US" altLang="en-US" sz="2400" b="0"/>
              <a:t>Lập kế hoạch (hoạch định): xác định và làm mịn mục đích, chọn lựa phương án tốt nhất trong qui trình hành động</a:t>
            </a:r>
          </a:p>
          <a:p>
            <a:pPr lvl="1" algn="l" eaLnBrk="1" hangingPunct="1">
              <a:spcBef>
                <a:spcPct val="20000"/>
              </a:spcBef>
              <a:buClr>
                <a:schemeClr val="hlink"/>
              </a:buClr>
              <a:buSzPct val="55000"/>
              <a:buFont typeface="Wingdings" panose="05000000000000000000" pitchFamily="2" charset="2"/>
              <a:buChar char="n"/>
            </a:pPr>
            <a:r>
              <a:rPr lang="en-US" altLang="en-US" sz="2400" b="0"/>
              <a:t>Thực hiện (tổ chức): phối hợp con người và các nguồn lực khác để thực hiện kế hoạch</a:t>
            </a:r>
          </a:p>
          <a:p>
            <a:pPr lvl="1" algn="l" eaLnBrk="1" hangingPunct="1">
              <a:spcBef>
                <a:spcPct val="20000"/>
              </a:spcBef>
              <a:buClr>
                <a:schemeClr val="hlink"/>
              </a:buClr>
              <a:buSzPct val="55000"/>
              <a:buFont typeface="Wingdings" panose="05000000000000000000" pitchFamily="2" charset="2"/>
              <a:buChar char="n"/>
            </a:pPr>
            <a:r>
              <a:rPr lang="en-US" altLang="en-US" sz="2400" b="0"/>
              <a:t>Kiểm soát (điều khiển) = giám sát + so sánh + sửa sai, đảm bảo các hoạt động theo đúng kế hoạch và hướng đến mục tiêu</a:t>
            </a:r>
          </a:p>
          <a:p>
            <a:pPr lvl="1" algn="l" eaLnBrk="1" hangingPunct="1">
              <a:spcBef>
                <a:spcPct val="20000"/>
              </a:spcBef>
              <a:buClr>
                <a:schemeClr val="hlink"/>
              </a:buClr>
              <a:buSzPct val="55000"/>
              <a:buFont typeface="Wingdings" panose="05000000000000000000" pitchFamily="2" charset="2"/>
              <a:buChar char="n"/>
            </a:pPr>
            <a:r>
              <a:rPr lang="en-US" altLang="en-US" sz="2400" b="0"/>
              <a:t>Kết thúc: đưa DA tới kết thúc đúng trình tự.</a:t>
            </a:r>
            <a:endParaRPr lang="en-US" altLang="en-US" sz="3600" b="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DE7CE5D9-0FEE-9705-79E7-6095F55259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3E4B23C-5332-4B95-804F-75DED6E1C9AA}" type="slidenum">
              <a:rPr lang="en-US" altLang="en-US" b="0"/>
              <a:pPr/>
              <a:t>28</a:t>
            </a:fld>
            <a:endParaRPr lang="en-US" altLang="en-US" b="0"/>
          </a:p>
        </p:txBody>
      </p:sp>
      <p:sp>
        <p:nvSpPr>
          <p:cNvPr id="30723" name="Rectangle 2">
            <a:extLst>
              <a:ext uri="{FF2B5EF4-FFF2-40B4-BE49-F238E27FC236}">
                <a16:creationId xmlns:a16="http://schemas.microsoft.com/office/drawing/2014/main" id="{28B042E7-AAD9-7CC6-4175-5DCE9078D5F6}"/>
              </a:ext>
            </a:extLst>
          </p:cNvPr>
          <p:cNvSpPr>
            <a:spLocks noGrp="1" noChangeArrowheads="1"/>
          </p:cNvSpPr>
          <p:nvPr>
            <p:ph type="title"/>
          </p:nvPr>
        </p:nvSpPr>
        <p:spPr/>
        <p:txBody>
          <a:bodyPr/>
          <a:lstStyle/>
          <a:p>
            <a:pPr eaLnBrk="1" hangingPunct="1"/>
            <a:r>
              <a:rPr lang="en-US" altLang="en-US" b="1"/>
              <a:t>CHU KỲ HOẠT ĐỘNG CỦA DỰ ÁN</a:t>
            </a:r>
          </a:p>
        </p:txBody>
      </p:sp>
      <p:sp>
        <p:nvSpPr>
          <p:cNvPr id="30724" name="Rectangle 3">
            <a:extLst>
              <a:ext uri="{FF2B5EF4-FFF2-40B4-BE49-F238E27FC236}">
                <a16:creationId xmlns:a16="http://schemas.microsoft.com/office/drawing/2014/main" id="{2A595EE2-64C6-5C1A-F14B-D8CA9F618F19}"/>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30725" name="Rectangle 4">
            <a:extLst>
              <a:ext uri="{FF2B5EF4-FFF2-40B4-BE49-F238E27FC236}">
                <a16:creationId xmlns:a16="http://schemas.microsoft.com/office/drawing/2014/main" id="{260647A7-4ACD-7787-0DD5-89D14BC9F552}"/>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600" b="0"/>
          </a:p>
          <a:p>
            <a:pPr algn="l" eaLnBrk="1" hangingPunct="1">
              <a:spcBef>
                <a:spcPct val="20000"/>
              </a:spcBef>
              <a:buClr>
                <a:schemeClr val="folHlink"/>
              </a:buClr>
              <a:buSzPct val="60000"/>
              <a:buFont typeface="Wingdings" panose="05000000000000000000" pitchFamily="2" charset="2"/>
              <a:buChar char="n"/>
            </a:pPr>
            <a:r>
              <a:rPr lang="en-US" altLang="en-US" sz="2400" b="0"/>
              <a:t>Mức chi phí và yêu cầu nhân lực thường:</a:t>
            </a:r>
            <a:r>
              <a:rPr lang="en-US" altLang="en-US" sz="2000" b="0"/>
              <a:t>		</a:t>
            </a:r>
          </a:p>
          <a:p>
            <a:pPr lvl="1" algn="l" eaLnBrk="1" hangingPunct="1">
              <a:spcBef>
                <a:spcPct val="20000"/>
              </a:spcBef>
              <a:buClr>
                <a:schemeClr val="hlink"/>
              </a:buClr>
              <a:buSzPct val="55000"/>
              <a:buFont typeface="Wingdings" panose="05000000000000000000" pitchFamily="2" charset="2"/>
              <a:buChar char="n"/>
            </a:pPr>
            <a:r>
              <a:rPr lang="en-US" altLang="en-US" sz="2000" b="0"/>
              <a:t>thấp khi mới bắt đầu dự án </a:t>
            </a:r>
          </a:p>
          <a:p>
            <a:pPr lvl="1" algn="l" eaLnBrk="1" hangingPunct="1">
              <a:spcBef>
                <a:spcPct val="20000"/>
              </a:spcBef>
              <a:buClr>
                <a:schemeClr val="hlink"/>
              </a:buClr>
              <a:buSzPct val="55000"/>
              <a:buFont typeface="Wingdings" panose="05000000000000000000" pitchFamily="2" charset="2"/>
              <a:buChar char="n"/>
            </a:pPr>
            <a:r>
              <a:rPr lang="en-US" altLang="en-US" sz="2000" b="0"/>
              <a:t>tăng cao hơn vào thời kỳ phát triển</a:t>
            </a:r>
          </a:p>
          <a:p>
            <a:pPr lvl="1" algn="l" eaLnBrk="1" hangingPunct="1">
              <a:spcBef>
                <a:spcPct val="20000"/>
              </a:spcBef>
              <a:buClr>
                <a:schemeClr val="hlink"/>
              </a:buClr>
              <a:buSzPct val="55000"/>
              <a:buFont typeface="Wingdings" panose="05000000000000000000" pitchFamily="2" charset="2"/>
              <a:buChar char="n"/>
            </a:pPr>
            <a:r>
              <a:rPr lang="en-US" altLang="en-US" sz="2000" b="0"/>
              <a:t>giảm nhanh khi dự án bước vào giai đoạn kết thúc </a:t>
            </a:r>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600" b="0"/>
          </a:p>
        </p:txBody>
      </p:sp>
      <p:pic>
        <p:nvPicPr>
          <p:cNvPr id="30726" name="Picture 7">
            <a:extLst>
              <a:ext uri="{FF2B5EF4-FFF2-40B4-BE49-F238E27FC236}">
                <a16:creationId xmlns:a16="http://schemas.microsoft.com/office/drawing/2014/main" id="{5E00EBE4-87A9-12C1-59F8-35B8A9575B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597275"/>
            <a:ext cx="78486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EE5B2247-371E-AFC5-948A-E38D4E76E8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5071916-1523-4092-98A5-4EB49F943BF6}" type="slidenum">
              <a:rPr lang="en-US" altLang="en-US" b="0"/>
              <a:pPr/>
              <a:t>29</a:t>
            </a:fld>
            <a:endParaRPr lang="en-US" altLang="en-US" b="0"/>
          </a:p>
        </p:txBody>
      </p:sp>
      <p:sp>
        <p:nvSpPr>
          <p:cNvPr id="31747" name="Rectangle 2">
            <a:extLst>
              <a:ext uri="{FF2B5EF4-FFF2-40B4-BE49-F238E27FC236}">
                <a16:creationId xmlns:a16="http://schemas.microsoft.com/office/drawing/2014/main" id="{B16FE44F-0717-B6BF-2CB6-FBBCED154F96}"/>
              </a:ext>
            </a:extLst>
          </p:cNvPr>
          <p:cNvSpPr>
            <a:spLocks noGrp="1" noChangeArrowheads="1"/>
          </p:cNvSpPr>
          <p:nvPr>
            <p:ph type="title"/>
          </p:nvPr>
        </p:nvSpPr>
        <p:spPr/>
        <p:txBody>
          <a:bodyPr/>
          <a:lstStyle/>
          <a:p>
            <a:pPr eaLnBrk="1" hangingPunct="1"/>
            <a:r>
              <a:rPr lang="en-US" altLang="en-US" b="1"/>
              <a:t>CHU KỲ HOẠT ĐỘNG CỦA DỰ ÁN</a:t>
            </a:r>
          </a:p>
        </p:txBody>
      </p:sp>
      <p:sp>
        <p:nvSpPr>
          <p:cNvPr id="31748" name="Rectangle 3">
            <a:extLst>
              <a:ext uri="{FF2B5EF4-FFF2-40B4-BE49-F238E27FC236}">
                <a16:creationId xmlns:a16="http://schemas.microsoft.com/office/drawing/2014/main" id="{AF80EC57-D93E-C323-0F78-22E264B19E76}"/>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a:p>
          <a:p>
            <a:pPr marL="533400" indent="-533400" eaLnBrk="1" hangingPunct="1"/>
            <a:endParaRPr lang="en-US" altLang="en-US" sz="2000"/>
          </a:p>
          <a:p>
            <a:pPr marL="914400" lvl="1" indent="-457200" eaLnBrk="1" hangingPunct="1">
              <a:buClr>
                <a:schemeClr val="folHlink"/>
              </a:buClr>
              <a:buSzPct val="60000"/>
            </a:pPr>
            <a:endParaRPr lang="en-US" altLang="en-US" sz="2000"/>
          </a:p>
          <a:p>
            <a:pPr marL="914400" lvl="1" indent="-457200" eaLnBrk="1" hangingPunct="1">
              <a:buClr>
                <a:schemeClr val="folHlink"/>
              </a:buClr>
              <a:buSzPct val="60000"/>
            </a:pPr>
            <a:endParaRPr lang="en-US" altLang="en-US" sz="3200"/>
          </a:p>
        </p:txBody>
      </p:sp>
      <p:sp>
        <p:nvSpPr>
          <p:cNvPr id="31749" name="Rectangle 4">
            <a:extLst>
              <a:ext uri="{FF2B5EF4-FFF2-40B4-BE49-F238E27FC236}">
                <a16:creationId xmlns:a16="http://schemas.microsoft.com/office/drawing/2014/main" id="{3C7F607D-CAC6-DB2F-BFAE-0844F281F967}"/>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600" b="0"/>
          </a:p>
          <a:p>
            <a:pPr algn="l" eaLnBrk="1" hangingPunct="1">
              <a:spcBef>
                <a:spcPct val="20000"/>
              </a:spcBef>
              <a:buClr>
                <a:schemeClr val="folHlink"/>
              </a:buClr>
              <a:buSzPct val="60000"/>
              <a:buFont typeface="Wingdings" panose="05000000000000000000" pitchFamily="2" charset="2"/>
              <a:buChar char="n"/>
            </a:pPr>
            <a:r>
              <a:rPr lang="en-US" altLang="en-US" sz="2400" b="0"/>
              <a:t>Các nhóm quy trình có thể xếp chồng lên nhau</a:t>
            </a:r>
          </a:p>
          <a:p>
            <a:pPr algn="l" eaLnBrk="1" hangingPunct="1">
              <a:spcBef>
                <a:spcPct val="20000"/>
              </a:spcBef>
              <a:buClr>
                <a:schemeClr val="folHlink"/>
              </a:buClr>
              <a:buSzPct val="60000"/>
              <a:buFont typeface="Wingdings" panose="05000000000000000000" pitchFamily="2" charset="2"/>
              <a:buChar char="n"/>
            </a:pPr>
            <a:r>
              <a:rPr lang="en-US" altLang="en-US" sz="2400" b="0"/>
              <a:t>Nhóm công việc hoạch định, điều khiển được thực hiện trong suốt chu kỳ hoạt động của dự án </a:t>
            </a:r>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600" b="0"/>
          </a:p>
        </p:txBody>
      </p:sp>
      <p:grpSp>
        <p:nvGrpSpPr>
          <p:cNvPr id="31750" name="Group 6">
            <a:extLst>
              <a:ext uri="{FF2B5EF4-FFF2-40B4-BE49-F238E27FC236}">
                <a16:creationId xmlns:a16="http://schemas.microsoft.com/office/drawing/2014/main" id="{A596F3F0-D243-7F39-CE10-E876FD5A8A6C}"/>
              </a:ext>
            </a:extLst>
          </p:cNvPr>
          <p:cNvGrpSpPr>
            <a:grpSpLocks/>
          </p:cNvGrpSpPr>
          <p:nvPr/>
        </p:nvGrpSpPr>
        <p:grpSpPr bwMode="auto">
          <a:xfrm>
            <a:off x="914400" y="3276600"/>
            <a:ext cx="8001000" cy="2971800"/>
            <a:chOff x="2426" y="1756"/>
            <a:chExt cx="7154" cy="2757"/>
          </a:xfrm>
        </p:grpSpPr>
        <p:sp>
          <p:nvSpPr>
            <p:cNvPr id="31751" name="Freeform 7">
              <a:extLst>
                <a:ext uri="{FF2B5EF4-FFF2-40B4-BE49-F238E27FC236}">
                  <a16:creationId xmlns:a16="http://schemas.microsoft.com/office/drawing/2014/main" id="{68BDCF4B-AA2E-AE60-2997-824B2CF16B63}"/>
                </a:ext>
              </a:extLst>
            </p:cNvPr>
            <p:cNvSpPr>
              <a:spLocks/>
            </p:cNvSpPr>
            <p:nvPr/>
          </p:nvSpPr>
          <p:spPr bwMode="auto">
            <a:xfrm>
              <a:off x="2654" y="2527"/>
              <a:ext cx="6774" cy="1986"/>
            </a:xfrm>
            <a:custGeom>
              <a:avLst/>
              <a:gdLst>
                <a:gd name="T0" fmla="*/ 0 w 4368"/>
                <a:gd name="T1" fmla="*/ 4361 h 1528"/>
                <a:gd name="T2" fmla="*/ 7773 w 4368"/>
                <a:gd name="T3" fmla="*/ 2445 h 1528"/>
                <a:gd name="T4" fmla="*/ 10273 w 4368"/>
                <a:gd name="T5" fmla="*/ 389 h 1528"/>
                <a:gd name="T6" fmla="*/ 16937 w 4368"/>
                <a:gd name="T7" fmla="*/ 389 h 1528"/>
                <a:gd name="T8" fmla="*/ 19990 w 4368"/>
                <a:gd name="T9" fmla="*/ 2716 h 1528"/>
                <a:gd name="T10" fmla="*/ 25264 w 4368"/>
                <a:gd name="T11" fmla="*/ 4361 h 1528"/>
                <a:gd name="T12" fmla="*/ 0 60000 65536"/>
                <a:gd name="T13" fmla="*/ 0 60000 65536"/>
                <a:gd name="T14" fmla="*/ 0 60000 65536"/>
                <a:gd name="T15" fmla="*/ 0 60000 65536"/>
                <a:gd name="T16" fmla="*/ 0 60000 65536"/>
                <a:gd name="T17" fmla="*/ 0 60000 65536"/>
                <a:gd name="T18" fmla="*/ 0 w 4368"/>
                <a:gd name="T19" fmla="*/ 0 h 1528"/>
                <a:gd name="T20" fmla="*/ 4368 w 4368"/>
                <a:gd name="T21" fmla="*/ 1528 h 1528"/>
              </a:gdLst>
              <a:ahLst/>
              <a:cxnLst>
                <a:cxn ang="T12">
                  <a:pos x="T0" y="T1"/>
                </a:cxn>
                <a:cxn ang="T13">
                  <a:pos x="T2" y="T3"/>
                </a:cxn>
                <a:cxn ang="T14">
                  <a:pos x="T4" y="T5"/>
                </a:cxn>
                <a:cxn ang="T15">
                  <a:pos x="T6" y="T7"/>
                </a:cxn>
                <a:cxn ang="T16">
                  <a:pos x="T8" y="T9"/>
                </a:cxn>
                <a:cxn ang="T17">
                  <a:pos x="T10" y="T11"/>
                </a:cxn>
              </a:cxnLst>
              <a:rect l="T18" t="T19" r="T20" b="T21"/>
              <a:pathLst>
                <a:path w="4368" h="1528">
                  <a:moveTo>
                    <a:pt x="0" y="1528"/>
                  </a:moveTo>
                  <a:cubicBezTo>
                    <a:pt x="524" y="1308"/>
                    <a:pt x="1048" y="1088"/>
                    <a:pt x="1344" y="856"/>
                  </a:cubicBezTo>
                  <a:cubicBezTo>
                    <a:pt x="1640" y="624"/>
                    <a:pt x="1512" y="256"/>
                    <a:pt x="1776" y="136"/>
                  </a:cubicBezTo>
                  <a:cubicBezTo>
                    <a:pt x="2040" y="16"/>
                    <a:pt x="2648" y="0"/>
                    <a:pt x="2928" y="136"/>
                  </a:cubicBezTo>
                  <a:cubicBezTo>
                    <a:pt x="3208" y="272"/>
                    <a:pt x="3216" y="720"/>
                    <a:pt x="3456" y="952"/>
                  </a:cubicBezTo>
                  <a:cubicBezTo>
                    <a:pt x="3696" y="1184"/>
                    <a:pt x="4032" y="1356"/>
                    <a:pt x="4368" y="1528"/>
                  </a:cubicBezTo>
                </a:path>
              </a:pathLst>
            </a:custGeom>
            <a:solidFill>
              <a:srgbClr val="99CCFF">
                <a:alpha val="50195"/>
              </a:srgbClr>
            </a:solidFill>
            <a:ln w="12700">
              <a:solidFill>
                <a:srgbClr val="000000"/>
              </a:solidFill>
              <a:round/>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1752" name="Line 8">
              <a:extLst>
                <a:ext uri="{FF2B5EF4-FFF2-40B4-BE49-F238E27FC236}">
                  <a16:creationId xmlns:a16="http://schemas.microsoft.com/office/drawing/2014/main" id="{AA2F7207-56B8-A154-05E8-8781EF50AE0F}"/>
                </a:ext>
              </a:extLst>
            </p:cNvPr>
            <p:cNvSpPr>
              <a:spLocks noChangeShapeType="1"/>
            </p:cNvSpPr>
            <p:nvPr/>
          </p:nvSpPr>
          <p:spPr bwMode="auto">
            <a:xfrm flipV="1">
              <a:off x="2580" y="2080"/>
              <a:ext cx="0" cy="2433"/>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31753" name="Line 9">
              <a:extLst>
                <a:ext uri="{FF2B5EF4-FFF2-40B4-BE49-F238E27FC236}">
                  <a16:creationId xmlns:a16="http://schemas.microsoft.com/office/drawing/2014/main" id="{D979DEA3-5938-3184-6122-51B56E564C09}"/>
                </a:ext>
              </a:extLst>
            </p:cNvPr>
            <p:cNvSpPr>
              <a:spLocks noChangeShapeType="1"/>
            </p:cNvSpPr>
            <p:nvPr/>
          </p:nvSpPr>
          <p:spPr bwMode="auto">
            <a:xfrm>
              <a:off x="2583" y="4513"/>
              <a:ext cx="6997"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54" name="Freeform 10">
              <a:extLst>
                <a:ext uri="{FF2B5EF4-FFF2-40B4-BE49-F238E27FC236}">
                  <a16:creationId xmlns:a16="http://schemas.microsoft.com/office/drawing/2014/main" id="{14A9C266-70CA-884B-4C0E-6711DB8EC94A}"/>
                </a:ext>
              </a:extLst>
            </p:cNvPr>
            <p:cNvSpPr>
              <a:spLocks/>
            </p:cNvSpPr>
            <p:nvPr/>
          </p:nvSpPr>
          <p:spPr bwMode="auto">
            <a:xfrm>
              <a:off x="7391" y="3471"/>
              <a:ext cx="2159" cy="1042"/>
            </a:xfrm>
            <a:custGeom>
              <a:avLst/>
              <a:gdLst>
                <a:gd name="T0" fmla="*/ 0 w 1392"/>
                <a:gd name="T1" fmla="*/ 3886 h 672"/>
                <a:gd name="T2" fmla="*/ 3611 w 1392"/>
                <a:gd name="T3" fmla="*/ 0 h 672"/>
                <a:gd name="T4" fmla="*/ 8056 w 1392"/>
                <a:gd name="T5" fmla="*/ 3886 h 672"/>
                <a:gd name="T6" fmla="*/ 0 60000 65536"/>
                <a:gd name="T7" fmla="*/ 0 60000 65536"/>
                <a:gd name="T8" fmla="*/ 0 60000 65536"/>
                <a:gd name="T9" fmla="*/ 0 w 1392"/>
                <a:gd name="T10" fmla="*/ 0 h 672"/>
                <a:gd name="T11" fmla="*/ 1392 w 1392"/>
                <a:gd name="T12" fmla="*/ 672 h 672"/>
              </a:gdLst>
              <a:ahLst/>
              <a:cxnLst>
                <a:cxn ang="T6">
                  <a:pos x="T0" y="T1"/>
                </a:cxn>
                <a:cxn ang="T7">
                  <a:pos x="T2" y="T3"/>
                </a:cxn>
                <a:cxn ang="T8">
                  <a:pos x="T4" y="T5"/>
                </a:cxn>
              </a:cxnLst>
              <a:rect l="T9" t="T10" r="T11" b="T12"/>
              <a:pathLst>
                <a:path w="1392" h="672">
                  <a:moveTo>
                    <a:pt x="0" y="672"/>
                  </a:moveTo>
                  <a:cubicBezTo>
                    <a:pt x="196" y="336"/>
                    <a:pt x="392" y="0"/>
                    <a:pt x="624" y="0"/>
                  </a:cubicBezTo>
                  <a:cubicBezTo>
                    <a:pt x="856" y="0"/>
                    <a:pt x="1124" y="336"/>
                    <a:pt x="1392" y="672"/>
                  </a:cubicBezTo>
                </a:path>
              </a:pathLst>
            </a:custGeom>
            <a:solidFill>
              <a:srgbClr val="00FF00">
                <a:alpha val="50195"/>
              </a:srgbClr>
            </a:solidFill>
            <a:ln w="12700">
              <a:solidFill>
                <a:srgbClr val="000000"/>
              </a:solidFill>
              <a:round/>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1755" name="AutoShape 11">
              <a:extLst>
                <a:ext uri="{FF2B5EF4-FFF2-40B4-BE49-F238E27FC236}">
                  <a16:creationId xmlns:a16="http://schemas.microsoft.com/office/drawing/2014/main" id="{27E00A9A-1CBC-B3C6-82B6-5F5F19188F9D}"/>
                </a:ext>
              </a:extLst>
            </p:cNvPr>
            <p:cNvSpPr>
              <a:spLocks noChangeArrowheads="1"/>
            </p:cNvSpPr>
            <p:nvPr/>
          </p:nvSpPr>
          <p:spPr bwMode="auto">
            <a:xfrm>
              <a:off x="2935" y="1756"/>
              <a:ext cx="1626" cy="499"/>
            </a:xfrm>
            <a:prstGeom prst="wedgeRectCallout">
              <a:avLst>
                <a:gd name="adj1" fmla="val 16361"/>
                <a:gd name="adj2" fmla="val 127301"/>
              </a:avLst>
            </a:prstGeom>
            <a:solidFill>
              <a:srgbClr val="FFFFFF">
                <a:alpha val="50195"/>
              </a:srgbClr>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a:solidFill>
                    <a:srgbClr val="000000"/>
                  </a:solidFill>
                  <a:latin typeface="Times New Roman" panose="02020603050405020304" pitchFamily="18" charset="0"/>
                </a:rPr>
                <a:t>Hoạch định</a:t>
              </a:r>
            </a:p>
          </p:txBody>
        </p:sp>
        <p:sp>
          <p:nvSpPr>
            <p:cNvPr id="31756" name="AutoShape 12">
              <a:extLst>
                <a:ext uri="{FF2B5EF4-FFF2-40B4-BE49-F238E27FC236}">
                  <a16:creationId xmlns:a16="http://schemas.microsoft.com/office/drawing/2014/main" id="{267DE3C7-DCC7-A6CD-BADE-4E76373B213A}"/>
                </a:ext>
              </a:extLst>
            </p:cNvPr>
            <p:cNvSpPr>
              <a:spLocks noChangeArrowheads="1"/>
            </p:cNvSpPr>
            <p:nvPr/>
          </p:nvSpPr>
          <p:spPr bwMode="auto">
            <a:xfrm>
              <a:off x="5425" y="1756"/>
              <a:ext cx="1504" cy="499"/>
            </a:xfrm>
            <a:prstGeom prst="wedgeRectCallout">
              <a:avLst>
                <a:gd name="adj1" fmla="val 4523"/>
                <a:gd name="adj2" fmla="val 116532"/>
              </a:avLst>
            </a:prstGeom>
            <a:solidFill>
              <a:srgbClr val="FFFFFF">
                <a:alpha val="50195"/>
              </a:srgbClr>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a:solidFill>
                    <a:srgbClr val="000000"/>
                  </a:solidFill>
                  <a:latin typeface="Times New Roman" panose="02020603050405020304" pitchFamily="18" charset="0"/>
                </a:rPr>
                <a:t>Thực hiện</a:t>
              </a:r>
            </a:p>
          </p:txBody>
        </p:sp>
        <p:sp>
          <p:nvSpPr>
            <p:cNvPr id="31757" name="AutoShape 13">
              <a:extLst>
                <a:ext uri="{FF2B5EF4-FFF2-40B4-BE49-F238E27FC236}">
                  <a16:creationId xmlns:a16="http://schemas.microsoft.com/office/drawing/2014/main" id="{C9535339-2D84-2E71-6B05-D263F355A0CA}"/>
                </a:ext>
              </a:extLst>
            </p:cNvPr>
            <p:cNvSpPr>
              <a:spLocks noChangeArrowheads="1"/>
            </p:cNvSpPr>
            <p:nvPr/>
          </p:nvSpPr>
          <p:spPr bwMode="auto">
            <a:xfrm>
              <a:off x="7753" y="2578"/>
              <a:ext cx="1412" cy="445"/>
            </a:xfrm>
            <a:prstGeom prst="wedgeRectCallout">
              <a:avLst>
                <a:gd name="adj1" fmla="val 144"/>
                <a:gd name="adj2" fmla="val 150898"/>
              </a:avLst>
            </a:prstGeom>
            <a:solidFill>
              <a:srgbClr val="FFFFFF">
                <a:alpha val="50195"/>
              </a:srgbClr>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a:solidFill>
                    <a:srgbClr val="000000"/>
                  </a:solidFill>
                  <a:latin typeface="Times New Roman" panose="02020603050405020304" pitchFamily="18" charset="0"/>
                </a:rPr>
                <a:t>Kết thúc</a:t>
              </a:r>
            </a:p>
          </p:txBody>
        </p:sp>
        <p:sp>
          <p:nvSpPr>
            <p:cNvPr id="31758" name="Freeform 14">
              <a:extLst>
                <a:ext uri="{FF2B5EF4-FFF2-40B4-BE49-F238E27FC236}">
                  <a16:creationId xmlns:a16="http://schemas.microsoft.com/office/drawing/2014/main" id="{0009FFBF-1E0F-4D2C-2556-CB53AF8EE8D2}"/>
                </a:ext>
              </a:extLst>
            </p:cNvPr>
            <p:cNvSpPr>
              <a:spLocks/>
            </p:cNvSpPr>
            <p:nvPr/>
          </p:nvSpPr>
          <p:spPr bwMode="auto">
            <a:xfrm>
              <a:off x="2580" y="2926"/>
              <a:ext cx="2159" cy="1587"/>
            </a:xfrm>
            <a:custGeom>
              <a:avLst/>
              <a:gdLst>
                <a:gd name="T0" fmla="*/ 0 w 1200"/>
                <a:gd name="T1" fmla="*/ 7540 h 944"/>
                <a:gd name="T2" fmla="*/ 4525 w 1200"/>
                <a:gd name="T3" fmla="*/ 257 h 944"/>
                <a:gd name="T4" fmla="*/ 9555 w 1200"/>
                <a:gd name="T5" fmla="*/ 6005 h 944"/>
                <a:gd name="T6" fmla="*/ 12573 w 1200"/>
                <a:gd name="T7" fmla="*/ 7540 h 944"/>
                <a:gd name="T8" fmla="*/ 0 60000 65536"/>
                <a:gd name="T9" fmla="*/ 0 60000 65536"/>
                <a:gd name="T10" fmla="*/ 0 60000 65536"/>
                <a:gd name="T11" fmla="*/ 0 60000 65536"/>
                <a:gd name="T12" fmla="*/ 0 w 1200"/>
                <a:gd name="T13" fmla="*/ 0 h 944"/>
                <a:gd name="T14" fmla="*/ 1200 w 1200"/>
                <a:gd name="T15" fmla="*/ 944 h 944"/>
              </a:gdLst>
              <a:ahLst/>
              <a:cxnLst>
                <a:cxn ang="T8">
                  <a:pos x="T0" y="T1"/>
                </a:cxn>
                <a:cxn ang="T9">
                  <a:pos x="T2" y="T3"/>
                </a:cxn>
                <a:cxn ang="T10">
                  <a:pos x="T4" y="T5"/>
                </a:cxn>
                <a:cxn ang="T11">
                  <a:pos x="T6" y="T7"/>
                </a:cxn>
              </a:cxnLst>
              <a:rect l="T12" t="T13" r="T14" b="T15"/>
              <a:pathLst>
                <a:path w="1200" h="944">
                  <a:moveTo>
                    <a:pt x="0" y="944"/>
                  </a:moveTo>
                  <a:cubicBezTo>
                    <a:pt x="140" y="504"/>
                    <a:pt x="280" y="64"/>
                    <a:pt x="432" y="32"/>
                  </a:cubicBezTo>
                  <a:cubicBezTo>
                    <a:pt x="584" y="0"/>
                    <a:pt x="784" y="600"/>
                    <a:pt x="912" y="752"/>
                  </a:cubicBezTo>
                  <a:cubicBezTo>
                    <a:pt x="1040" y="904"/>
                    <a:pt x="1120" y="924"/>
                    <a:pt x="1200" y="944"/>
                  </a:cubicBezTo>
                </a:path>
              </a:pathLst>
            </a:custGeom>
            <a:solidFill>
              <a:srgbClr val="CCFFFF">
                <a:alpha val="50195"/>
              </a:srgbClr>
            </a:solidFill>
            <a:ln w="12700">
              <a:solidFill>
                <a:srgbClr val="000000"/>
              </a:solidFill>
              <a:round/>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1759" name="AutoShape 15">
              <a:extLst>
                <a:ext uri="{FF2B5EF4-FFF2-40B4-BE49-F238E27FC236}">
                  <a16:creationId xmlns:a16="http://schemas.microsoft.com/office/drawing/2014/main" id="{2F502B6F-7C4F-2D73-78CA-F44567909B85}"/>
                </a:ext>
              </a:extLst>
            </p:cNvPr>
            <p:cNvSpPr>
              <a:spLocks noChangeArrowheads="1"/>
            </p:cNvSpPr>
            <p:nvPr/>
          </p:nvSpPr>
          <p:spPr bwMode="auto">
            <a:xfrm>
              <a:off x="2426" y="2397"/>
              <a:ext cx="1431" cy="463"/>
            </a:xfrm>
            <a:prstGeom prst="wedgeRectCallout">
              <a:avLst>
                <a:gd name="adj1" fmla="val -2343"/>
                <a:gd name="adj2" fmla="val 122569"/>
              </a:avLst>
            </a:prstGeom>
            <a:solidFill>
              <a:srgbClr val="FFFFFF">
                <a:alpha val="50195"/>
              </a:srgbClr>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a:solidFill>
                    <a:srgbClr val="000000"/>
                  </a:solidFill>
                  <a:latin typeface="Times New Roman" panose="02020603050405020304" pitchFamily="18" charset="0"/>
                </a:rPr>
                <a:t>Khởi động </a:t>
              </a:r>
            </a:p>
          </p:txBody>
        </p:sp>
        <p:sp>
          <p:nvSpPr>
            <p:cNvPr id="31760" name="Freeform 16">
              <a:extLst>
                <a:ext uri="{FF2B5EF4-FFF2-40B4-BE49-F238E27FC236}">
                  <a16:creationId xmlns:a16="http://schemas.microsoft.com/office/drawing/2014/main" id="{0DD54E6A-5CC6-A1E2-1A54-9BEBA6D0E08C}"/>
                </a:ext>
              </a:extLst>
            </p:cNvPr>
            <p:cNvSpPr>
              <a:spLocks/>
            </p:cNvSpPr>
            <p:nvPr/>
          </p:nvSpPr>
          <p:spPr bwMode="auto">
            <a:xfrm>
              <a:off x="2580" y="3765"/>
              <a:ext cx="6923" cy="748"/>
            </a:xfrm>
            <a:custGeom>
              <a:avLst/>
              <a:gdLst>
                <a:gd name="T0" fmla="*/ 0 w 4464"/>
                <a:gd name="T1" fmla="*/ 1638 h 576"/>
                <a:gd name="T2" fmla="*/ 13050 w 4464"/>
                <a:gd name="T3" fmla="*/ 0 h 576"/>
                <a:gd name="T4" fmla="*/ 25823 w 4464"/>
                <a:gd name="T5" fmla="*/ 1638 h 576"/>
                <a:gd name="T6" fmla="*/ 0 60000 65536"/>
                <a:gd name="T7" fmla="*/ 0 60000 65536"/>
                <a:gd name="T8" fmla="*/ 0 60000 65536"/>
                <a:gd name="T9" fmla="*/ 0 w 4464"/>
                <a:gd name="T10" fmla="*/ 0 h 576"/>
                <a:gd name="T11" fmla="*/ 4464 w 4464"/>
                <a:gd name="T12" fmla="*/ 576 h 576"/>
              </a:gdLst>
              <a:ahLst/>
              <a:cxnLst>
                <a:cxn ang="T6">
                  <a:pos x="T0" y="T1"/>
                </a:cxn>
                <a:cxn ang="T7">
                  <a:pos x="T2" y="T3"/>
                </a:cxn>
                <a:cxn ang="T8">
                  <a:pos x="T4" y="T5"/>
                </a:cxn>
              </a:cxnLst>
              <a:rect l="T9" t="T10" r="T11" b="T12"/>
              <a:pathLst>
                <a:path w="4464" h="576">
                  <a:moveTo>
                    <a:pt x="0" y="576"/>
                  </a:moveTo>
                  <a:cubicBezTo>
                    <a:pt x="756" y="288"/>
                    <a:pt x="1512" y="0"/>
                    <a:pt x="2256" y="0"/>
                  </a:cubicBezTo>
                  <a:cubicBezTo>
                    <a:pt x="3000" y="0"/>
                    <a:pt x="3732" y="288"/>
                    <a:pt x="4464" y="576"/>
                  </a:cubicBezTo>
                </a:path>
              </a:pathLst>
            </a:custGeom>
            <a:solidFill>
              <a:srgbClr val="FFCCCC">
                <a:alpha val="50195"/>
              </a:srgbClr>
            </a:solidFill>
            <a:ln w="12700">
              <a:solidFill>
                <a:srgbClr val="000000"/>
              </a:solidFill>
              <a:round/>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1761" name="Freeform 17">
              <a:extLst>
                <a:ext uri="{FF2B5EF4-FFF2-40B4-BE49-F238E27FC236}">
                  <a16:creationId xmlns:a16="http://schemas.microsoft.com/office/drawing/2014/main" id="{DB388856-7DA7-53A8-AD7E-291D4C14C4E0}"/>
                </a:ext>
              </a:extLst>
            </p:cNvPr>
            <p:cNvSpPr>
              <a:spLocks/>
            </p:cNvSpPr>
            <p:nvPr/>
          </p:nvSpPr>
          <p:spPr bwMode="auto">
            <a:xfrm>
              <a:off x="2580" y="2600"/>
              <a:ext cx="6364" cy="1913"/>
            </a:xfrm>
            <a:custGeom>
              <a:avLst/>
              <a:gdLst>
                <a:gd name="T0" fmla="*/ 0 w 3648"/>
                <a:gd name="T1" fmla="*/ 4199 h 1472"/>
                <a:gd name="T2" fmla="*/ 4443 w 3648"/>
                <a:gd name="T3" fmla="*/ 2829 h 1472"/>
                <a:gd name="T4" fmla="*/ 8449 w 3648"/>
                <a:gd name="T5" fmla="*/ 92 h 1472"/>
                <a:gd name="T6" fmla="*/ 22675 w 3648"/>
                <a:gd name="T7" fmla="*/ 3378 h 1472"/>
                <a:gd name="T8" fmla="*/ 33788 w 3648"/>
                <a:gd name="T9" fmla="*/ 4199 h 1472"/>
                <a:gd name="T10" fmla="*/ 0 60000 65536"/>
                <a:gd name="T11" fmla="*/ 0 60000 65536"/>
                <a:gd name="T12" fmla="*/ 0 60000 65536"/>
                <a:gd name="T13" fmla="*/ 0 60000 65536"/>
                <a:gd name="T14" fmla="*/ 0 60000 65536"/>
                <a:gd name="T15" fmla="*/ 0 w 3648"/>
                <a:gd name="T16" fmla="*/ 0 h 1472"/>
                <a:gd name="T17" fmla="*/ 3648 w 3648"/>
                <a:gd name="T18" fmla="*/ 1472 h 1472"/>
              </a:gdLst>
              <a:ahLst/>
              <a:cxnLst>
                <a:cxn ang="T10">
                  <a:pos x="T0" y="T1"/>
                </a:cxn>
                <a:cxn ang="T11">
                  <a:pos x="T2" y="T3"/>
                </a:cxn>
                <a:cxn ang="T12">
                  <a:pos x="T4" y="T5"/>
                </a:cxn>
                <a:cxn ang="T13">
                  <a:pos x="T6" y="T7"/>
                </a:cxn>
                <a:cxn ang="T14">
                  <a:pos x="T8" y="T9"/>
                </a:cxn>
              </a:cxnLst>
              <a:rect l="T15" t="T16" r="T17" b="T18"/>
              <a:pathLst>
                <a:path w="3648" h="1472">
                  <a:moveTo>
                    <a:pt x="0" y="1472"/>
                  </a:moveTo>
                  <a:cubicBezTo>
                    <a:pt x="164" y="1352"/>
                    <a:pt x="328" y="1232"/>
                    <a:pt x="480" y="992"/>
                  </a:cubicBezTo>
                  <a:cubicBezTo>
                    <a:pt x="632" y="752"/>
                    <a:pt x="584" y="0"/>
                    <a:pt x="912" y="32"/>
                  </a:cubicBezTo>
                  <a:cubicBezTo>
                    <a:pt x="1240" y="64"/>
                    <a:pt x="1992" y="944"/>
                    <a:pt x="2448" y="1184"/>
                  </a:cubicBezTo>
                  <a:cubicBezTo>
                    <a:pt x="2904" y="1424"/>
                    <a:pt x="3276" y="1448"/>
                    <a:pt x="3648" y="1472"/>
                  </a:cubicBezTo>
                </a:path>
              </a:pathLst>
            </a:custGeom>
            <a:solidFill>
              <a:srgbClr val="FFFF99">
                <a:alpha val="50195"/>
              </a:srgbClr>
            </a:solidFill>
            <a:ln w="12700">
              <a:solidFill>
                <a:srgbClr val="000000"/>
              </a:solidFill>
              <a:round/>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1762" name="AutoShape 18">
              <a:extLst>
                <a:ext uri="{FF2B5EF4-FFF2-40B4-BE49-F238E27FC236}">
                  <a16:creationId xmlns:a16="http://schemas.microsoft.com/office/drawing/2014/main" id="{A1E384F1-5920-CDAB-BE9F-02030A36B9C5}"/>
                </a:ext>
              </a:extLst>
            </p:cNvPr>
            <p:cNvSpPr>
              <a:spLocks noChangeArrowheads="1"/>
            </p:cNvSpPr>
            <p:nvPr/>
          </p:nvSpPr>
          <p:spPr bwMode="auto">
            <a:xfrm>
              <a:off x="5672" y="2703"/>
              <a:ext cx="1787" cy="693"/>
            </a:xfrm>
            <a:prstGeom prst="wedgeRectCallout">
              <a:avLst>
                <a:gd name="adj1" fmla="val 15361"/>
                <a:gd name="adj2" fmla="val 112194"/>
              </a:avLst>
            </a:prstGeom>
            <a:solidFill>
              <a:srgbClr val="FFFFFF">
                <a:alpha val="50195"/>
              </a:srgbClr>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000">
                  <a:solidFill>
                    <a:srgbClr val="000000"/>
                  </a:solidFill>
                  <a:latin typeface="Times New Roman" panose="02020603050405020304" pitchFamily="18" charset="0"/>
                </a:rPr>
                <a:t>Giám sát, điều khiển</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17D51A40-F1B6-C4E7-9343-BAD8D38899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A9BEC39-09D0-4250-802B-4AFFA8CBFA40}" type="slidenum">
              <a:rPr lang="en-US" altLang="en-US" b="0"/>
              <a:pPr/>
              <a:t>30</a:t>
            </a:fld>
            <a:endParaRPr lang="en-US" altLang="en-US" b="0"/>
          </a:p>
        </p:txBody>
      </p:sp>
      <p:sp>
        <p:nvSpPr>
          <p:cNvPr id="32771" name="Rectangle 2">
            <a:extLst>
              <a:ext uri="{FF2B5EF4-FFF2-40B4-BE49-F238E27FC236}">
                <a16:creationId xmlns:a16="http://schemas.microsoft.com/office/drawing/2014/main" id="{0356511A-9C2C-D9D2-51DB-D80334ECC614}"/>
              </a:ext>
            </a:extLst>
          </p:cNvPr>
          <p:cNvSpPr>
            <a:spLocks noGrp="1" noChangeArrowheads="1"/>
          </p:cNvSpPr>
          <p:nvPr>
            <p:ph type="title"/>
          </p:nvPr>
        </p:nvSpPr>
        <p:spPr/>
        <p:txBody>
          <a:bodyPr/>
          <a:lstStyle/>
          <a:p>
            <a:pPr eaLnBrk="1" hangingPunct="1"/>
            <a:r>
              <a:rPr lang="en-US" altLang="en-US" b="1"/>
              <a:t>VÒNG ĐỜI PHÁT TRIỂN CỦA DỰ ÁN</a:t>
            </a:r>
          </a:p>
        </p:txBody>
      </p:sp>
      <p:sp>
        <p:nvSpPr>
          <p:cNvPr id="32772" name="Rectangle 3">
            <a:extLst>
              <a:ext uri="{FF2B5EF4-FFF2-40B4-BE49-F238E27FC236}">
                <a16:creationId xmlns:a16="http://schemas.microsoft.com/office/drawing/2014/main" id="{F681A23E-F523-EE8F-D9E1-EA7EFF1ACCD3}"/>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32773" name="Rectangle 4">
            <a:extLst>
              <a:ext uri="{FF2B5EF4-FFF2-40B4-BE49-F238E27FC236}">
                <a16:creationId xmlns:a16="http://schemas.microsoft.com/office/drawing/2014/main" id="{BFF15CD0-B7BC-8EFA-31D0-99D3F6E6E6D1}"/>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200" b="0"/>
              <a:t>Vòng đời phát triển (SDLC: Systems Development Life Cycle) của dự án: là khung làm việc dùng để mô tả các giai đoạn trong quá trình phát triển &amp; duy trì hệ thống thông tin. </a:t>
            </a:r>
          </a:p>
          <a:p>
            <a:pPr algn="l" eaLnBrk="1" hangingPunct="1">
              <a:spcBef>
                <a:spcPct val="20000"/>
              </a:spcBef>
              <a:buClr>
                <a:schemeClr val="folHlink"/>
              </a:buClr>
              <a:buSzPct val="60000"/>
              <a:buFont typeface="Wingdings" panose="05000000000000000000" pitchFamily="2" charset="2"/>
              <a:buChar char="n"/>
            </a:pPr>
            <a:r>
              <a:rPr lang="en-US" altLang="en-US" sz="2200" b="0"/>
              <a:t>SDLC cơ bản là nhóm các giai đoạn của DA. </a:t>
            </a:r>
          </a:p>
          <a:p>
            <a:pPr algn="l" eaLnBrk="1" hangingPunct="1">
              <a:spcBef>
                <a:spcPct val="20000"/>
              </a:spcBef>
              <a:buClr>
                <a:schemeClr val="folHlink"/>
              </a:buClr>
              <a:buSzPct val="60000"/>
              <a:buFont typeface="Wingdings" panose="05000000000000000000" pitchFamily="2" charset="2"/>
              <a:buChar char="n"/>
            </a:pPr>
            <a:r>
              <a:rPr lang="en-US" altLang="en-US" sz="2200" b="0"/>
              <a:t>Các giai đoạn của DA thay đổi tùy theo DA, tổ chức hoặc lãnh vực kinh doanh, thường chia là 4 giai đoạn:</a:t>
            </a:r>
          </a:p>
          <a:p>
            <a:pPr lvl="1" algn="l" eaLnBrk="1" hangingPunct="1">
              <a:spcBef>
                <a:spcPct val="20000"/>
              </a:spcBef>
              <a:buClr>
                <a:schemeClr val="hlink"/>
              </a:buClr>
              <a:buSzPct val="55000"/>
              <a:buFont typeface="Wingdings" panose="05000000000000000000" pitchFamily="2" charset="2"/>
              <a:buChar char="n"/>
            </a:pPr>
            <a:r>
              <a:rPr lang="en-US" altLang="en-US" sz="2000" b="0"/>
              <a:t>Giai đoạn xây dựng ý tưởng (conception)</a:t>
            </a:r>
          </a:p>
          <a:p>
            <a:pPr lvl="1" algn="l" eaLnBrk="1" hangingPunct="1">
              <a:spcBef>
                <a:spcPct val="20000"/>
              </a:spcBef>
              <a:buClr>
                <a:schemeClr val="hlink"/>
              </a:buClr>
              <a:buSzPct val="55000"/>
              <a:buFont typeface="Wingdings" panose="05000000000000000000" pitchFamily="2" charset="2"/>
              <a:buChar char="n"/>
            </a:pPr>
            <a:r>
              <a:rPr lang="en-US" altLang="en-US" sz="2000" b="0"/>
              <a:t>Giai đoạn phát triển (development)</a:t>
            </a:r>
          </a:p>
          <a:p>
            <a:pPr lvl="1" algn="l" eaLnBrk="1" hangingPunct="1">
              <a:spcBef>
                <a:spcPct val="20000"/>
              </a:spcBef>
              <a:buClr>
                <a:schemeClr val="hlink"/>
              </a:buClr>
              <a:buSzPct val="55000"/>
              <a:buFont typeface="Wingdings" panose="05000000000000000000" pitchFamily="2" charset="2"/>
              <a:buChar char="n"/>
            </a:pPr>
            <a:r>
              <a:rPr lang="en-US" altLang="en-US" sz="2000" b="0"/>
              <a:t>Giai đoạn thực hiện, cài đặt (implement)</a:t>
            </a:r>
          </a:p>
          <a:p>
            <a:pPr lvl="1" algn="l" eaLnBrk="1" hangingPunct="1">
              <a:spcBef>
                <a:spcPct val="20000"/>
              </a:spcBef>
              <a:buClr>
                <a:schemeClr val="hlink"/>
              </a:buClr>
              <a:buSzPct val="55000"/>
              <a:buFont typeface="Wingdings" panose="05000000000000000000" pitchFamily="2" charset="2"/>
              <a:buChar char="n"/>
            </a:pPr>
            <a:r>
              <a:rPr lang="en-US" altLang="en-US" sz="2000" b="0"/>
              <a:t>Giai đoạn kết thúc</a:t>
            </a:r>
            <a:r>
              <a:rPr lang="en-US" altLang="en-US" b="0"/>
              <a:t> </a:t>
            </a:r>
          </a:p>
          <a:p>
            <a:pPr lvl="1" algn="l" eaLnBrk="1" hangingPunct="1">
              <a:spcBef>
                <a:spcPct val="20000"/>
              </a:spcBef>
              <a:buClr>
                <a:schemeClr val="hlink"/>
              </a:buClr>
              <a:buSzPct val="55000"/>
              <a:buFont typeface="Wingdings" panose="05000000000000000000" pitchFamily="2" charset="2"/>
              <a:buChar char="n"/>
            </a:pPr>
            <a:endParaRPr lang="en-US" altLang="en-US"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440ED7DC-2D1E-7305-626E-7ADED0B426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270C2A9-DB3A-4F84-831E-D608936E9C50}" type="slidenum">
              <a:rPr lang="en-US" altLang="en-US" b="0"/>
              <a:pPr/>
              <a:t>31</a:t>
            </a:fld>
            <a:endParaRPr lang="en-US" altLang="en-US" b="0"/>
          </a:p>
        </p:txBody>
      </p:sp>
      <p:sp>
        <p:nvSpPr>
          <p:cNvPr id="33795" name="Rectangle 2">
            <a:extLst>
              <a:ext uri="{FF2B5EF4-FFF2-40B4-BE49-F238E27FC236}">
                <a16:creationId xmlns:a16="http://schemas.microsoft.com/office/drawing/2014/main" id="{F24BE200-0A00-9FAD-F06B-17C8D342782C}"/>
              </a:ext>
            </a:extLst>
          </p:cNvPr>
          <p:cNvSpPr>
            <a:spLocks noGrp="1" noChangeArrowheads="1"/>
          </p:cNvSpPr>
          <p:nvPr>
            <p:ph type="title"/>
          </p:nvPr>
        </p:nvSpPr>
        <p:spPr/>
        <p:txBody>
          <a:bodyPr/>
          <a:lstStyle/>
          <a:p>
            <a:pPr eaLnBrk="1" hangingPunct="1"/>
            <a:r>
              <a:rPr lang="en-US" altLang="en-US" b="1"/>
              <a:t>TỔ CHỨC DỰ ÁN IT</a:t>
            </a:r>
          </a:p>
        </p:txBody>
      </p:sp>
      <p:sp>
        <p:nvSpPr>
          <p:cNvPr id="33796" name="Rectangle 3">
            <a:extLst>
              <a:ext uri="{FF2B5EF4-FFF2-40B4-BE49-F238E27FC236}">
                <a16:creationId xmlns:a16="http://schemas.microsoft.com/office/drawing/2014/main" id="{2B4DF183-7B8C-353D-7D17-5623A104E98E}"/>
              </a:ext>
            </a:extLst>
          </p:cNvPr>
          <p:cNvSpPr>
            <a:spLocks noGrp="1" noChangeArrowheads="1"/>
          </p:cNvSpPr>
          <p:nvPr>
            <p:ph type="body" idx="1"/>
          </p:nvPr>
        </p:nvSpPr>
        <p:spPr>
          <a:xfrm>
            <a:off x="762000" y="1295400"/>
            <a:ext cx="8077200" cy="47244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400" b="1">
                <a:solidFill>
                  <a:srgbClr val="EA2A16"/>
                </a:solidFill>
              </a:rPr>
              <a:t>Tổ chức (Organisation):</a:t>
            </a:r>
            <a:r>
              <a:rPr lang="en-US" altLang="en-US" sz="2400">
                <a:solidFill>
                  <a:srgbClr val="EA2A16"/>
                </a:solidFill>
              </a:rPr>
              <a:t> </a:t>
            </a:r>
            <a:r>
              <a:rPr lang="en-US" altLang="en-US" sz="2400"/>
              <a:t>Nhóm người sắp xếp theo một trật tự nhất định để có thể phối hợp với nhau nhằm đạt mục tiêu của tổ chức</a:t>
            </a:r>
          </a:p>
          <a:p>
            <a:pPr marL="533400" indent="-533400" eaLnBrk="1" hangingPunct="1"/>
            <a:r>
              <a:rPr lang="en-US" altLang="en-US" sz="2400" b="1">
                <a:solidFill>
                  <a:srgbClr val="EA2A16"/>
                </a:solidFill>
              </a:rPr>
              <a:t>Cấu trúc Tổ chức (Organisational Structure)</a:t>
            </a:r>
          </a:p>
          <a:p>
            <a:pPr marL="914400" lvl="1" indent="-457200" eaLnBrk="1" hangingPunct="1"/>
            <a:r>
              <a:rPr lang="en-US" altLang="en-US" sz="2400"/>
              <a:t>Kiểu mẫu được xác lập nhằm phối hợp hoạt động giữa các thành viên trong tổ chức</a:t>
            </a:r>
          </a:p>
          <a:p>
            <a:pPr marL="533400" indent="-533400" eaLnBrk="1" hangingPunct="1"/>
            <a:r>
              <a:rPr lang="en-US" altLang="en-US" sz="2400" b="1">
                <a:solidFill>
                  <a:srgbClr val="EA2A16"/>
                </a:solidFill>
              </a:rPr>
              <a:t>Có 3 loại cấu trúc tổ chức:</a:t>
            </a:r>
            <a:r>
              <a:rPr lang="en-US" altLang="en-US" sz="2400" b="1"/>
              <a:t> </a:t>
            </a:r>
          </a:p>
          <a:p>
            <a:pPr marL="914400" lvl="1" indent="-457200" eaLnBrk="1" hangingPunct="1"/>
            <a:r>
              <a:rPr lang="en-US" altLang="en-US" sz="2400"/>
              <a:t>Cấu trúc tổ chức chức năng</a:t>
            </a:r>
          </a:p>
          <a:p>
            <a:pPr marL="914400" lvl="1" indent="-457200" eaLnBrk="1" hangingPunct="1"/>
            <a:r>
              <a:rPr lang="en-US" altLang="en-US" sz="2400"/>
              <a:t>Cấu trúc tổ chức dự án</a:t>
            </a:r>
          </a:p>
          <a:p>
            <a:pPr marL="914400" lvl="1" indent="-457200" eaLnBrk="1" hangingPunct="1"/>
            <a:r>
              <a:rPr lang="en-US" altLang="en-US" sz="2400"/>
              <a:t>Cấu trúc tổ chức ma trận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293E4CBE-DCE6-FECF-F1D9-FCEA82A6D4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AF5BCB7-DC00-4769-9593-C41386D9122B}" type="slidenum">
              <a:rPr lang="en-US" altLang="en-US" b="0"/>
              <a:pPr/>
              <a:t>32</a:t>
            </a:fld>
            <a:endParaRPr lang="en-US" altLang="en-US" b="0"/>
          </a:p>
        </p:txBody>
      </p:sp>
      <p:sp>
        <p:nvSpPr>
          <p:cNvPr id="34819" name="Rectangle 2">
            <a:extLst>
              <a:ext uri="{FF2B5EF4-FFF2-40B4-BE49-F238E27FC236}">
                <a16:creationId xmlns:a16="http://schemas.microsoft.com/office/drawing/2014/main" id="{4022A2BB-CDF3-9560-4AC0-CF1716D68BDB}"/>
              </a:ext>
            </a:extLst>
          </p:cNvPr>
          <p:cNvSpPr>
            <a:spLocks noGrp="1" noChangeArrowheads="1"/>
          </p:cNvSpPr>
          <p:nvPr>
            <p:ph type="title"/>
          </p:nvPr>
        </p:nvSpPr>
        <p:spPr/>
        <p:txBody>
          <a:bodyPr/>
          <a:lstStyle/>
          <a:p>
            <a:pPr eaLnBrk="1" hangingPunct="1"/>
            <a:r>
              <a:rPr lang="en-US" altLang="en-US" b="1"/>
              <a:t>TỔ CHỨC CHỨC NĂNG</a:t>
            </a:r>
          </a:p>
        </p:txBody>
      </p:sp>
      <p:grpSp>
        <p:nvGrpSpPr>
          <p:cNvPr id="34820" name="Group 4">
            <a:extLst>
              <a:ext uri="{FF2B5EF4-FFF2-40B4-BE49-F238E27FC236}">
                <a16:creationId xmlns:a16="http://schemas.microsoft.com/office/drawing/2014/main" id="{24931A6C-0D93-9D05-630B-719CF8609EFD}"/>
              </a:ext>
            </a:extLst>
          </p:cNvPr>
          <p:cNvGrpSpPr>
            <a:grpSpLocks/>
          </p:cNvGrpSpPr>
          <p:nvPr/>
        </p:nvGrpSpPr>
        <p:grpSpPr bwMode="auto">
          <a:xfrm>
            <a:off x="1219200" y="1600200"/>
            <a:ext cx="7239000" cy="2971800"/>
            <a:chOff x="2160" y="1008"/>
            <a:chExt cx="8352" cy="4896"/>
          </a:xfrm>
        </p:grpSpPr>
        <p:sp>
          <p:nvSpPr>
            <p:cNvPr id="34822" name="AutoShape 5">
              <a:extLst>
                <a:ext uri="{FF2B5EF4-FFF2-40B4-BE49-F238E27FC236}">
                  <a16:creationId xmlns:a16="http://schemas.microsoft.com/office/drawing/2014/main" id="{1F7BF69F-E12D-9136-64CA-5E6463B87C80}"/>
                </a:ext>
              </a:extLst>
            </p:cNvPr>
            <p:cNvSpPr>
              <a:spLocks noChangeArrowheads="1"/>
            </p:cNvSpPr>
            <p:nvPr/>
          </p:nvSpPr>
          <p:spPr bwMode="auto">
            <a:xfrm>
              <a:off x="5184" y="1008"/>
              <a:ext cx="244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dirty="0" err="1">
                  <a:latin typeface="VNI-Times" pitchFamily="2" charset="0"/>
                </a:rPr>
                <a:t>Chuû</a:t>
              </a:r>
              <a:r>
                <a:rPr lang="en-US" altLang="en-US" sz="1400" b="0" dirty="0">
                  <a:latin typeface="VNI-Times" pitchFamily="2" charset="0"/>
                </a:rPr>
                <a:t> </a:t>
              </a:r>
              <a:r>
                <a:rPr lang="en-US" altLang="en-US" sz="1400" b="0" dirty="0" err="1">
                  <a:latin typeface="VNI-Times" pitchFamily="2" charset="0"/>
                </a:rPr>
                <a:t>tòch</a:t>
              </a:r>
              <a:r>
                <a:rPr lang="en-US" altLang="en-US" sz="1400" b="0" dirty="0">
                  <a:latin typeface="VNI-Times" pitchFamily="2" charset="0"/>
                </a:rPr>
                <a:t> /</a:t>
              </a:r>
            </a:p>
            <a:p>
              <a:r>
                <a:rPr lang="en-US" altLang="en-US" sz="1400" b="0" dirty="0" err="1">
                  <a:latin typeface="VNI-Times" pitchFamily="2" charset="0"/>
                </a:rPr>
                <a:t>Giaùm</a:t>
              </a:r>
              <a:r>
                <a:rPr lang="en-US" altLang="en-US" sz="1400" b="0" dirty="0">
                  <a:latin typeface="VNI-Times" pitchFamily="2" charset="0"/>
                </a:rPr>
                <a:t> </a:t>
              </a:r>
              <a:r>
                <a:rPr lang="en-US" altLang="en-US" sz="1400" b="0" dirty="0" err="1">
                  <a:latin typeface="VNI-Times" pitchFamily="2" charset="0"/>
                </a:rPr>
                <a:t>ñoác</a:t>
              </a:r>
              <a:endParaRPr lang="en-US" altLang="en-US" sz="1400" b="0" dirty="0">
                <a:latin typeface="VNI-Times" pitchFamily="2" charset="0"/>
              </a:endParaRPr>
            </a:p>
          </p:txBody>
        </p:sp>
        <p:sp>
          <p:nvSpPr>
            <p:cNvPr id="34823" name="AutoShape 6">
              <a:extLst>
                <a:ext uri="{FF2B5EF4-FFF2-40B4-BE49-F238E27FC236}">
                  <a16:creationId xmlns:a16="http://schemas.microsoft.com/office/drawing/2014/main" id="{193597DB-DFA0-40BB-1631-29D36ABE29D9}"/>
                </a:ext>
              </a:extLst>
            </p:cNvPr>
            <p:cNvSpPr>
              <a:spLocks noChangeArrowheads="1"/>
            </p:cNvSpPr>
            <p:nvPr/>
          </p:nvSpPr>
          <p:spPr bwMode="auto">
            <a:xfrm>
              <a:off x="2160" y="2736"/>
              <a:ext cx="1872"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dirty="0" err="1">
                  <a:latin typeface="VNI-Times" pitchFamily="2" charset="0"/>
                </a:rPr>
                <a:t>Phoù</a:t>
              </a:r>
              <a:r>
                <a:rPr lang="en-US" altLang="en-US" sz="1400" b="0" dirty="0">
                  <a:latin typeface="VNI-Times" pitchFamily="2" charset="0"/>
                </a:rPr>
                <a:t> GÑ </a:t>
              </a:r>
            </a:p>
            <a:p>
              <a:r>
                <a:rPr lang="en-US" altLang="en-US" sz="1400" b="0" dirty="0" err="1">
                  <a:latin typeface="VNI-Times" pitchFamily="2" charset="0"/>
                </a:rPr>
                <a:t>Taøi</a:t>
              </a:r>
              <a:r>
                <a:rPr lang="en-US" altLang="en-US" sz="1400" b="0" dirty="0">
                  <a:latin typeface="VNI-Times" pitchFamily="2" charset="0"/>
                </a:rPr>
                <a:t> </a:t>
              </a:r>
              <a:r>
                <a:rPr lang="en-US" altLang="en-US" sz="1400" b="0" dirty="0" err="1">
                  <a:latin typeface="VNI-Times" pitchFamily="2" charset="0"/>
                </a:rPr>
                <a:t>chính</a:t>
              </a:r>
              <a:endParaRPr lang="en-US" altLang="en-US" sz="2400" b="0" dirty="0">
                <a:latin typeface="VNI-Helve" pitchFamily="2" charset="0"/>
              </a:endParaRPr>
            </a:p>
          </p:txBody>
        </p:sp>
        <p:sp>
          <p:nvSpPr>
            <p:cNvPr id="34824" name="AutoShape 7">
              <a:extLst>
                <a:ext uri="{FF2B5EF4-FFF2-40B4-BE49-F238E27FC236}">
                  <a16:creationId xmlns:a16="http://schemas.microsoft.com/office/drawing/2014/main" id="{A5DCBC08-86B4-AB84-51FB-025423B40791}"/>
                </a:ext>
              </a:extLst>
            </p:cNvPr>
            <p:cNvSpPr>
              <a:spLocks noChangeArrowheads="1"/>
            </p:cNvSpPr>
            <p:nvPr/>
          </p:nvSpPr>
          <p:spPr bwMode="auto">
            <a:xfrm>
              <a:off x="4320" y="2736"/>
              <a:ext cx="1872"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Marketing</a:t>
              </a:r>
              <a:endParaRPr lang="en-US" altLang="en-US" sz="2400" b="0">
                <a:latin typeface="VNI-Helve" pitchFamily="2" charset="0"/>
              </a:endParaRPr>
            </a:p>
          </p:txBody>
        </p:sp>
        <p:sp>
          <p:nvSpPr>
            <p:cNvPr id="34825" name="AutoShape 8">
              <a:extLst>
                <a:ext uri="{FF2B5EF4-FFF2-40B4-BE49-F238E27FC236}">
                  <a16:creationId xmlns:a16="http://schemas.microsoft.com/office/drawing/2014/main" id="{644077EE-6EA1-D775-89B6-3F8D368E3A0E}"/>
                </a:ext>
              </a:extLst>
            </p:cNvPr>
            <p:cNvSpPr>
              <a:spLocks noChangeArrowheads="1"/>
            </p:cNvSpPr>
            <p:nvPr/>
          </p:nvSpPr>
          <p:spPr bwMode="auto">
            <a:xfrm>
              <a:off x="6480" y="2736"/>
              <a:ext cx="1872"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dirty="0" err="1">
                  <a:latin typeface="VNI-Times" pitchFamily="2" charset="0"/>
                </a:rPr>
                <a:t>Phoù</a:t>
              </a:r>
              <a:r>
                <a:rPr lang="en-US" altLang="en-US" sz="1400" b="0" dirty="0">
                  <a:latin typeface="VNI-Times" pitchFamily="2" charset="0"/>
                </a:rPr>
                <a:t> GÑ</a:t>
              </a:r>
            </a:p>
            <a:p>
              <a:r>
                <a:rPr lang="en-US" altLang="en-US" sz="1400" b="0" dirty="0" err="1">
                  <a:latin typeface="VNI-Times" pitchFamily="2" charset="0"/>
                </a:rPr>
                <a:t>Saûn</a:t>
              </a:r>
              <a:r>
                <a:rPr lang="en-US" altLang="en-US" sz="1400" b="0" dirty="0">
                  <a:latin typeface="VNI-Times" pitchFamily="2" charset="0"/>
                </a:rPr>
                <a:t> </a:t>
              </a:r>
              <a:r>
                <a:rPr lang="en-US" altLang="en-US" sz="1400" b="0" dirty="0" err="1">
                  <a:latin typeface="VNI-Times" pitchFamily="2" charset="0"/>
                </a:rPr>
                <a:t>xuaát</a:t>
              </a:r>
              <a:endParaRPr lang="en-US" altLang="en-US" sz="2400" b="0" dirty="0">
                <a:latin typeface="VNI-Helve" pitchFamily="2" charset="0"/>
              </a:endParaRPr>
            </a:p>
          </p:txBody>
        </p:sp>
        <p:sp>
          <p:nvSpPr>
            <p:cNvPr id="34826" name="AutoShape 9">
              <a:extLst>
                <a:ext uri="{FF2B5EF4-FFF2-40B4-BE49-F238E27FC236}">
                  <a16:creationId xmlns:a16="http://schemas.microsoft.com/office/drawing/2014/main" id="{11601226-D480-F2F4-7538-B30CCDCE4979}"/>
                </a:ext>
              </a:extLst>
            </p:cNvPr>
            <p:cNvSpPr>
              <a:spLocks noChangeArrowheads="1"/>
            </p:cNvSpPr>
            <p:nvPr/>
          </p:nvSpPr>
          <p:spPr bwMode="auto">
            <a:xfrm>
              <a:off x="8640" y="2736"/>
              <a:ext cx="1872"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dirty="0" err="1">
                  <a:latin typeface="VNI-Times" pitchFamily="2" charset="0"/>
                </a:rPr>
                <a:t>Phoù</a:t>
              </a:r>
              <a:r>
                <a:rPr lang="en-US" altLang="en-US" sz="1400" b="0" dirty="0">
                  <a:latin typeface="VNI-Times" pitchFamily="2" charset="0"/>
                </a:rPr>
                <a:t> GÑ </a:t>
              </a:r>
            </a:p>
            <a:p>
              <a:r>
                <a:rPr lang="en-US" altLang="en-US" sz="1400" b="0" dirty="0" err="1">
                  <a:latin typeface="VNI-Times" pitchFamily="2" charset="0"/>
                </a:rPr>
                <a:t>Kyõ</a:t>
              </a:r>
              <a:r>
                <a:rPr lang="en-US" altLang="en-US" sz="1400" b="0" dirty="0">
                  <a:latin typeface="VNI-Times" pitchFamily="2" charset="0"/>
                </a:rPr>
                <a:t> </a:t>
              </a:r>
              <a:r>
                <a:rPr lang="en-US" altLang="en-US" sz="1400" b="0" dirty="0" err="1">
                  <a:latin typeface="VNI-Times" pitchFamily="2" charset="0"/>
                </a:rPr>
                <a:t>thuaät</a:t>
              </a:r>
              <a:endParaRPr lang="en-US" altLang="en-US" sz="2400" b="0" dirty="0">
                <a:latin typeface="VNI-Helve" pitchFamily="2" charset="0"/>
              </a:endParaRPr>
            </a:p>
          </p:txBody>
        </p:sp>
        <p:grpSp>
          <p:nvGrpSpPr>
            <p:cNvPr id="34827" name="Group 10">
              <a:extLst>
                <a:ext uri="{FF2B5EF4-FFF2-40B4-BE49-F238E27FC236}">
                  <a16:creationId xmlns:a16="http://schemas.microsoft.com/office/drawing/2014/main" id="{D8692CD6-1BCC-F379-7885-7B70252573AA}"/>
                </a:ext>
              </a:extLst>
            </p:cNvPr>
            <p:cNvGrpSpPr>
              <a:grpSpLocks/>
            </p:cNvGrpSpPr>
            <p:nvPr/>
          </p:nvGrpSpPr>
          <p:grpSpPr bwMode="auto">
            <a:xfrm>
              <a:off x="4320" y="3888"/>
              <a:ext cx="1872" cy="2016"/>
              <a:chOff x="4320" y="3888"/>
              <a:chExt cx="1872" cy="2016"/>
            </a:xfrm>
          </p:grpSpPr>
          <p:sp>
            <p:nvSpPr>
              <p:cNvPr id="34840" name="AutoShape 11">
                <a:extLst>
                  <a:ext uri="{FF2B5EF4-FFF2-40B4-BE49-F238E27FC236}">
                    <a16:creationId xmlns:a16="http://schemas.microsoft.com/office/drawing/2014/main" id="{B251D52D-0C6D-F576-C5D7-79B934E1EA34}"/>
                  </a:ext>
                </a:extLst>
              </p:cNvPr>
              <p:cNvSpPr>
                <a:spLocks noChangeArrowheads="1"/>
              </p:cNvSpPr>
              <p:nvPr/>
            </p:nvSpPr>
            <p:spPr bwMode="auto">
              <a:xfrm>
                <a:off x="4608" y="4320"/>
                <a:ext cx="1584"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1</a:t>
                </a:r>
                <a:endParaRPr lang="en-US" altLang="en-US" sz="2400">
                  <a:latin typeface="VNI-Helve" pitchFamily="2" charset="0"/>
                </a:endParaRPr>
              </a:p>
            </p:txBody>
          </p:sp>
          <p:sp>
            <p:nvSpPr>
              <p:cNvPr id="34841" name="Line 12">
                <a:extLst>
                  <a:ext uri="{FF2B5EF4-FFF2-40B4-BE49-F238E27FC236}">
                    <a16:creationId xmlns:a16="http://schemas.microsoft.com/office/drawing/2014/main" id="{8883F21F-0839-B9C0-DC38-350F6B6AF566}"/>
                  </a:ext>
                </a:extLst>
              </p:cNvPr>
              <p:cNvSpPr>
                <a:spLocks noChangeShapeType="1"/>
              </p:cNvSpPr>
              <p:nvPr/>
            </p:nvSpPr>
            <p:spPr bwMode="auto">
              <a:xfrm>
                <a:off x="4320" y="3888"/>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2" name="AutoShape 13">
                <a:extLst>
                  <a:ext uri="{FF2B5EF4-FFF2-40B4-BE49-F238E27FC236}">
                    <a16:creationId xmlns:a16="http://schemas.microsoft.com/office/drawing/2014/main" id="{D29930ED-D691-BE00-4297-81509211B121}"/>
                  </a:ext>
                </a:extLst>
              </p:cNvPr>
              <p:cNvSpPr>
                <a:spLocks noChangeArrowheads="1"/>
              </p:cNvSpPr>
              <p:nvPr/>
            </p:nvSpPr>
            <p:spPr bwMode="auto">
              <a:xfrm>
                <a:off x="4608" y="5328"/>
                <a:ext cx="1584"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n</a:t>
                </a:r>
                <a:endParaRPr lang="en-US" altLang="en-US" sz="2400">
                  <a:latin typeface="VNI-Times" pitchFamily="2" charset="0"/>
                </a:endParaRPr>
              </a:p>
            </p:txBody>
          </p:sp>
          <p:sp>
            <p:nvSpPr>
              <p:cNvPr id="34843" name="Line 14">
                <a:extLst>
                  <a:ext uri="{FF2B5EF4-FFF2-40B4-BE49-F238E27FC236}">
                    <a16:creationId xmlns:a16="http://schemas.microsoft.com/office/drawing/2014/main" id="{EDF3AE05-380E-47FD-B1B5-3B4B21EBDCE2}"/>
                  </a:ext>
                </a:extLst>
              </p:cNvPr>
              <p:cNvSpPr>
                <a:spLocks noChangeShapeType="1"/>
              </p:cNvSpPr>
              <p:nvPr/>
            </p:nvSpPr>
            <p:spPr bwMode="auto">
              <a:xfrm>
                <a:off x="4320" y="5760"/>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15">
                <a:extLst>
                  <a:ext uri="{FF2B5EF4-FFF2-40B4-BE49-F238E27FC236}">
                    <a16:creationId xmlns:a16="http://schemas.microsoft.com/office/drawing/2014/main" id="{41CBEAE2-18D9-9625-45CC-31BA653739F1}"/>
                  </a:ext>
                </a:extLst>
              </p:cNvPr>
              <p:cNvSpPr>
                <a:spLocks noChangeShapeType="1"/>
              </p:cNvSpPr>
              <p:nvPr/>
            </p:nvSpPr>
            <p:spPr bwMode="auto">
              <a:xfrm>
                <a:off x="4320" y="4752"/>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28" name="Group 16">
              <a:extLst>
                <a:ext uri="{FF2B5EF4-FFF2-40B4-BE49-F238E27FC236}">
                  <a16:creationId xmlns:a16="http://schemas.microsoft.com/office/drawing/2014/main" id="{8B82A725-A3FA-8194-7D02-F4F11FB90ABF}"/>
                </a:ext>
              </a:extLst>
            </p:cNvPr>
            <p:cNvGrpSpPr>
              <a:grpSpLocks/>
            </p:cNvGrpSpPr>
            <p:nvPr/>
          </p:nvGrpSpPr>
          <p:grpSpPr bwMode="auto">
            <a:xfrm>
              <a:off x="8640" y="3888"/>
              <a:ext cx="1872" cy="2016"/>
              <a:chOff x="4320" y="3888"/>
              <a:chExt cx="1872" cy="2016"/>
            </a:xfrm>
          </p:grpSpPr>
          <p:sp>
            <p:nvSpPr>
              <p:cNvPr id="34835" name="AutoShape 17">
                <a:extLst>
                  <a:ext uri="{FF2B5EF4-FFF2-40B4-BE49-F238E27FC236}">
                    <a16:creationId xmlns:a16="http://schemas.microsoft.com/office/drawing/2014/main" id="{5BD21D1A-F653-9066-E1AD-5F88EEB763B0}"/>
                  </a:ext>
                </a:extLst>
              </p:cNvPr>
              <p:cNvSpPr>
                <a:spLocks noChangeArrowheads="1"/>
              </p:cNvSpPr>
              <p:nvPr/>
            </p:nvSpPr>
            <p:spPr bwMode="auto">
              <a:xfrm>
                <a:off x="4608" y="4320"/>
                <a:ext cx="1584"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1</a:t>
                </a:r>
                <a:endParaRPr lang="en-US" altLang="en-US" sz="2400">
                  <a:latin typeface="VNI-Helve" pitchFamily="2" charset="0"/>
                </a:endParaRPr>
              </a:p>
            </p:txBody>
          </p:sp>
          <p:sp>
            <p:nvSpPr>
              <p:cNvPr id="34836" name="Line 18">
                <a:extLst>
                  <a:ext uri="{FF2B5EF4-FFF2-40B4-BE49-F238E27FC236}">
                    <a16:creationId xmlns:a16="http://schemas.microsoft.com/office/drawing/2014/main" id="{141020C5-30AC-6C47-E28A-E3E607BC2871}"/>
                  </a:ext>
                </a:extLst>
              </p:cNvPr>
              <p:cNvSpPr>
                <a:spLocks noChangeShapeType="1"/>
              </p:cNvSpPr>
              <p:nvPr/>
            </p:nvSpPr>
            <p:spPr bwMode="auto">
              <a:xfrm>
                <a:off x="4320" y="3888"/>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7" name="AutoShape 19">
                <a:extLst>
                  <a:ext uri="{FF2B5EF4-FFF2-40B4-BE49-F238E27FC236}">
                    <a16:creationId xmlns:a16="http://schemas.microsoft.com/office/drawing/2014/main" id="{B4642F4B-A957-90CD-C4E4-A5A25A88EBD6}"/>
                  </a:ext>
                </a:extLst>
              </p:cNvPr>
              <p:cNvSpPr>
                <a:spLocks noChangeArrowheads="1"/>
              </p:cNvSpPr>
              <p:nvPr/>
            </p:nvSpPr>
            <p:spPr bwMode="auto">
              <a:xfrm>
                <a:off x="4608" y="5328"/>
                <a:ext cx="1584"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n</a:t>
                </a:r>
                <a:endParaRPr lang="en-US" altLang="en-US" sz="2400">
                  <a:latin typeface="VNI-Helve" pitchFamily="2" charset="0"/>
                </a:endParaRPr>
              </a:p>
            </p:txBody>
          </p:sp>
          <p:sp>
            <p:nvSpPr>
              <p:cNvPr id="34838" name="Line 20">
                <a:extLst>
                  <a:ext uri="{FF2B5EF4-FFF2-40B4-BE49-F238E27FC236}">
                    <a16:creationId xmlns:a16="http://schemas.microsoft.com/office/drawing/2014/main" id="{4FD3C154-1E79-37A0-414A-02C6C79F0140}"/>
                  </a:ext>
                </a:extLst>
              </p:cNvPr>
              <p:cNvSpPr>
                <a:spLocks noChangeShapeType="1"/>
              </p:cNvSpPr>
              <p:nvPr/>
            </p:nvSpPr>
            <p:spPr bwMode="auto">
              <a:xfrm>
                <a:off x="4320" y="5760"/>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9" name="Line 21">
                <a:extLst>
                  <a:ext uri="{FF2B5EF4-FFF2-40B4-BE49-F238E27FC236}">
                    <a16:creationId xmlns:a16="http://schemas.microsoft.com/office/drawing/2014/main" id="{7B7F06F4-A0A2-0DD9-BA9D-A0EB780D7581}"/>
                  </a:ext>
                </a:extLst>
              </p:cNvPr>
              <p:cNvSpPr>
                <a:spLocks noChangeShapeType="1"/>
              </p:cNvSpPr>
              <p:nvPr/>
            </p:nvSpPr>
            <p:spPr bwMode="auto">
              <a:xfrm>
                <a:off x="4320" y="4752"/>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29" name="Line 22">
              <a:extLst>
                <a:ext uri="{FF2B5EF4-FFF2-40B4-BE49-F238E27FC236}">
                  <a16:creationId xmlns:a16="http://schemas.microsoft.com/office/drawing/2014/main" id="{D2F8B368-48CA-1A6A-02E5-ACE92A7A0A20}"/>
                </a:ext>
              </a:extLst>
            </p:cNvPr>
            <p:cNvSpPr>
              <a:spLocks noChangeShapeType="1"/>
            </p:cNvSpPr>
            <p:nvPr/>
          </p:nvSpPr>
          <p:spPr bwMode="auto">
            <a:xfrm>
              <a:off x="3168" y="2448"/>
              <a:ext cx="6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0" name="Line 23">
              <a:extLst>
                <a:ext uri="{FF2B5EF4-FFF2-40B4-BE49-F238E27FC236}">
                  <a16:creationId xmlns:a16="http://schemas.microsoft.com/office/drawing/2014/main" id="{9C6C62EF-665D-F9FC-7A17-904434BEEC59}"/>
                </a:ext>
              </a:extLst>
            </p:cNvPr>
            <p:cNvSpPr>
              <a:spLocks noChangeShapeType="1"/>
            </p:cNvSpPr>
            <p:nvPr/>
          </p:nvSpPr>
          <p:spPr bwMode="auto">
            <a:xfrm>
              <a:off x="3168"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Line 24">
              <a:extLst>
                <a:ext uri="{FF2B5EF4-FFF2-40B4-BE49-F238E27FC236}">
                  <a16:creationId xmlns:a16="http://schemas.microsoft.com/office/drawing/2014/main" id="{0D24A484-31F9-A6D8-6423-BE61A2E1BB43}"/>
                </a:ext>
              </a:extLst>
            </p:cNvPr>
            <p:cNvSpPr>
              <a:spLocks noChangeShapeType="1"/>
            </p:cNvSpPr>
            <p:nvPr/>
          </p:nvSpPr>
          <p:spPr bwMode="auto">
            <a:xfrm>
              <a:off x="5328"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2" name="Line 25">
              <a:extLst>
                <a:ext uri="{FF2B5EF4-FFF2-40B4-BE49-F238E27FC236}">
                  <a16:creationId xmlns:a16="http://schemas.microsoft.com/office/drawing/2014/main" id="{550509B5-1CD9-6D8F-0F1E-A88FE360F56F}"/>
                </a:ext>
              </a:extLst>
            </p:cNvPr>
            <p:cNvSpPr>
              <a:spLocks noChangeShapeType="1"/>
            </p:cNvSpPr>
            <p:nvPr/>
          </p:nvSpPr>
          <p:spPr bwMode="auto">
            <a:xfrm>
              <a:off x="7488"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Line 26">
              <a:extLst>
                <a:ext uri="{FF2B5EF4-FFF2-40B4-BE49-F238E27FC236}">
                  <a16:creationId xmlns:a16="http://schemas.microsoft.com/office/drawing/2014/main" id="{184E425A-CC0A-E592-D263-6E707A76F14F}"/>
                </a:ext>
              </a:extLst>
            </p:cNvPr>
            <p:cNvSpPr>
              <a:spLocks noChangeShapeType="1"/>
            </p:cNvSpPr>
            <p:nvPr/>
          </p:nvSpPr>
          <p:spPr bwMode="auto">
            <a:xfrm>
              <a:off x="9504"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4" name="Line 27">
              <a:extLst>
                <a:ext uri="{FF2B5EF4-FFF2-40B4-BE49-F238E27FC236}">
                  <a16:creationId xmlns:a16="http://schemas.microsoft.com/office/drawing/2014/main" id="{25D9D1F4-6967-36DB-52FA-E9C23BDA34EB}"/>
                </a:ext>
              </a:extLst>
            </p:cNvPr>
            <p:cNvSpPr>
              <a:spLocks noChangeShapeType="1"/>
            </p:cNvSpPr>
            <p:nvPr/>
          </p:nvSpPr>
          <p:spPr bwMode="auto">
            <a:xfrm>
              <a:off x="6336" y="2160"/>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21" name="Rectangle 28">
            <a:extLst>
              <a:ext uri="{FF2B5EF4-FFF2-40B4-BE49-F238E27FC236}">
                <a16:creationId xmlns:a16="http://schemas.microsoft.com/office/drawing/2014/main" id="{3F9E9441-891C-06BA-61FA-B7E469BF4CBA}"/>
              </a:ext>
            </a:extLst>
          </p:cNvPr>
          <p:cNvSpPr>
            <a:spLocks noChangeArrowheads="1"/>
          </p:cNvSpPr>
          <p:nvPr/>
        </p:nvSpPr>
        <p:spPr bwMode="auto">
          <a:xfrm>
            <a:off x="533400" y="4724400"/>
            <a:ext cx="8077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1600" b="0"/>
          </a:p>
          <a:p>
            <a:pPr lvl="1" algn="l" eaLnBrk="1" hangingPunct="1">
              <a:spcBef>
                <a:spcPct val="20000"/>
              </a:spcBef>
              <a:buClr>
                <a:schemeClr val="hlink"/>
              </a:buClr>
              <a:buSzPct val="55000"/>
              <a:buFont typeface="Wingdings" panose="05000000000000000000" pitchFamily="2" charset="2"/>
              <a:buChar char="n"/>
            </a:pPr>
            <a:r>
              <a:rPr lang="en-US" altLang="en-US" sz="2000" b="0">
                <a:solidFill>
                  <a:schemeClr val="folHlink"/>
                </a:solidFill>
              </a:rPr>
              <a:t>Dự án được phân chia theo các chức năng chuyên môn và là 1 bộ phận của phòng ban chức năng</a:t>
            </a:r>
          </a:p>
          <a:p>
            <a:pPr lvl="1" algn="l" eaLnBrk="1" hangingPunct="1">
              <a:spcBef>
                <a:spcPct val="20000"/>
              </a:spcBef>
              <a:buClr>
                <a:schemeClr val="hlink"/>
              </a:buClr>
              <a:buSzPct val="55000"/>
              <a:buFont typeface="Wingdings" panose="05000000000000000000" pitchFamily="2" charset="2"/>
              <a:buChar char="n"/>
            </a:pPr>
            <a:r>
              <a:rPr lang="en-US" altLang="en-US" sz="2000" b="0">
                <a:solidFill>
                  <a:schemeClr val="folHlink"/>
                </a:solidFill>
              </a:rPr>
              <a:t>Dự án sẽ được tổng hợp bởi nhà quản lý chức năng cấp cao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95A23B42-249D-E154-5D3D-141BFEAF0D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D6173C8-1A5F-439E-911D-974FBB293745}" type="slidenum">
              <a:rPr lang="en-US" altLang="en-US" b="0"/>
              <a:pPr/>
              <a:t>33</a:t>
            </a:fld>
            <a:endParaRPr lang="en-US" altLang="en-US" b="0"/>
          </a:p>
        </p:txBody>
      </p:sp>
      <p:sp>
        <p:nvSpPr>
          <p:cNvPr id="35843" name="Rectangle 2">
            <a:extLst>
              <a:ext uri="{FF2B5EF4-FFF2-40B4-BE49-F238E27FC236}">
                <a16:creationId xmlns:a16="http://schemas.microsoft.com/office/drawing/2014/main" id="{FA1F0B9D-2BFF-C0F6-3A75-37CE01E47662}"/>
              </a:ext>
            </a:extLst>
          </p:cNvPr>
          <p:cNvSpPr>
            <a:spLocks noGrp="1" noChangeArrowheads="1"/>
          </p:cNvSpPr>
          <p:nvPr>
            <p:ph type="title"/>
          </p:nvPr>
        </p:nvSpPr>
        <p:spPr/>
        <p:txBody>
          <a:bodyPr/>
          <a:lstStyle/>
          <a:p>
            <a:pPr eaLnBrk="1" hangingPunct="1"/>
            <a:r>
              <a:rPr lang="en-US" altLang="en-US" b="1"/>
              <a:t>TỔ CHỨC THEO DỰ ÁN THUẦN TÚY</a:t>
            </a:r>
          </a:p>
        </p:txBody>
      </p:sp>
      <p:grpSp>
        <p:nvGrpSpPr>
          <p:cNvPr id="35844" name="Group 4">
            <a:extLst>
              <a:ext uri="{FF2B5EF4-FFF2-40B4-BE49-F238E27FC236}">
                <a16:creationId xmlns:a16="http://schemas.microsoft.com/office/drawing/2014/main" id="{EA9E9E9F-C158-8913-ED27-E7A9CBFD27A2}"/>
              </a:ext>
            </a:extLst>
          </p:cNvPr>
          <p:cNvGrpSpPr>
            <a:grpSpLocks/>
          </p:cNvGrpSpPr>
          <p:nvPr/>
        </p:nvGrpSpPr>
        <p:grpSpPr bwMode="auto">
          <a:xfrm>
            <a:off x="3444875" y="1371600"/>
            <a:ext cx="5394325" cy="3733800"/>
            <a:chOff x="2016" y="8450"/>
            <a:chExt cx="8496" cy="6625"/>
          </a:xfrm>
        </p:grpSpPr>
        <p:sp>
          <p:nvSpPr>
            <p:cNvPr id="35846" name="AutoShape 5">
              <a:extLst>
                <a:ext uri="{FF2B5EF4-FFF2-40B4-BE49-F238E27FC236}">
                  <a16:creationId xmlns:a16="http://schemas.microsoft.com/office/drawing/2014/main" id="{1448F7B5-7EB6-53B3-9E10-B8BC4029D490}"/>
                </a:ext>
              </a:extLst>
            </p:cNvPr>
            <p:cNvSpPr>
              <a:spLocks noChangeArrowheads="1"/>
            </p:cNvSpPr>
            <p:nvPr/>
          </p:nvSpPr>
          <p:spPr bwMode="auto">
            <a:xfrm>
              <a:off x="5184" y="8450"/>
              <a:ext cx="2448" cy="1152"/>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Chuû tòch /</a:t>
              </a:r>
            </a:p>
            <a:p>
              <a:r>
                <a:rPr lang="en-US" altLang="en-US" sz="1400" b="0">
                  <a:latin typeface="VNI-Times" pitchFamily="2" charset="0"/>
                </a:rPr>
                <a:t>Giaùm ñoác</a:t>
              </a:r>
            </a:p>
          </p:txBody>
        </p:sp>
        <p:sp>
          <p:nvSpPr>
            <p:cNvPr id="35847" name="AutoShape 6">
              <a:extLst>
                <a:ext uri="{FF2B5EF4-FFF2-40B4-BE49-F238E27FC236}">
                  <a16:creationId xmlns:a16="http://schemas.microsoft.com/office/drawing/2014/main" id="{A63FD67E-8BA9-778F-0FF8-E7FCCDD9ED40}"/>
                </a:ext>
              </a:extLst>
            </p:cNvPr>
            <p:cNvSpPr>
              <a:spLocks noChangeArrowheads="1"/>
            </p:cNvSpPr>
            <p:nvPr/>
          </p:nvSpPr>
          <p:spPr bwMode="auto">
            <a:xfrm>
              <a:off x="2016" y="10178"/>
              <a:ext cx="3792" cy="1152"/>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Caùc phoøng ban chöùc naêng:</a:t>
              </a:r>
            </a:p>
            <a:p>
              <a:r>
                <a:rPr lang="en-US" altLang="en-US" sz="1400" b="0">
                  <a:latin typeface="VNI-Times" pitchFamily="2" charset="0"/>
                </a:rPr>
                <a:t>Taøi chính, Marketing, ...</a:t>
              </a:r>
              <a:endParaRPr lang="en-US" altLang="en-US" sz="2400" b="0">
                <a:latin typeface="VNI-Helve" pitchFamily="2" charset="0"/>
              </a:endParaRPr>
            </a:p>
          </p:txBody>
        </p:sp>
        <p:sp>
          <p:nvSpPr>
            <p:cNvPr id="35848" name="AutoShape 7">
              <a:extLst>
                <a:ext uri="{FF2B5EF4-FFF2-40B4-BE49-F238E27FC236}">
                  <a16:creationId xmlns:a16="http://schemas.microsoft.com/office/drawing/2014/main" id="{5B433CC8-B568-1730-2256-9751741A08C2}"/>
                </a:ext>
              </a:extLst>
            </p:cNvPr>
            <p:cNvSpPr>
              <a:spLocks noChangeArrowheads="1"/>
            </p:cNvSpPr>
            <p:nvPr/>
          </p:nvSpPr>
          <p:spPr bwMode="auto">
            <a:xfrm>
              <a:off x="6768" y="10178"/>
              <a:ext cx="3456" cy="1152"/>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a:t>
              </a:r>
              <a:r>
                <a:rPr lang="en-US" altLang="en-US" sz="1400">
                  <a:latin typeface="VNI-Times" pitchFamily="2" charset="0"/>
                </a:rPr>
                <a:t> Quaûn lyù Döï aùn</a:t>
              </a:r>
              <a:endParaRPr lang="en-US" altLang="en-US" sz="2400">
                <a:latin typeface="VNI-Helve" pitchFamily="2" charset="0"/>
              </a:endParaRPr>
            </a:p>
          </p:txBody>
        </p:sp>
        <p:sp>
          <p:nvSpPr>
            <p:cNvPr id="35849" name="AutoShape 8">
              <a:extLst>
                <a:ext uri="{FF2B5EF4-FFF2-40B4-BE49-F238E27FC236}">
                  <a16:creationId xmlns:a16="http://schemas.microsoft.com/office/drawing/2014/main" id="{895CA59D-9FBD-27B9-6004-AEA9BA99F782}"/>
                </a:ext>
              </a:extLst>
            </p:cNvPr>
            <p:cNvSpPr>
              <a:spLocks noChangeArrowheads="1"/>
            </p:cNvSpPr>
            <p:nvPr/>
          </p:nvSpPr>
          <p:spPr bwMode="auto">
            <a:xfrm>
              <a:off x="6336" y="11906"/>
              <a:ext cx="1872" cy="1152"/>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GÑ </a:t>
              </a:r>
            </a:p>
            <a:p>
              <a:r>
                <a:rPr lang="en-US" altLang="en-US" sz="1400">
                  <a:latin typeface="VNI-Times" pitchFamily="2" charset="0"/>
                </a:rPr>
                <a:t>Döï aùn 1</a:t>
              </a:r>
              <a:endParaRPr lang="en-US" altLang="en-US" sz="2400">
                <a:latin typeface="VNI-Helve" pitchFamily="2" charset="0"/>
              </a:endParaRPr>
            </a:p>
          </p:txBody>
        </p:sp>
        <p:sp>
          <p:nvSpPr>
            <p:cNvPr id="35850" name="AutoShape 9">
              <a:extLst>
                <a:ext uri="{FF2B5EF4-FFF2-40B4-BE49-F238E27FC236}">
                  <a16:creationId xmlns:a16="http://schemas.microsoft.com/office/drawing/2014/main" id="{F84A5C7A-EFCA-2F2F-85B5-BE5204D0A263}"/>
                </a:ext>
              </a:extLst>
            </p:cNvPr>
            <p:cNvSpPr>
              <a:spLocks noChangeArrowheads="1"/>
            </p:cNvSpPr>
            <p:nvPr/>
          </p:nvSpPr>
          <p:spPr bwMode="auto">
            <a:xfrm>
              <a:off x="8640" y="11906"/>
              <a:ext cx="1872" cy="1152"/>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GÑ</a:t>
              </a:r>
            </a:p>
            <a:p>
              <a:r>
                <a:rPr lang="en-US" altLang="en-US" sz="1400">
                  <a:latin typeface="VNI-Times" pitchFamily="2" charset="0"/>
                </a:rPr>
                <a:t>Döï aùn 2</a:t>
              </a:r>
              <a:endParaRPr lang="en-US" altLang="en-US" sz="2400">
                <a:latin typeface="VNI-Helve" pitchFamily="2" charset="0"/>
              </a:endParaRPr>
            </a:p>
          </p:txBody>
        </p:sp>
        <p:grpSp>
          <p:nvGrpSpPr>
            <p:cNvPr id="35851" name="Group 10">
              <a:extLst>
                <a:ext uri="{FF2B5EF4-FFF2-40B4-BE49-F238E27FC236}">
                  <a16:creationId xmlns:a16="http://schemas.microsoft.com/office/drawing/2014/main" id="{E99C2789-532F-E44E-4905-B924D09ADF7C}"/>
                </a:ext>
              </a:extLst>
            </p:cNvPr>
            <p:cNvGrpSpPr>
              <a:grpSpLocks/>
            </p:cNvGrpSpPr>
            <p:nvPr/>
          </p:nvGrpSpPr>
          <p:grpSpPr bwMode="auto">
            <a:xfrm>
              <a:off x="6336" y="13059"/>
              <a:ext cx="1872" cy="2016"/>
              <a:chOff x="4320" y="3888"/>
              <a:chExt cx="1872" cy="2016"/>
            </a:xfrm>
          </p:grpSpPr>
          <p:sp>
            <p:nvSpPr>
              <p:cNvPr id="35866" name="AutoShape 11">
                <a:extLst>
                  <a:ext uri="{FF2B5EF4-FFF2-40B4-BE49-F238E27FC236}">
                    <a16:creationId xmlns:a16="http://schemas.microsoft.com/office/drawing/2014/main" id="{3A4373E9-7362-D5AD-2FED-BBEEFD448DFC}"/>
                  </a:ext>
                </a:extLst>
              </p:cNvPr>
              <p:cNvSpPr>
                <a:spLocks noChangeArrowheads="1"/>
              </p:cNvSpPr>
              <p:nvPr/>
            </p:nvSpPr>
            <p:spPr bwMode="auto">
              <a:xfrm>
                <a:off x="4608" y="4320"/>
                <a:ext cx="1584" cy="576"/>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Taøi chính</a:t>
                </a:r>
                <a:endParaRPr lang="en-US" altLang="en-US" sz="2400" b="0">
                  <a:latin typeface="VNI-Helve" pitchFamily="2" charset="0"/>
                </a:endParaRPr>
              </a:p>
            </p:txBody>
          </p:sp>
          <p:sp>
            <p:nvSpPr>
              <p:cNvPr id="35867" name="Line 12">
                <a:extLst>
                  <a:ext uri="{FF2B5EF4-FFF2-40B4-BE49-F238E27FC236}">
                    <a16:creationId xmlns:a16="http://schemas.microsoft.com/office/drawing/2014/main" id="{BDBC639D-AC33-0A41-29F8-DCCCD8D3192C}"/>
                  </a:ext>
                </a:extLst>
              </p:cNvPr>
              <p:cNvSpPr>
                <a:spLocks noChangeShapeType="1"/>
              </p:cNvSpPr>
              <p:nvPr/>
            </p:nvSpPr>
            <p:spPr bwMode="auto">
              <a:xfrm>
                <a:off x="4320" y="3888"/>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8" name="AutoShape 13">
                <a:extLst>
                  <a:ext uri="{FF2B5EF4-FFF2-40B4-BE49-F238E27FC236}">
                    <a16:creationId xmlns:a16="http://schemas.microsoft.com/office/drawing/2014/main" id="{1B61958C-B3D8-7341-EFA5-E03E4EC6A0B5}"/>
                  </a:ext>
                </a:extLst>
              </p:cNvPr>
              <p:cNvSpPr>
                <a:spLocks noChangeArrowheads="1"/>
              </p:cNvSpPr>
              <p:nvPr/>
            </p:nvSpPr>
            <p:spPr bwMode="auto">
              <a:xfrm>
                <a:off x="4608" y="5328"/>
                <a:ext cx="1584" cy="576"/>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Kyõ thuaät</a:t>
                </a:r>
                <a:endParaRPr lang="en-US" altLang="en-US" sz="2400" b="0">
                  <a:latin typeface="VNI-Helve" pitchFamily="2" charset="0"/>
                </a:endParaRPr>
              </a:p>
            </p:txBody>
          </p:sp>
          <p:sp>
            <p:nvSpPr>
              <p:cNvPr id="35869" name="Line 14">
                <a:extLst>
                  <a:ext uri="{FF2B5EF4-FFF2-40B4-BE49-F238E27FC236}">
                    <a16:creationId xmlns:a16="http://schemas.microsoft.com/office/drawing/2014/main" id="{84901E5D-2FAD-2B9D-8BC5-6054994C9C0F}"/>
                  </a:ext>
                </a:extLst>
              </p:cNvPr>
              <p:cNvSpPr>
                <a:spLocks noChangeShapeType="1"/>
              </p:cNvSpPr>
              <p:nvPr/>
            </p:nvSpPr>
            <p:spPr bwMode="auto">
              <a:xfrm>
                <a:off x="4320" y="5760"/>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0" name="Line 15">
                <a:extLst>
                  <a:ext uri="{FF2B5EF4-FFF2-40B4-BE49-F238E27FC236}">
                    <a16:creationId xmlns:a16="http://schemas.microsoft.com/office/drawing/2014/main" id="{2546EB52-291F-3C22-F023-FFCC00D23CAD}"/>
                  </a:ext>
                </a:extLst>
              </p:cNvPr>
              <p:cNvSpPr>
                <a:spLocks noChangeShapeType="1"/>
              </p:cNvSpPr>
              <p:nvPr/>
            </p:nvSpPr>
            <p:spPr bwMode="auto">
              <a:xfrm>
                <a:off x="4320" y="4752"/>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852" name="Group 16">
              <a:extLst>
                <a:ext uri="{FF2B5EF4-FFF2-40B4-BE49-F238E27FC236}">
                  <a16:creationId xmlns:a16="http://schemas.microsoft.com/office/drawing/2014/main" id="{F019B3BD-4952-D1A0-F022-3F5BBDDA9653}"/>
                </a:ext>
              </a:extLst>
            </p:cNvPr>
            <p:cNvGrpSpPr>
              <a:grpSpLocks/>
            </p:cNvGrpSpPr>
            <p:nvPr/>
          </p:nvGrpSpPr>
          <p:grpSpPr bwMode="auto">
            <a:xfrm>
              <a:off x="8640" y="13059"/>
              <a:ext cx="1872" cy="2016"/>
              <a:chOff x="4320" y="3888"/>
              <a:chExt cx="1872" cy="2016"/>
            </a:xfrm>
          </p:grpSpPr>
          <p:sp>
            <p:nvSpPr>
              <p:cNvPr id="35861" name="AutoShape 17">
                <a:extLst>
                  <a:ext uri="{FF2B5EF4-FFF2-40B4-BE49-F238E27FC236}">
                    <a16:creationId xmlns:a16="http://schemas.microsoft.com/office/drawing/2014/main" id="{89CB0183-7963-CBC8-2EF0-82F80FB013B7}"/>
                  </a:ext>
                </a:extLst>
              </p:cNvPr>
              <p:cNvSpPr>
                <a:spLocks noChangeArrowheads="1"/>
              </p:cNvSpPr>
              <p:nvPr/>
            </p:nvSpPr>
            <p:spPr bwMode="auto">
              <a:xfrm>
                <a:off x="4608" y="4320"/>
                <a:ext cx="1584" cy="576"/>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Taøi chính</a:t>
                </a:r>
                <a:endParaRPr lang="en-US" altLang="en-US" sz="2400" b="0">
                  <a:latin typeface="VNI-Helve" pitchFamily="2" charset="0"/>
                </a:endParaRPr>
              </a:p>
            </p:txBody>
          </p:sp>
          <p:sp>
            <p:nvSpPr>
              <p:cNvPr id="35862" name="Line 18">
                <a:extLst>
                  <a:ext uri="{FF2B5EF4-FFF2-40B4-BE49-F238E27FC236}">
                    <a16:creationId xmlns:a16="http://schemas.microsoft.com/office/drawing/2014/main" id="{7AC61C4A-91DF-74CD-4791-B5792A5B0F65}"/>
                  </a:ext>
                </a:extLst>
              </p:cNvPr>
              <p:cNvSpPr>
                <a:spLocks noChangeShapeType="1"/>
              </p:cNvSpPr>
              <p:nvPr/>
            </p:nvSpPr>
            <p:spPr bwMode="auto">
              <a:xfrm>
                <a:off x="4320" y="3888"/>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3" name="AutoShape 19">
                <a:extLst>
                  <a:ext uri="{FF2B5EF4-FFF2-40B4-BE49-F238E27FC236}">
                    <a16:creationId xmlns:a16="http://schemas.microsoft.com/office/drawing/2014/main" id="{C6A1730D-4A6E-A7BB-8F6A-1755F78C272B}"/>
                  </a:ext>
                </a:extLst>
              </p:cNvPr>
              <p:cNvSpPr>
                <a:spLocks noChangeArrowheads="1"/>
              </p:cNvSpPr>
              <p:nvPr/>
            </p:nvSpPr>
            <p:spPr bwMode="auto">
              <a:xfrm>
                <a:off x="4608" y="5328"/>
                <a:ext cx="1584" cy="576"/>
              </a:xfrm>
              <a:prstGeom prst="cube">
                <a:avLst>
                  <a:gd name="adj" fmla="val 2647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Kyõ thuaät</a:t>
                </a:r>
                <a:endParaRPr lang="en-US" altLang="en-US" sz="2400" b="0">
                  <a:latin typeface="VNI-Helve" pitchFamily="2" charset="0"/>
                </a:endParaRPr>
              </a:p>
            </p:txBody>
          </p:sp>
          <p:sp>
            <p:nvSpPr>
              <p:cNvPr id="35864" name="Line 20">
                <a:extLst>
                  <a:ext uri="{FF2B5EF4-FFF2-40B4-BE49-F238E27FC236}">
                    <a16:creationId xmlns:a16="http://schemas.microsoft.com/office/drawing/2014/main" id="{D3010D88-4D31-DF93-518E-288D411AA3AD}"/>
                  </a:ext>
                </a:extLst>
              </p:cNvPr>
              <p:cNvSpPr>
                <a:spLocks noChangeShapeType="1"/>
              </p:cNvSpPr>
              <p:nvPr/>
            </p:nvSpPr>
            <p:spPr bwMode="auto">
              <a:xfrm>
                <a:off x="4320" y="5760"/>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5" name="Line 21">
                <a:extLst>
                  <a:ext uri="{FF2B5EF4-FFF2-40B4-BE49-F238E27FC236}">
                    <a16:creationId xmlns:a16="http://schemas.microsoft.com/office/drawing/2014/main" id="{B75C0232-1275-3EAA-7C6C-0EA618B2B27E}"/>
                  </a:ext>
                </a:extLst>
              </p:cNvPr>
              <p:cNvSpPr>
                <a:spLocks noChangeShapeType="1"/>
              </p:cNvSpPr>
              <p:nvPr/>
            </p:nvSpPr>
            <p:spPr bwMode="auto">
              <a:xfrm>
                <a:off x="4320" y="4752"/>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53" name="Line 22">
              <a:extLst>
                <a:ext uri="{FF2B5EF4-FFF2-40B4-BE49-F238E27FC236}">
                  <a16:creationId xmlns:a16="http://schemas.microsoft.com/office/drawing/2014/main" id="{4D394C08-421D-7E4E-C792-DC1D6FD6CDF3}"/>
                </a:ext>
              </a:extLst>
            </p:cNvPr>
            <p:cNvSpPr>
              <a:spLocks noChangeShapeType="1"/>
            </p:cNvSpPr>
            <p:nvPr/>
          </p:nvSpPr>
          <p:spPr bwMode="auto">
            <a:xfrm flipV="1">
              <a:off x="3888" y="9890"/>
              <a:ext cx="460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4" name="Line 23">
              <a:extLst>
                <a:ext uri="{FF2B5EF4-FFF2-40B4-BE49-F238E27FC236}">
                  <a16:creationId xmlns:a16="http://schemas.microsoft.com/office/drawing/2014/main" id="{A25E7BFE-714A-418F-718B-F712A6FF7BDF}"/>
                </a:ext>
              </a:extLst>
            </p:cNvPr>
            <p:cNvSpPr>
              <a:spLocks noChangeShapeType="1"/>
            </p:cNvSpPr>
            <p:nvPr/>
          </p:nvSpPr>
          <p:spPr bwMode="auto">
            <a:xfrm>
              <a:off x="3888" y="989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5" name="Line 24">
              <a:extLst>
                <a:ext uri="{FF2B5EF4-FFF2-40B4-BE49-F238E27FC236}">
                  <a16:creationId xmlns:a16="http://schemas.microsoft.com/office/drawing/2014/main" id="{7179C93E-9D87-01A6-67B7-0A592A8EE1BD}"/>
                </a:ext>
              </a:extLst>
            </p:cNvPr>
            <p:cNvSpPr>
              <a:spLocks noChangeShapeType="1"/>
            </p:cNvSpPr>
            <p:nvPr/>
          </p:nvSpPr>
          <p:spPr bwMode="auto">
            <a:xfrm>
              <a:off x="8496" y="9890"/>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6" name="Line 25">
              <a:extLst>
                <a:ext uri="{FF2B5EF4-FFF2-40B4-BE49-F238E27FC236}">
                  <a16:creationId xmlns:a16="http://schemas.microsoft.com/office/drawing/2014/main" id="{DBFE07DB-FDE8-3D7C-1234-ADEB33486F09}"/>
                </a:ext>
              </a:extLst>
            </p:cNvPr>
            <p:cNvSpPr>
              <a:spLocks noChangeShapeType="1"/>
            </p:cNvSpPr>
            <p:nvPr/>
          </p:nvSpPr>
          <p:spPr bwMode="auto">
            <a:xfrm>
              <a:off x="6336" y="9602"/>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7" name="Line 26">
              <a:extLst>
                <a:ext uri="{FF2B5EF4-FFF2-40B4-BE49-F238E27FC236}">
                  <a16:creationId xmlns:a16="http://schemas.microsoft.com/office/drawing/2014/main" id="{333C9F34-5034-BC06-7546-83F78E281298}"/>
                </a:ext>
              </a:extLst>
            </p:cNvPr>
            <p:cNvSpPr>
              <a:spLocks noChangeShapeType="1"/>
            </p:cNvSpPr>
            <p:nvPr/>
          </p:nvSpPr>
          <p:spPr bwMode="auto">
            <a:xfrm>
              <a:off x="8352" y="11330"/>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8" name="Line 27">
              <a:extLst>
                <a:ext uri="{FF2B5EF4-FFF2-40B4-BE49-F238E27FC236}">
                  <a16:creationId xmlns:a16="http://schemas.microsoft.com/office/drawing/2014/main" id="{FAB14AC5-D2C7-8263-1FF0-476AFA3C95A8}"/>
                </a:ext>
              </a:extLst>
            </p:cNvPr>
            <p:cNvSpPr>
              <a:spLocks noChangeShapeType="1"/>
            </p:cNvSpPr>
            <p:nvPr/>
          </p:nvSpPr>
          <p:spPr bwMode="auto">
            <a:xfrm>
              <a:off x="7344" y="11618"/>
              <a:ext cx="21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9" name="Line 28">
              <a:extLst>
                <a:ext uri="{FF2B5EF4-FFF2-40B4-BE49-F238E27FC236}">
                  <a16:creationId xmlns:a16="http://schemas.microsoft.com/office/drawing/2014/main" id="{A0632BE1-B3FA-B6A7-9E5A-24E775DBBDDF}"/>
                </a:ext>
              </a:extLst>
            </p:cNvPr>
            <p:cNvSpPr>
              <a:spLocks noChangeShapeType="1"/>
            </p:cNvSpPr>
            <p:nvPr/>
          </p:nvSpPr>
          <p:spPr bwMode="auto">
            <a:xfrm>
              <a:off x="7344" y="1161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0" name="Line 29">
              <a:extLst>
                <a:ext uri="{FF2B5EF4-FFF2-40B4-BE49-F238E27FC236}">
                  <a16:creationId xmlns:a16="http://schemas.microsoft.com/office/drawing/2014/main" id="{508EA38E-5B18-9255-6F96-E138ED4E30D2}"/>
                </a:ext>
              </a:extLst>
            </p:cNvPr>
            <p:cNvSpPr>
              <a:spLocks noChangeShapeType="1"/>
            </p:cNvSpPr>
            <p:nvPr/>
          </p:nvSpPr>
          <p:spPr bwMode="auto">
            <a:xfrm>
              <a:off x="9504" y="1161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45" name="Rectangle 30">
            <a:extLst>
              <a:ext uri="{FF2B5EF4-FFF2-40B4-BE49-F238E27FC236}">
                <a16:creationId xmlns:a16="http://schemas.microsoft.com/office/drawing/2014/main" id="{09B80C46-73A4-724B-2AAE-FFEA8B759BA5}"/>
              </a:ext>
            </a:extLst>
          </p:cNvPr>
          <p:cNvSpPr>
            <a:spLocks noChangeArrowheads="1"/>
          </p:cNvSpPr>
          <p:nvPr/>
        </p:nvSpPr>
        <p:spPr bwMode="auto">
          <a:xfrm>
            <a:off x="304800" y="3276600"/>
            <a:ext cx="533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000" b="0"/>
          </a:p>
          <a:p>
            <a:pPr lvl="1" algn="l" eaLnBrk="1" hangingPunct="1">
              <a:spcBef>
                <a:spcPct val="20000"/>
              </a:spcBef>
              <a:buClr>
                <a:schemeClr val="hlink"/>
              </a:buClr>
              <a:buSzPct val="55000"/>
              <a:buFont typeface="Wingdings" panose="05000000000000000000" pitchFamily="2" charset="2"/>
              <a:buChar char="n"/>
            </a:pPr>
            <a:r>
              <a:rPr lang="en-US" altLang="en-US" sz="2000" b="0">
                <a:solidFill>
                  <a:schemeClr val="folHlink"/>
                </a:solidFill>
              </a:rPr>
              <a:t>Giám đốc dự án nắm dưới quyền các PGĐ phụ trách các dự án, mỗi PGĐ/ Chủ nhiệm dự án có các bộ phận chuyên môn như trong kiểu tổ chức dạng chức năng</a:t>
            </a:r>
          </a:p>
          <a:p>
            <a:pPr lvl="1" algn="l" eaLnBrk="1" hangingPunct="1">
              <a:spcBef>
                <a:spcPct val="20000"/>
              </a:spcBef>
              <a:buClr>
                <a:schemeClr val="hlink"/>
              </a:buClr>
              <a:buSzPct val="55000"/>
              <a:buFont typeface="Wingdings" panose="05000000000000000000" pitchFamily="2" charset="2"/>
              <a:buChar char="n"/>
            </a:pPr>
            <a:r>
              <a:rPr lang="en-US" altLang="en-US" sz="2000" b="0">
                <a:solidFill>
                  <a:schemeClr val="folHlink"/>
                </a:solidFill>
              </a:rPr>
              <a:t>Các nhóm hoạt động như các đơn vị độc lập dưới sự lãnh đạo của 1 nhà quản lý dự án toàn thời gian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B8CD2653-32C2-B773-8419-9682E5C672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28C721B-D149-4A44-94AC-70F10BE755B9}" type="slidenum">
              <a:rPr lang="en-US" altLang="en-US" b="0"/>
              <a:pPr/>
              <a:t>34</a:t>
            </a:fld>
            <a:endParaRPr lang="en-US" altLang="en-US" b="0"/>
          </a:p>
        </p:txBody>
      </p:sp>
      <p:sp>
        <p:nvSpPr>
          <p:cNvPr id="36867" name="Rectangle 2">
            <a:extLst>
              <a:ext uri="{FF2B5EF4-FFF2-40B4-BE49-F238E27FC236}">
                <a16:creationId xmlns:a16="http://schemas.microsoft.com/office/drawing/2014/main" id="{B1AB0BFD-0F91-9D66-A82E-4367C5B32AC8}"/>
              </a:ext>
            </a:extLst>
          </p:cNvPr>
          <p:cNvSpPr>
            <a:spLocks noGrp="1" noChangeArrowheads="1"/>
          </p:cNvSpPr>
          <p:nvPr>
            <p:ph type="title"/>
          </p:nvPr>
        </p:nvSpPr>
        <p:spPr/>
        <p:txBody>
          <a:bodyPr/>
          <a:lstStyle/>
          <a:p>
            <a:pPr eaLnBrk="1" hangingPunct="1"/>
            <a:r>
              <a:rPr lang="en-US" altLang="en-US" b="1"/>
              <a:t>TỔ CHỨC MA TRẬN</a:t>
            </a:r>
          </a:p>
        </p:txBody>
      </p:sp>
      <p:grpSp>
        <p:nvGrpSpPr>
          <p:cNvPr id="36868" name="Group 4">
            <a:extLst>
              <a:ext uri="{FF2B5EF4-FFF2-40B4-BE49-F238E27FC236}">
                <a16:creationId xmlns:a16="http://schemas.microsoft.com/office/drawing/2014/main" id="{B057755B-22B5-7023-436A-F57F761D1AF8}"/>
              </a:ext>
            </a:extLst>
          </p:cNvPr>
          <p:cNvGrpSpPr>
            <a:grpSpLocks/>
          </p:cNvGrpSpPr>
          <p:nvPr/>
        </p:nvGrpSpPr>
        <p:grpSpPr bwMode="auto">
          <a:xfrm>
            <a:off x="1143000" y="1371600"/>
            <a:ext cx="6553200" cy="4038600"/>
            <a:chOff x="1440" y="1008"/>
            <a:chExt cx="9792" cy="6048"/>
          </a:xfrm>
        </p:grpSpPr>
        <p:sp>
          <p:nvSpPr>
            <p:cNvPr id="36870" name="AutoShape 5">
              <a:extLst>
                <a:ext uri="{FF2B5EF4-FFF2-40B4-BE49-F238E27FC236}">
                  <a16:creationId xmlns:a16="http://schemas.microsoft.com/office/drawing/2014/main" id="{76B66617-F4C1-FE19-9BB1-FD45E57BBF48}"/>
                </a:ext>
              </a:extLst>
            </p:cNvPr>
            <p:cNvSpPr>
              <a:spLocks noChangeArrowheads="1"/>
            </p:cNvSpPr>
            <p:nvPr/>
          </p:nvSpPr>
          <p:spPr bwMode="auto">
            <a:xfrm>
              <a:off x="5328" y="1008"/>
              <a:ext cx="244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Chuû tòch /</a:t>
              </a:r>
            </a:p>
            <a:p>
              <a:r>
                <a:rPr lang="en-US" altLang="en-US" sz="1400" b="0">
                  <a:latin typeface="VNI-Times" pitchFamily="2" charset="0"/>
                </a:rPr>
                <a:t>Giaùm ñoác</a:t>
              </a:r>
            </a:p>
          </p:txBody>
        </p:sp>
        <p:sp>
          <p:nvSpPr>
            <p:cNvPr id="36871" name="AutoShape 6">
              <a:extLst>
                <a:ext uri="{FF2B5EF4-FFF2-40B4-BE49-F238E27FC236}">
                  <a16:creationId xmlns:a16="http://schemas.microsoft.com/office/drawing/2014/main" id="{D9187F54-B82F-E443-4F84-602EB4D8950D}"/>
                </a:ext>
              </a:extLst>
            </p:cNvPr>
            <p:cNvSpPr>
              <a:spLocks noChangeArrowheads="1"/>
            </p:cNvSpPr>
            <p:nvPr/>
          </p:nvSpPr>
          <p:spPr bwMode="auto">
            <a:xfrm>
              <a:off x="1728" y="2736"/>
              <a:ext cx="172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Taøi chính</a:t>
              </a:r>
            </a:p>
          </p:txBody>
        </p:sp>
        <p:sp>
          <p:nvSpPr>
            <p:cNvPr id="36872" name="AutoShape 7">
              <a:extLst>
                <a:ext uri="{FF2B5EF4-FFF2-40B4-BE49-F238E27FC236}">
                  <a16:creationId xmlns:a16="http://schemas.microsoft.com/office/drawing/2014/main" id="{D062BDCC-6E78-A4A1-B793-9E2CC5711C79}"/>
                </a:ext>
              </a:extLst>
            </p:cNvPr>
            <p:cNvSpPr>
              <a:spLocks noChangeArrowheads="1"/>
            </p:cNvSpPr>
            <p:nvPr/>
          </p:nvSpPr>
          <p:spPr bwMode="auto">
            <a:xfrm>
              <a:off x="3600" y="2736"/>
              <a:ext cx="1872"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Marketing</a:t>
              </a:r>
              <a:endParaRPr lang="en-US" altLang="en-US" sz="2400" b="0">
                <a:latin typeface="VNI-Helve" pitchFamily="2" charset="0"/>
              </a:endParaRPr>
            </a:p>
          </p:txBody>
        </p:sp>
        <p:sp>
          <p:nvSpPr>
            <p:cNvPr id="36873" name="AutoShape 8">
              <a:extLst>
                <a:ext uri="{FF2B5EF4-FFF2-40B4-BE49-F238E27FC236}">
                  <a16:creationId xmlns:a16="http://schemas.microsoft.com/office/drawing/2014/main" id="{42E2CAC0-5028-6D55-E279-B35A76851A19}"/>
                </a:ext>
              </a:extLst>
            </p:cNvPr>
            <p:cNvSpPr>
              <a:spLocks noChangeArrowheads="1"/>
            </p:cNvSpPr>
            <p:nvPr/>
          </p:nvSpPr>
          <p:spPr bwMode="auto">
            <a:xfrm>
              <a:off x="5616" y="2736"/>
              <a:ext cx="172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Saûn xuaát</a:t>
              </a:r>
              <a:endParaRPr lang="en-US" altLang="en-US" sz="2400" b="0">
                <a:latin typeface="VNI-Helve" pitchFamily="2" charset="0"/>
              </a:endParaRPr>
            </a:p>
          </p:txBody>
        </p:sp>
        <p:sp>
          <p:nvSpPr>
            <p:cNvPr id="36874" name="AutoShape 9">
              <a:extLst>
                <a:ext uri="{FF2B5EF4-FFF2-40B4-BE49-F238E27FC236}">
                  <a16:creationId xmlns:a16="http://schemas.microsoft.com/office/drawing/2014/main" id="{61E9EAA1-1367-FBC0-06D2-7165C85C4671}"/>
                </a:ext>
              </a:extLst>
            </p:cNvPr>
            <p:cNvSpPr>
              <a:spLocks noChangeArrowheads="1"/>
            </p:cNvSpPr>
            <p:nvPr/>
          </p:nvSpPr>
          <p:spPr bwMode="auto">
            <a:xfrm>
              <a:off x="7488" y="2736"/>
              <a:ext cx="172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Kyõ thuaät</a:t>
              </a:r>
              <a:endParaRPr lang="en-US" altLang="en-US" sz="2400" b="0">
                <a:latin typeface="VNI-Helve" pitchFamily="2" charset="0"/>
              </a:endParaRPr>
            </a:p>
          </p:txBody>
        </p:sp>
        <p:sp>
          <p:nvSpPr>
            <p:cNvPr id="36875" name="Line 10">
              <a:extLst>
                <a:ext uri="{FF2B5EF4-FFF2-40B4-BE49-F238E27FC236}">
                  <a16:creationId xmlns:a16="http://schemas.microsoft.com/office/drawing/2014/main" id="{B87D16C0-F3AE-059E-C0B9-E40CE60FA057}"/>
                </a:ext>
              </a:extLst>
            </p:cNvPr>
            <p:cNvSpPr>
              <a:spLocks noChangeShapeType="1"/>
            </p:cNvSpPr>
            <p:nvPr/>
          </p:nvSpPr>
          <p:spPr bwMode="auto">
            <a:xfrm>
              <a:off x="2592" y="2448"/>
              <a:ext cx="76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11">
              <a:extLst>
                <a:ext uri="{FF2B5EF4-FFF2-40B4-BE49-F238E27FC236}">
                  <a16:creationId xmlns:a16="http://schemas.microsoft.com/office/drawing/2014/main" id="{B7EC010C-30C8-A658-D66B-ACD4E67BB9B8}"/>
                </a:ext>
              </a:extLst>
            </p:cNvPr>
            <p:cNvSpPr>
              <a:spLocks noChangeShapeType="1"/>
            </p:cNvSpPr>
            <p:nvPr/>
          </p:nvSpPr>
          <p:spPr bwMode="auto">
            <a:xfrm>
              <a:off x="2592"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12">
              <a:extLst>
                <a:ext uri="{FF2B5EF4-FFF2-40B4-BE49-F238E27FC236}">
                  <a16:creationId xmlns:a16="http://schemas.microsoft.com/office/drawing/2014/main" id="{964B6EF3-0C39-4DD1-C1C9-4669B1D02438}"/>
                </a:ext>
              </a:extLst>
            </p:cNvPr>
            <p:cNvSpPr>
              <a:spLocks noChangeShapeType="1"/>
            </p:cNvSpPr>
            <p:nvPr/>
          </p:nvSpPr>
          <p:spPr bwMode="auto">
            <a:xfrm>
              <a:off x="4608"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3">
              <a:extLst>
                <a:ext uri="{FF2B5EF4-FFF2-40B4-BE49-F238E27FC236}">
                  <a16:creationId xmlns:a16="http://schemas.microsoft.com/office/drawing/2014/main" id="{F24AF95D-74FF-832B-7032-C999AE393B9B}"/>
                </a:ext>
              </a:extLst>
            </p:cNvPr>
            <p:cNvSpPr>
              <a:spLocks noChangeShapeType="1"/>
            </p:cNvSpPr>
            <p:nvPr/>
          </p:nvSpPr>
          <p:spPr bwMode="auto">
            <a:xfrm>
              <a:off x="8352"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4">
              <a:extLst>
                <a:ext uri="{FF2B5EF4-FFF2-40B4-BE49-F238E27FC236}">
                  <a16:creationId xmlns:a16="http://schemas.microsoft.com/office/drawing/2014/main" id="{4E871A9B-BE0C-4669-E42B-8ECCCB8E21B3}"/>
                </a:ext>
              </a:extLst>
            </p:cNvPr>
            <p:cNvSpPr>
              <a:spLocks noChangeShapeType="1"/>
            </p:cNvSpPr>
            <p:nvPr/>
          </p:nvSpPr>
          <p:spPr bwMode="auto">
            <a:xfrm>
              <a:off x="6480" y="2160"/>
              <a:ext cx="0" cy="7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AutoShape 15">
              <a:extLst>
                <a:ext uri="{FF2B5EF4-FFF2-40B4-BE49-F238E27FC236}">
                  <a16:creationId xmlns:a16="http://schemas.microsoft.com/office/drawing/2014/main" id="{1549D8E4-ABE0-4361-628F-20464300D6FA}"/>
                </a:ext>
              </a:extLst>
            </p:cNvPr>
            <p:cNvSpPr>
              <a:spLocks noChangeArrowheads="1"/>
            </p:cNvSpPr>
            <p:nvPr/>
          </p:nvSpPr>
          <p:spPr bwMode="auto">
            <a:xfrm>
              <a:off x="9360" y="2736"/>
              <a:ext cx="1728" cy="1152"/>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Phoù GÑ </a:t>
              </a:r>
              <a:r>
                <a:rPr lang="en-US" altLang="en-US" sz="1400">
                  <a:latin typeface="VNI-Times" pitchFamily="2" charset="0"/>
                </a:rPr>
                <a:t>QL döï aùn</a:t>
              </a:r>
              <a:endParaRPr lang="en-US" altLang="en-US" sz="2400">
                <a:latin typeface="VNI-Helve" pitchFamily="2" charset="0"/>
              </a:endParaRPr>
            </a:p>
          </p:txBody>
        </p:sp>
        <p:sp>
          <p:nvSpPr>
            <p:cNvPr id="36881" name="Line 16">
              <a:extLst>
                <a:ext uri="{FF2B5EF4-FFF2-40B4-BE49-F238E27FC236}">
                  <a16:creationId xmlns:a16="http://schemas.microsoft.com/office/drawing/2014/main" id="{4C77F64A-2721-B422-E01F-E4EFE3231F80}"/>
                </a:ext>
              </a:extLst>
            </p:cNvPr>
            <p:cNvSpPr>
              <a:spLocks noChangeShapeType="1"/>
            </p:cNvSpPr>
            <p:nvPr/>
          </p:nvSpPr>
          <p:spPr bwMode="auto">
            <a:xfrm>
              <a:off x="10224" y="2448"/>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6882" name="Group 17">
              <a:extLst>
                <a:ext uri="{FF2B5EF4-FFF2-40B4-BE49-F238E27FC236}">
                  <a16:creationId xmlns:a16="http://schemas.microsoft.com/office/drawing/2014/main" id="{2AAA6238-7080-CBA6-7E1F-7615A2C4F727}"/>
                </a:ext>
              </a:extLst>
            </p:cNvPr>
            <p:cNvGrpSpPr>
              <a:grpSpLocks/>
            </p:cNvGrpSpPr>
            <p:nvPr/>
          </p:nvGrpSpPr>
          <p:grpSpPr bwMode="auto">
            <a:xfrm>
              <a:off x="9360" y="3888"/>
              <a:ext cx="1750" cy="3024"/>
              <a:chOff x="9360" y="3888"/>
              <a:chExt cx="1750" cy="3024"/>
            </a:xfrm>
          </p:grpSpPr>
          <p:sp>
            <p:nvSpPr>
              <p:cNvPr id="36906" name="AutoShape 18">
                <a:extLst>
                  <a:ext uri="{FF2B5EF4-FFF2-40B4-BE49-F238E27FC236}">
                    <a16:creationId xmlns:a16="http://schemas.microsoft.com/office/drawing/2014/main" id="{21324CB2-4395-B367-781A-FCEE1856EDCD}"/>
                  </a:ext>
                </a:extLst>
              </p:cNvPr>
              <p:cNvSpPr>
                <a:spLocks noChangeArrowheads="1"/>
              </p:cNvSpPr>
              <p:nvPr/>
            </p:nvSpPr>
            <p:spPr bwMode="auto">
              <a:xfrm>
                <a:off x="9626" y="4320"/>
                <a:ext cx="1462"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1</a:t>
                </a:r>
                <a:endParaRPr lang="en-US" altLang="en-US" sz="2400">
                  <a:latin typeface="VNI-Helve" pitchFamily="2" charset="0"/>
                </a:endParaRPr>
              </a:p>
            </p:txBody>
          </p:sp>
          <p:sp>
            <p:nvSpPr>
              <p:cNvPr id="36907" name="Line 19">
                <a:extLst>
                  <a:ext uri="{FF2B5EF4-FFF2-40B4-BE49-F238E27FC236}">
                    <a16:creationId xmlns:a16="http://schemas.microsoft.com/office/drawing/2014/main" id="{5AC69A20-7307-64DE-B031-3B4C07ED0F59}"/>
                  </a:ext>
                </a:extLst>
              </p:cNvPr>
              <p:cNvSpPr>
                <a:spLocks noChangeShapeType="1"/>
              </p:cNvSpPr>
              <p:nvPr/>
            </p:nvSpPr>
            <p:spPr bwMode="auto">
              <a:xfrm>
                <a:off x="9360" y="3888"/>
                <a:ext cx="0" cy="28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8" name="AutoShape 20">
                <a:extLst>
                  <a:ext uri="{FF2B5EF4-FFF2-40B4-BE49-F238E27FC236}">
                    <a16:creationId xmlns:a16="http://schemas.microsoft.com/office/drawing/2014/main" id="{A3E5FBC4-AD15-B68D-9A44-CD25AE68876E}"/>
                  </a:ext>
                </a:extLst>
              </p:cNvPr>
              <p:cNvSpPr>
                <a:spLocks noChangeArrowheads="1"/>
              </p:cNvSpPr>
              <p:nvPr/>
            </p:nvSpPr>
            <p:spPr bwMode="auto">
              <a:xfrm>
                <a:off x="9626" y="5328"/>
                <a:ext cx="1462"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a:latin typeface="VNI-Times" pitchFamily="2" charset="0"/>
                  </a:rPr>
                  <a:t>Döï aùn 2</a:t>
                </a:r>
                <a:endParaRPr lang="en-US" altLang="en-US" sz="2400">
                  <a:latin typeface="VNI-Helve" pitchFamily="2" charset="0"/>
                </a:endParaRPr>
              </a:p>
            </p:txBody>
          </p:sp>
          <p:sp>
            <p:nvSpPr>
              <p:cNvPr id="36909" name="Line 21">
                <a:extLst>
                  <a:ext uri="{FF2B5EF4-FFF2-40B4-BE49-F238E27FC236}">
                    <a16:creationId xmlns:a16="http://schemas.microsoft.com/office/drawing/2014/main" id="{3227AAEF-9D64-451C-D793-97C28070E25B}"/>
                  </a:ext>
                </a:extLst>
              </p:cNvPr>
              <p:cNvSpPr>
                <a:spLocks noChangeShapeType="1"/>
              </p:cNvSpPr>
              <p:nvPr/>
            </p:nvSpPr>
            <p:spPr bwMode="auto">
              <a:xfrm>
                <a:off x="9360" y="5760"/>
                <a:ext cx="2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0" name="Line 22">
                <a:extLst>
                  <a:ext uri="{FF2B5EF4-FFF2-40B4-BE49-F238E27FC236}">
                    <a16:creationId xmlns:a16="http://schemas.microsoft.com/office/drawing/2014/main" id="{233B0347-4206-4342-5D87-A0EB1672F536}"/>
                  </a:ext>
                </a:extLst>
              </p:cNvPr>
              <p:cNvSpPr>
                <a:spLocks noChangeShapeType="1"/>
              </p:cNvSpPr>
              <p:nvPr/>
            </p:nvSpPr>
            <p:spPr bwMode="auto">
              <a:xfrm>
                <a:off x="9360" y="4752"/>
                <a:ext cx="2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1" name="AutoShape 23">
                <a:extLst>
                  <a:ext uri="{FF2B5EF4-FFF2-40B4-BE49-F238E27FC236}">
                    <a16:creationId xmlns:a16="http://schemas.microsoft.com/office/drawing/2014/main" id="{50A30DDD-1E95-920C-D704-E4395B2B39F7}"/>
                  </a:ext>
                </a:extLst>
              </p:cNvPr>
              <p:cNvSpPr>
                <a:spLocks noChangeArrowheads="1"/>
              </p:cNvSpPr>
              <p:nvPr/>
            </p:nvSpPr>
            <p:spPr bwMode="auto">
              <a:xfrm>
                <a:off x="9648" y="6336"/>
                <a:ext cx="1462" cy="576"/>
              </a:xfrm>
              <a:prstGeom prst="cube">
                <a:avLst>
                  <a:gd name="adj" fmla="val 26477"/>
                </a:avLst>
              </a:prstGeom>
              <a:solidFill>
                <a:srgbClr val="FFFFFF"/>
              </a:solidFill>
              <a:ln w="9525">
                <a:solidFill>
                  <a:srgbClr val="000000"/>
                </a:solidFill>
                <a:miter lim="800000"/>
                <a:headEnd/>
                <a:tailEnd/>
              </a:ln>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r>
                  <a:rPr lang="en-US" altLang="en-US" sz="1400" b="0">
                    <a:latin typeface="VNI-Times" pitchFamily="2" charset="0"/>
                  </a:rPr>
                  <a:t>Döï aùn 3</a:t>
                </a:r>
                <a:endParaRPr lang="en-US" altLang="en-US" sz="2400" b="0">
                  <a:latin typeface="VNI-Helve" pitchFamily="2" charset="0"/>
                </a:endParaRPr>
              </a:p>
            </p:txBody>
          </p:sp>
          <p:sp>
            <p:nvSpPr>
              <p:cNvPr id="36912" name="Line 24">
                <a:extLst>
                  <a:ext uri="{FF2B5EF4-FFF2-40B4-BE49-F238E27FC236}">
                    <a16:creationId xmlns:a16="http://schemas.microsoft.com/office/drawing/2014/main" id="{DCAE04E4-8696-E361-A833-3D80F6CBA9ED}"/>
                  </a:ext>
                </a:extLst>
              </p:cNvPr>
              <p:cNvSpPr>
                <a:spLocks noChangeShapeType="1"/>
              </p:cNvSpPr>
              <p:nvPr/>
            </p:nvSpPr>
            <p:spPr bwMode="auto">
              <a:xfrm>
                <a:off x="9360" y="6768"/>
                <a:ext cx="2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83" name="Group 25">
              <a:extLst>
                <a:ext uri="{FF2B5EF4-FFF2-40B4-BE49-F238E27FC236}">
                  <a16:creationId xmlns:a16="http://schemas.microsoft.com/office/drawing/2014/main" id="{944872CD-8057-D8C1-7C5E-B1F0893548C8}"/>
                </a:ext>
              </a:extLst>
            </p:cNvPr>
            <p:cNvGrpSpPr>
              <a:grpSpLocks/>
            </p:cNvGrpSpPr>
            <p:nvPr/>
          </p:nvGrpSpPr>
          <p:grpSpPr bwMode="auto">
            <a:xfrm>
              <a:off x="1669" y="2592"/>
              <a:ext cx="1821" cy="4464"/>
              <a:chOff x="1669" y="2592"/>
              <a:chExt cx="1821" cy="4464"/>
            </a:xfrm>
          </p:grpSpPr>
          <p:sp>
            <p:nvSpPr>
              <p:cNvPr id="36902" name="Line 26">
                <a:extLst>
                  <a:ext uri="{FF2B5EF4-FFF2-40B4-BE49-F238E27FC236}">
                    <a16:creationId xmlns:a16="http://schemas.microsoft.com/office/drawing/2014/main" id="{B066FAE6-2893-5A0C-6380-1A262817F345}"/>
                  </a:ext>
                </a:extLst>
              </p:cNvPr>
              <p:cNvSpPr>
                <a:spLocks noChangeShapeType="1"/>
              </p:cNvSpPr>
              <p:nvPr/>
            </p:nvSpPr>
            <p:spPr bwMode="auto">
              <a:xfrm>
                <a:off x="3490"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903" name="Line 27">
                <a:extLst>
                  <a:ext uri="{FF2B5EF4-FFF2-40B4-BE49-F238E27FC236}">
                    <a16:creationId xmlns:a16="http://schemas.microsoft.com/office/drawing/2014/main" id="{45875297-58B0-D5E9-6CE9-0A6198C0BE75}"/>
                  </a:ext>
                </a:extLst>
              </p:cNvPr>
              <p:cNvSpPr>
                <a:spLocks noChangeShapeType="1"/>
              </p:cNvSpPr>
              <p:nvPr/>
            </p:nvSpPr>
            <p:spPr bwMode="auto">
              <a:xfrm>
                <a:off x="1669"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904" name="Line 28">
                <a:extLst>
                  <a:ext uri="{FF2B5EF4-FFF2-40B4-BE49-F238E27FC236}">
                    <a16:creationId xmlns:a16="http://schemas.microsoft.com/office/drawing/2014/main" id="{63D5D20A-910F-62AB-B451-59EB8E29CAC9}"/>
                  </a:ext>
                </a:extLst>
              </p:cNvPr>
              <p:cNvSpPr>
                <a:spLocks noChangeShapeType="1"/>
              </p:cNvSpPr>
              <p:nvPr/>
            </p:nvSpPr>
            <p:spPr bwMode="auto">
              <a:xfrm>
                <a:off x="1728" y="2592"/>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905" name="Line 29">
                <a:extLst>
                  <a:ext uri="{FF2B5EF4-FFF2-40B4-BE49-F238E27FC236}">
                    <a16:creationId xmlns:a16="http://schemas.microsoft.com/office/drawing/2014/main" id="{F5E1C8CF-D31C-3B79-08D4-E5E445710F6E}"/>
                  </a:ext>
                </a:extLst>
              </p:cNvPr>
              <p:cNvSpPr>
                <a:spLocks noChangeShapeType="1"/>
              </p:cNvSpPr>
              <p:nvPr/>
            </p:nvSpPr>
            <p:spPr bwMode="auto">
              <a:xfrm>
                <a:off x="1728" y="7056"/>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84" name="Group 30">
              <a:extLst>
                <a:ext uri="{FF2B5EF4-FFF2-40B4-BE49-F238E27FC236}">
                  <a16:creationId xmlns:a16="http://schemas.microsoft.com/office/drawing/2014/main" id="{4F75EE3B-EE86-14DF-9380-C2D6E14262E0}"/>
                </a:ext>
              </a:extLst>
            </p:cNvPr>
            <p:cNvGrpSpPr>
              <a:grpSpLocks/>
            </p:cNvGrpSpPr>
            <p:nvPr/>
          </p:nvGrpSpPr>
          <p:grpSpPr bwMode="auto">
            <a:xfrm>
              <a:off x="3566" y="2592"/>
              <a:ext cx="1940" cy="4464"/>
              <a:chOff x="3566" y="2592"/>
              <a:chExt cx="1940" cy="4464"/>
            </a:xfrm>
          </p:grpSpPr>
          <p:sp>
            <p:nvSpPr>
              <p:cNvPr id="36898" name="Line 31">
                <a:extLst>
                  <a:ext uri="{FF2B5EF4-FFF2-40B4-BE49-F238E27FC236}">
                    <a16:creationId xmlns:a16="http://schemas.microsoft.com/office/drawing/2014/main" id="{19F5A725-D056-01AB-BBD3-EF5C1BBFF94A}"/>
                  </a:ext>
                </a:extLst>
              </p:cNvPr>
              <p:cNvSpPr>
                <a:spLocks noChangeShapeType="1"/>
              </p:cNvSpPr>
              <p:nvPr/>
            </p:nvSpPr>
            <p:spPr bwMode="auto">
              <a:xfrm>
                <a:off x="5506"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9" name="Line 32">
                <a:extLst>
                  <a:ext uri="{FF2B5EF4-FFF2-40B4-BE49-F238E27FC236}">
                    <a16:creationId xmlns:a16="http://schemas.microsoft.com/office/drawing/2014/main" id="{4435FBA4-5512-A499-FD85-7BE58A95022B}"/>
                  </a:ext>
                </a:extLst>
              </p:cNvPr>
              <p:cNvSpPr>
                <a:spLocks noChangeShapeType="1"/>
              </p:cNvSpPr>
              <p:nvPr/>
            </p:nvSpPr>
            <p:spPr bwMode="auto">
              <a:xfrm>
                <a:off x="3566"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900" name="Line 33">
                <a:extLst>
                  <a:ext uri="{FF2B5EF4-FFF2-40B4-BE49-F238E27FC236}">
                    <a16:creationId xmlns:a16="http://schemas.microsoft.com/office/drawing/2014/main" id="{84736D0C-9F00-427D-7238-76F52B220E35}"/>
                  </a:ext>
                </a:extLst>
              </p:cNvPr>
              <p:cNvSpPr>
                <a:spLocks noChangeShapeType="1"/>
              </p:cNvSpPr>
              <p:nvPr/>
            </p:nvSpPr>
            <p:spPr bwMode="auto">
              <a:xfrm>
                <a:off x="3600" y="2592"/>
                <a:ext cx="1872"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901" name="Line 34">
                <a:extLst>
                  <a:ext uri="{FF2B5EF4-FFF2-40B4-BE49-F238E27FC236}">
                    <a16:creationId xmlns:a16="http://schemas.microsoft.com/office/drawing/2014/main" id="{6DABA567-5BA4-5FB7-67ED-5CE96198ABAA}"/>
                  </a:ext>
                </a:extLst>
              </p:cNvPr>
              <p:cNvSpPr>
                <a:spLocks noChangeShapeType="1"/>
              </p:cNvSpPr>
              <p:nvPr/>
            </p:nvSpPr>
            <p:spPr bwMode="auto">
              <a:xfrm>
                <a:off x="3600" y="7056"/>
                <a:ext cx="1872"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85" name="Group 35">
              <a:extLst>
                <a:ext uri="{FF2B5EF4-FFF2-40B4-BE49-F238E27FC236}">
                  <a16:creationId xmlns:a16="http://schemas.microsoft.com/office/drawing/2014/main" id="{50746D0E-CCC0-A1A3-0714-BF3A7ACAFD04}"/>
                </a:ext>
              </a:extLst>
            </p:cNvPr>
            <p:cNvGrpSpPr>
              <a:grpSpLocks/>
            </p:cNvGrpSpPr>
            <p:nvPr/>
          </p:nvGrpSpPr>
          <p:grpSpPr bwMode="auto">
            <a:xfrm>
              <a:off x="5582" y="2592"/>
              <a:ext cx="1796" cy="4464"/>
              <a:chOff x="5582" y="2592"/>
              <a:chExt cx="1796" cy="4464"/>
            </a:xfrm>
          </p:grpSpPr>
          <p:sp>
            <p:nvSpPr>
              <p:cNvPr id="36894" name="Line 36">
                <a:extLst>
                  <a:ext uri="{FF2B5EF4-FFF2-40B4-BE49-F238E27FC236}">
                    <a16:creationId xmlns:a16="http://schemas.microsoft.com/office/drawing/2014/main" id="{FFE37B19-2A13-17B4-357D-CFE692354AE7}"/>
                  </a:ext>
                </a:extLst>
              </p:cNvPr>
              <p:cNvSpPr>
                <a:spLocks noChangeShapeType="1"/>
              </p:cNvSpPr>
              <p:nvPr/>
            </p:nvSpPr>
            <p:spPr bwMode="auto">
              <a:xfrm>
                <a:off x="7378"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5" name="Line 37">
                <a:extLst>
                  <a:ext uri="{FF2B5EF4-FFF2-40B4-BE49-F238E27FC236}">
                    <a16:creationId xmlns:a16="http://schemas.microsoft.com/office/drawing/2014/main" id="{4465C7BE-6696-71D0-4C59-47C41C982349}"/>
                  </a:ext>
                </a:extLst>
              </p:cNvPr>
              <p:cNvSpPr>
                <a:spLocks noChangeShapeType="1"/>
              </p:cNvSpPr>
              <p:nvPr/>
            </p:nvSpPr>
            <p:spPr bwMode="auto">
              <a:xfrm>
                <a:off x="5582"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6" name="Line 38">
                <a:extLst>
                  <a:ext uri="{FF2B5EF4-FFF2-40B4-BE49-F238E27FC236}">
                    <a16:creationId xmlns:a16="http://schemas.microsoft.com/office/drawing/2014/main" id="{C48E5447-9861-0B6F-C130-58DA9302B5A1}"/>
                  </a:ext>
                </a:extLst>
              </p:cNvPr>
              <p:cNvSpPr>
                <a:spLocks noChangeShapeType="1"/>
              </p:cNvSpPr>
              <p:nvPr/>
            </p:nvSpPr>
            <p:spPr bwMode="auto">
              <a:xfrm>
                <a:off x="5616" y="2592"/>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7" name="Line 39">
                <a:extLst>
                  <a:ext uri="{FF2B5EF4-FFF2-40B4-BE49-F238E27FC236}">
                    <a16:creationId xmlns:a16="http://schemas.microsoft.com/office/drawing/2014/main" id="{26F627C4-B91F-AAF6-6F21-B4B4B95C6E0E}"/>
                  </a:ext>
                </a:extLst>
              </p:cNvPr>
              <p:cNvSpPr>
                <a:spLocks noChangeShapeType="1"/>
              </p:cNvSpPr>
              <p:nvPr/>
            </p:nvSpPr>
            <p:spPr bwMode="auto">
              <a:xfrm>
                <a:off x="5616" y="7056"/>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886" name="Group 40">
              <a:extLst>
                <a:ext uri="{FF2B5EF4-FFF2-40B4-BE49-F238E27FC236}">
                  <a16:creationId xmlns:a16="http://schemas.microsoft.com/office/drawing/2014/main" id="{1894D03F-221A-9CF2-60AA-D40BA60E330B}"/>
                </a:ext>
              </a:extLst>
            </p:cNvPr>
            <p:cNvGrpSpPr>
              <a:grpSpLocks/>
            </p:cNvGrpSpPr>
            <p:nvPr/>
          </p:nvGrpSpPr>
          <p:grpSpPr bwMode="auto">
            <a:xfrm>
              <a:off x="7454" y="2592"/>
              <a:ext cx="1813" cy="4464"/>
              <a:chOff x="7454" y="2592"/>
              <a:chExt cx="1813" cy="4464"/>
            </a:xfrm>
          </p:grpSpPr>
          <p:sp>
            <p:nvSpPr>
              <p:cNvPr id="36890" name="Line 41">
                <a:extLst>
                  <a:ext uri="{FF2B5EF4-FFF2-40B4-BE49-F238E27FC236}">
                    <a16:creationId xmlns:a16="http://schemas.microsoft.com/office/drawing/2014/main" id="{FB24410A-50E3-B6D7-4F55-01225F5D1A4C}"/>
                  </a:ext>
                </a:extLst>
              </p:cNvPr>
              <p:cNvSpPr>
                <a:spLocks noChangeShapeType="1"/>
              </p:cNvSpPr>
              <p:nvPr/>
            </p:nvSpPr>
            <p:spPr bwMode="auto">
              <a:xfrm>
                <a:off x="9267"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1" name="Line 42">
                <a:extLst>
                  <a:ext uri="{FF2B5EF4-FFF2-40B4-BE49-F238E27FC236}">
                    <a16:creationId xmlns:a16="http://schemas.microsoft.com/office/drawing/2014/main" id="{E08B8083-EC73-2EE1-0DAC-8D55CAE27F0B}"/>
                  </a:ext>
                </a:extLst>
              </p:cNvPr>
              <p:cNvSpPr>
                <a:spLocks noChangeShapeType="1"/>
              </p:cNvSpPr>
              <p:nvPr/>
            </p:nvSpPr>
            <p:spPr bwMode="auto">
              <a:xfrm>
                <a:off x="7454" y="2592"/>
                <a:ext cx="0" cy="446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2" name="Line 43">
                <a:extLst>
                  <a:ext uri="{FF2B5EF4-FFF2-40B4-BE49-F238E27FC236}">
                    <a16:creationId xmlns:a16="http://schemas.microsoft.com/office/drawing/2014/main" id="{A73D5C74-9877-AB03-5CC2-E4230A3799D8}"/>
                  </a:ext>
                </a:extLst>
              </p:cNvPr>
              <p:cNvSpPr>
                <a:spLocks noChangeShapeType="1"/>
              </p:cNvSpPr>
              <p:nvPr/>
            </p:nvSpPr>
            <p:spPr bwMode="auto">
              <a:xfrm>
                <a:off x="7488" y="2592"/>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6893" name="Line 44">
                <a:extLst>
                  <a:ext uri="{FF2B5EF4-FFF2-40B4-BE49-F238E27FC236}">
                    <a16:creationId xmlns:a16="http://schemas.microsoft.com/office/drawing/2014/main" id="{3773A406-E386-6143-2B2A-9F01EE4EEF9A}"/>
                  </a:ext>
                </a:extLst>
              </p:cNvPr>
              <p:cNvSpPr>
                <a:spLocks noChangeShapeType="1"/>
              </p:cNvSpPr>
              <p:nvPr/>
            </p:nvSpPr>
            <p:spPr bwMode="auto">
              <a:xfrm>
                <a:off x="7488" y="7056"/>
                <a:ext cx="172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887" name="Rectangle 45">
              <a:extLst>
                <a:ext uri="{FF2B5EF4-FFF2-40B4-BE49-F238E27FC236}">
                  <a16:creationId xmlns:a16="http://schemas.microsoft.com/office/drawing/2014/main" id="{45B650EF-EDF7-5C13-0BA2-D794457ED519}"/>
                </a:ext>
              </a:extLst>
            </p:cNvPr>
            <p:cNvSpPr>
              <a:spLocks noChangeArrowheads="1"/>
            </p:cNvSpPr>
            <p:nvPr/>
          </p:nvSpPr>
          <p:spPr bwMode="auto">
            <a:xfrm>
              <a:off x="1440" y="4176"/>
              <a:ext cx="9792" cy="864"/>
            </a:xfrm>
            <a:prstGeom prst="rect">
              <a:avLst/>
            </a:prstGeom>
            <a:noFill/>
            <a:ln w="9525" cap="rnd">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6888" name="Rectangle 46">
              <a:extLst>
                <a:ext uri="{FF2B5EF4-FFF2-40B4-BE49-F238E27FC236}">
                  <a16:creationId xmlns:a16="http://schemas.microsoft.com/office/drawing/2014/main" id="{6FD3DDA9-2BEF-D00D-6C2A-8EB5956A9169}"/>
                </a:ext>
              </a:extLst>
            </p:cNvPr>
            <p:cNvSpPr>
              <a:spLocks noChangeArrowheads="1"/>
            </p:cNvSpPr>
            <p:nvPr/>
          </p:nvSpPr>
          <p:spPr bwMode="auto">
            <a:xfrm>
              <a:off x="1440" y="5184"/>
              <a:ext cx="9792" cy="864"/>
            </a:xfrm>
            <a:prstGeom prst="rect">
              <a:avLst/>
            </a:prstGeom>
            <a:noFill/>
            <a:ln w="9525" cap="rnd">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6889" name="Rectangle 47">
              <a:extLst>
                <a:ext uri="{FF2B5EF4-FFF2-40B4-BE49-F238E27FC236}">
                  <a16:creationId xmlns:a16="http://schemas.microsoft.com/office/drawing/2014/main" id="{01EA2247-A5B3-788F-C3F7-F929EFCF24E1}"/>
                </a:ext>
              </a:extLst>
            </p:cNvPr>
            <p:cNvSpPr>
              <a:spLocks noChangeArrowheads="1"/>
            </p:cNvSpPr>
            <p:nvPr/>
          </p:nvSpPr>
          <p:spPr bwMode="auto">
            <a:xfrm>
              <a:off x="1440" y="6192"/>
              <a:ext cx="9792" cy="864"/>
            </a:xfrm>
            <a:prstGeom prst="rect">
              <a:avLst/>
            </a:prstGeom>
            <a:noFill/>
            <a:ln w="9525" cap="rnd">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grpSp>
      <p:sp>
        <p:nvSpPr>
          <p:cNvPr id="36869" name="Rectangle 48">
            <a:extLst>
              <a:ext uri="{FF2B5EF4-FFF2-40B4-BE49-F238E27FC236}">
                <a16:creationId xmlns:a16="http://schemas.microsoft.com/office/drawing/2014/main" id="{7885918A-9425-5F94-2E58-153AE5E98AC3}"/>
              </a:ext>
            </a:extLst>
          </p:cNvPr>
          <p:cNvSpPr>
            <a:spLocks noChangeArrowheads="1"/>
          </p:cNvSpPr>
          <p:nvPr/>
        </p:nvSpPr>
        <p:spPr bwMode="auto">
          <a:xfrm>
            <a:off x="457200" y="533400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000" b="0" dirty="0"/>
          </a:p>
          <a:p>
            <a:pPr lvl="1" algn="l" eaLnBrk="1" hangingPunct="1">
              <a:spcBef>
                <a:spcPct val="20000"/>
              </a:spcBef>
              <a:buClr>
                <a:schemeClr val="hlink"/>
              </a:buClr>
              <a:buSzPct val="55000"/>
              <a:buFont typeface="Wingdings" panose="05000000000000000000" pitchFamily="2" charset="2"/>
              <a:buChar char="n"/>
            </a:pPr>
            <a:r>
              <a:rPr lang="en-US" altLang="en-US" sz="2000" b="0" dirty="0" err="1">
                <a:solidFill>
                  <a:schemeClr val="folHlink"/>
                </a:solidFill>
              </a:rPr>
              <a:t>Dạng</a:t>
            </a:r>
            <a:r>
              <a:rPr lang="en-US" altLang="en-US" sz="2000" b="0" dirty="0">
                <a:solidFill>
                  <a:schemeClr val="folHlink"/>
                </a:solidFill>
              </a:rPr>
              <a:t> </a:t>
            </a:r>
            <a:r>
              <a:rPr lang="en-US" altLang="en-US" sz="2000" b="0" dirty="0" err="1">
                <a:solidFill>
                  <a:schemeClr val="folHlink"/>
                </a:solidFill>
              </a:rPr>
              <a:t>phối</a:t>
            </a:r>
            <a:r>
              <a:rPr lang="en-US" altLang="en-US" sz="2000" b="0" dirty="0">
                <a:solidFill>
                  <a:schemeClr val="folHlink"/>
                </a:solidFill>
              </a:rPr>
              <a:t> </a:t>
            </a:r>
            <a:r>
              <a:rPr lang="en-US" altLang="en-US" sz="2000" b="0" dirty="0" err="1">
                <a:solidFill>
                  <a:schemeClr val="folHlink"/>
                </a:solidFill>
              </a:rPr>
              <a:t>hợp</a:t>
            </a:r>
            <a:r>
              <a:rPr lang="en-US" altLang="en-US" sz="2000" b="0" dirty="0">
                <a:solidFill>
                  <a:schemeClr val="folHlink"/>
                </a:solidFill>
              </a:rPr>
              <a:t>: </a:t>
            </a:r>
            <a:r>
              <a:rPr lang="en-US" altLang="en-US" sz="2000" b="0" dirty="0" err="1">
                <a:solidFill>
                  <a:schemeClr val="folHlink"/>
                </a:solidFill>
              </a:rPr>
              <a:t>các</a:t>
            </a:r>
            <a:r>
              <a:rPr lang="en-US" altLang="en-US" sz="2000" b="0" dirty="0">
                <a:solidFill>
                  <a:schemeClr val="folHlink"/>
                </a:solidFill>
              </a:rPr>
              <a:t> </a:t>
            </a:r>
            <a:r>
              <a:rPr lang="en-US" altLang="en-US" sz="2000" dirty="0" err="1">
                <a:solidFill>
                  <a:schemeClr val="folHlink"/>
                </a:solidFill>
              </a:rPr>
              <a:t>cột</a:t>
            </a:r>
            <a:r>
              <a:rPr lang="en-US" altLang="en-US" sz="2000" b="0" dirty="0">
                <a:solidFill>
                  <a:schemeClr val="folHlink"/>
                </a:solidFill>
              </a:rPr>
              <a:t> </a:t>
            </a:r>
            <a:r>
              <a:rPr lang="en-US" altLang="en-US" sz="2000" b="0" dirty="0" err="1">
                <a:solidFill>
                  <a:schemeClr val="folHlink"/>
                </a:solidFill>
              </a:rPr>
              <a:t>là</a:t>
            </a:r>
            <a:r>
              <a:rPr lang="en-US" altLang="en-US" sz="2000" b="0" dirty="0">
                <a:solidFill>
                  <a:schemeClr val="folHlink"/>
                </a:solidFill>
              </a:rPr>
              <a:t> </a:t>
            </a:r>
            <a:r>
              <a:rPr lang="en-US" altLang="en-US" sz="2000" b="0" dirty="0" err="1">
                <a:solidFill>
                  <a:schemeClr val="folHlink"/>
                </a:solidFill>
              </a:rPr>
              <a:t>các</a:t>
            </a:r>
            <a:r>
              <a:rPr lang="en-US" altLang="en-US" sz="2000" b="0" dirty="0">
                <a:solidFill>
                  <a:schemeClr val="folHlink"/>
                </a:solidFill>
              </a:rPr>
              <a:t> </a:t>
            </a:r>
            <a:r>
              <a:rPr lang="en-US" altLang="en-US" sz="2000" b="0" dirty="0" err="1">
                <a:solidFill>
                  <a:schemeClr val="folHlink"/>
                </a:solidFill>
              </a:rPr>
              <a:t>chức</a:t>
            </a:r>
            <a:r>
              <a:rPr lang="en-US" altLang="en-US" sz="2000" b="0" dirty="0">
                <a:solidFill>
                  <a:schemeClr val="folHlink"/>
                </a:solidFill>
              </a:rPr>
              <a:t> </a:t>
            </a:r>
            <a:r>
              <a:rPr lang="en-US" altLang="en-US" sz="2000" b="0" dirty="0" err="1">
                <a:solidFill>
                  <a:schemeClr val="folHlink"/>
                </a:solidFill>
              </a:rPr>
              <a:t>năng</a:t>
            </a:r>
            <a:r>
              <a:rPr lang="en-US" altLang="en-US" sz="2000" b="0" dirty="0">
                <a:solidFill>
                  <a:schemeClr val="folHlink"/>
                </a:solidFill>
              </a:rPr>
              <a:t> </a:t>
            </a:r>
            <a:r>
              <a:rPr lang="en-US" altLang="en-US" sz="2000" b="0" dirty="0" err="1">
                <a:solidFill>
                  <a:schemeClr val="folHlink"/>
                </a:solidFill>
              </a:rPr>
              <a:t>chuyên</a:t>
            </a:r>
            <a:r>
              <a:rPr lang="en-US" altLang="en-US" sz="2000" b="0" dirty="0">
                <a:solidFill>
                  <a:schemeClr val="folHlink"/>
                </a:solidFill>
              </a:rPr>
              <a:t> </a:t>
            </a:r>
            <a:r>
              <a:rPr lang="en-US" altLang="en-US" sz="2000" b="0" dirty="0" err="1">
                <a:solidFill>
                  <a:schemeClr val="folHlink"/>
                </a:solidFill>
              </a:rPr>
              <a:t>môn</a:t>
            </a:r>
            <a:r>
              <a:rPr lang="en-US" altLang="en-US" sz="2000" b="0" dirty="0">
                <a:solidFill>
                  <a:schemeClr val="folHlink"/>
                </a:solidFill>
              </a:rPr>
              <a:t> &amp; </a:t>
            </a:r>
            <a:r>
              <a:rPr lang="en-US" altLang="en-US" sz="2000" b="0" dirty="0" err="1">
                <a:solidFill>
                  <a:schemeClr val="folHlink"/>
                </a:solidFill>
              </a:rPr>
              <a:t>các</a:t>
            </a:r>
            <a:r>
              <a:rPr lang="en-US" altLang="en-US" sz="2000" b="0" dirty="0">
                <a:solidFill>
                  <a:schemeClr val="folHlink"/>
                </a:solidFill>
              </a:rPr>
              <a:t> </a:t>
            </a:r>
            <a:r>
              <a:rPr lang="en-US" altLang="en-US" sz="2000" dirty="0" err="1">
                <a:solidFill>
                  <a:schemeClr val="folHlink"/>
                </a:solidFill>
              </a:rPr>
              <a:t>hàng</a:t>
            </a:r>
            <a:r>
              <a:rPr lang="en-US" altLang="en-US" sz="2000" b="0" dirty="0">
                <a:solidFill>
                  <a:schemeClr val="folHlink"/>
                </a:solidFill>
              </a:rPr>
              <a:t> </a:t>
            </a:r>
            <a:r>
              <a:rPr lang="en-US" altLang="en-US" sz="2000" b="0" dirty="0" err="1">
                <a:solidFill>
                  <a:schemeClr val="folHlink"/>
                </a:solidFill>
              </a:rPr>
              <a:t>là</a:t>
            </a:r>
            <a:r>
              <a:rPr lang="en-US" altLang="en-US" sz="2000" b="0" dirty="0">
                <a:solidFill>
                  <a:schemeClr val="folHlink"/>
                </a:solidFill>
              </a:rPr>
              <a:t> </a:t>
            </a:r>
            <a:r>
              <a:rPr lang="en-US" altLang="en-US" sz="2000" b="0" dirty="0" err="1">
                <a:solidFill>
                  <a:schemeClr val="folHlink"/>
                </a:solidFill>
              </a:rPr>
              <a:t>các</a:t>
            </a:r>
            <a:r>
              <a:rPr lang="en-US" altLang="en-US" sz="2000" b="0" dirty="0">
                <a:solidFill>
                  <a:schemeClr val="folHlink"/>
                </a:solidFill>
              </a:rPr>
              <a:t> </a:t>
            </a:r>
            <a:r>
              <a:rPr lang="en-US" altLang="en-US" sz="2000" b="0" dirty="0" err="1">
                <a:solidFill>
                  <a:schemeClr val="folHlink"/>
                </a:solidFill>
              </a:rPr>
              <a:t>dự</a:t>
            </a:r>
            <a:r>
              <a:rPr lang="en-US" altLang="en-US" sz="2000" b="0" dirty="0">
                <a:solidFill>
                  <a:schemeClr val="folHlink"/>
                </a:solidFill>
              </a:rPr>
              <a:t> </a:t>
            </a:r>
            <a:r>
              <a:rPr lang="en-US" altLang="en-US" sz="2000" b="0" dirty="0" err="1">
                <a:solidFill>
                  <a:schemeClr val="folHlink"/>
                </a:solidFill>
              </a:rPr>
              <a:t>án</a:t>
            </a:r>
            <a:r>
              <a:rPr lang="en-US" altLang="en-US" sz="2000" b="0" dirty="0">
                <a:solidFill>
                  <a:schemeClr val="folHlink"/>
                </a:solidFill>
              </a:rPr>
              <a:t> </a:t>
            </a:r>
            <a:r>
              <a:rPr lang="en-US" altLang="en-US" sz="2000" b="0" dirty="0" err="1">
                <a:solidFill>
                  <a:schemeClr val="folHlink"/>
                </a:solidFill>
              </a:rPr>
              <a:t>khác</a:t>
            </a:r>
            <a:r>
              <a:rPr lang="en-US" altLang="en-US" sz="2000" b="0" dirty="0">
                <a:solidFill>
                  <a:schemeClr val="folHlink"/>
                </a:solidFill>
              </a:rPr>
              <a:t> </a:t>
            </a:r>
            <a:r>
              <a:rPr lang="en-US" altLang="en-US" sz="2000" b="0" dirty="0" err="1">
                <a:solidFill>
                  <a:schemeClr val="folHlink"/>
                </a:solidFill>
              </a:rPr>
              <a:t>nhau</a:t>
            </a:r>
            <a:endParaRPr lang="en-US" altLang="en-US" sz="2000" b="0" dirty="0">
              <a:solidFill>
                <a:schemeClr val="folHlink"/>
              </a:solidFill>
            </a:endParaRPr>
          </a:p>
          <a:p>
            <a:pPr lvl="1" algn="l" eaLnBrk="1" hangingPunct="1">
              <a:spcBef>
                <a:spcPct val="20000"/>
              </a:spcBef>
              <a:buClr>
                <a:schemeClr val="hlink"/>
              </a:buClr>
              <a:buSzPct val="55000"/>
              <a:buFont typeface="Wingdings" panose="05000000000000000000" pitchFamily="2" charset="2"/>
              <a:buChar char="n"/>
            </a:pPr>
            <a:r>
              <a:rPr lang="en-US" altLang="en-US" sz="2000" b="0" dirty="0">
                <a:solidFill>
                  <a:schemeClr val="folHlink"/>
                </a:solidFill>
              </a:rPr>
              <a:t>Các </a:t>
            </a:r>
            <a:r>
              <a:rPr lang="en-US" altLang="en-US" sz="2000" b="0" dirty="0" err="1">
                <a:solidFill>
                  <a:schemeClr val="folHlink"/>
                </a:solidFill>
              </a:rPr>
              <a:t>chuyên</a:t>
            </a:r>
            <a:r>
              <a:rPr lang="en-US" altLang="en-US" sz="2000" b="0" dirty="0">
                <a:solidFill>
                  <a:schemeClr val="folHlink"/>
                </a:solidFill>
              </a:rPr>
              <a:t> </a:t>
            </a:r>
            <a:r>
              <a:rPr lang="en-US" altLang="en-US" sz="2000" b="0" dirty="0" err="1">
                <a:solidFill>
                  <a:schemeClr val="folHlink"/>
                </a:solidFill>
              </a:rPr>
              <a:t>gia</a:t>
            </a:r>
            <a:r>
              <a:rPr lang="en-US" altLang="en-US" sz="2000" b="0" dirty="0">
                <a:solidFill>
                  <a:schemeClr val="folHlink"/>
                </a:solidFill>
              </a:rPr>
              <a:t> </a:t>
            </a:r>
            <a:r>
              <a:rPr lang="en-US" altLang="en-US" sz="2000" b="0" dirty="0" err="1">
                <a:solidFill>
                  <a:schemeClr val="folHlink"/>
                </a:solidFill>
              </a:rPr>
              <a:t>chức</a:t>
            </a:r>
            <a:r>
              <a:rPr lang="en-US" altLang="en-US" sz="2000" b="0" dirty="0">
                <a:solidFill>
                  <a:schemeClr val="folHlink"/>
                </a:solidFill>
              </a:rPr>
              <a:t> </a:t>
            </a:r>
            <a:r>
              <a:rPr lang="en-US" altLang="en-US" sz="2000" b="0" dirty="0" err="1">
                <a:solidFill>
                  <a:schemeClr val="folHlink"/>
                </a:solidFill>
              </a:rPr>
              <a:t>năng</a:t>
            </a:r>
            <a:r>
              <a:rPr lang="en-US" altLang="en-US" sz="2000" b="0" dirty="0">
                <a:solidFill>
                  <a:schemeClr val="folHlink"/>
                </a:solidFill>
              </a:rPr>
              <a:t> </a:t>
            </a:r>
            <a:r>
              <a:rPr lang="en-US" altLang="en-US" sz="2000" b="0" dirty="0" err="1">
                <a:solidFill>
                  <a:schemeClr val="folHlink"/>
                </a:solidFill>
              </a:rPr>
              <a:t>làm</a:t>
            </a:r>
            <a:r>
              <a:rPr lang="en-US" altLang="en-US" sz="2000" b="0" dirty="0">
                <a:solidFill>
                  <a:schemeClr val="folHlink"/>
                </a:solidFill>
              </a:rPr>
              <a:t> </a:t>
            </a:r>
            <a:r>
              <a:rPr lang="en-US" altLang="en-US" sz="2000" b="0" dirty="0" err="1">
                <a:solidFill>
                  <a:schemeClr val="folHlink"/>
                </a:solidFill>
              </a:rPr>
              <a:t>việc</a:t>
            </a:r>
            <a:r>
              <a:rPr lang="en-US" altLang="en-US" sz="2000" b="0" dirty="0">
                <a:solidFill>
                  <a:schemeClr val="folHlink"/>
                </a:solidFill>
              </a:rPr>
              <a:t> </a:t>
            </a:r>
            <a:r>
              <a:rPr lang="en-US" altLang="en-US" sz="2000" b="0" dirty="0" err="1">
                <a:solidFill>
                  <a:schemeClr val="folHlink"/>
                </a:solidFill>
              </a:rPr>
              <a:t>cho</a:t>
            </a:r>
            <a:r>
              <a:rPr lang="en-US" altLang="en-US" sz="2000" b="0" dirty="0">
                <a:solidFill>
                  <a:schemeClr val="folHlink"/>
                </a:solidFill>
              </a:rPr>
              <a:t> 1 hay </a:t>
            </a:r>
            <a:r>
              <a:rPr lang="en-US" altLang="en-US" sz="2000" b="0" dirty="0" err="1">
                <a:solidFill>
                  <a:schemeClr val="folHlink"/>
                </a:solidFill>
              </a:rPr>
              <a:t>nhiều</a:t>
            </a:r>
            <a:r>
              <a:rPr lang="en-US" altLang="en-US" sz="2000" b="0" dirty="0">
                <a:solidFill>
                  <a:schemeClr val="folHlink"/>
                </a:solidFill>
              </a:rPr>
              <a:t> DA</a:t>
            </a:r>
          </a:p>
          <a:p>
            <a:pPr lvl="1" algn="l" eaLnBrk="1" hangingPunct="1">
              <a:spcBef>
                <a:spcPct val="20000"/>
              </a:spcBef>
              <a:buClr>
                <a:schemeClr val="hlink"/>
              </a:buClr>
              <a:buSzPct val="55000"/>
              <a:buFont typeface="Wingdings" panose="05000000000000000000" pitchFamily="2" charset="2"/>
              <a:buChar char="n"/>
            </a:pPr>
            <a:endParaRPr lang="en-US" altLang="en-US" sz="2000" b="0" dirty="0">
              <a:solidFill>
                <a:schemeClr val="folHlink"/>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EDC844CA-8A85-835B-3C9C-7EB8ACECE2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E104681-5A01-4494-B29A-FC188A7E5CC7}" type="slidenum">
              <a:rPr lang="en-US" altLang="en-US" b="0"/>
              <a:pPr/>
              <a:t>35</a:t>
            </a:fld>
            <a:endParaRPr lang="en-US" altLang="en-US" b="0"/>
          </a:p>
        </p:txBody>
      </p:sp>
      <p:sp>
        <p:nvSpPr>
          <p:cNvPr id="37891" name="Rectangle 2">
            <a:extLst>
              <a:ext uri="{FF2B5EF4-FFF2-40B4-BE49-F238E27FC236}">
                <a16:creationId xmlns:a16="http://schemas.microsoft.com/office/drawing/2014/main" id="{BAE60AE3-8311-9C79-E150-DB296655A49D}"/>
              </a:ext>
            </a:extLst>
          </p:cNvPr>
          <p:cNvSpPr>
            <a:spLocks noGrp="1" noChangeArrowheads="1"/>
          </p:cNvSpPr>
          <p:nvPr>
            <p:ph type="title"/>
          </p:nvPr>
        </p:nvSpPr>
        <p:spPr/>
        <p:txBody>
          <a:bodyPr/>
          <a:lstStyle/>
          <a:p>
            <a:pPr eaLnBrk="1" hangingPunct="1"/>
            <a:r>
              <a:rPr lang="en-US" altLang="en-US" b="1"/>
              <a:t>THẢO LUẬN</a:t>
            </a:r>
          </a:p>
        </p:txBody>
      </p:sp>
      <p:sp>
        <p:nvSpPr>
          <p:cNvPr id="37892" name="Rectangle 3">
            <a:extLst>
              <a:ext uri="{FF2B5EF4-FFF2-40B4-BE49-F238E27FC236}">
                <a16:creationId xmlns:a16="http://schemas.microsoft.com/office/drawing/2014/main" id="{15E503C9-D6C5-9D5F-991B-60A81FE919B9}"/>
              </a:ext>
            </a:extLst>
          </p:cNvPr>
          <p:cNvSpPr>
            <a:spLocks noGrp="1" noChangeArrowheads="1"/>
          </p:cNvSpPr>
          <p:nvPr>
            <p:ph type="body" idx="1"/>
          </p:nvPr>
        </p:nvSpPr>
        <p:spPr>
          <a:xfrm>
            <a:off x="762000" y="2362200"/>
            <a:ext cx="8077200" cy="3733800"/>
          </a:xfrm>
        </p:spPr>
        <p:txBody>
          <a:bodyPr/>
          <a:lstStyle/>
          <a:p>
            <a:pPr marL="533400" indent="-533400" eaLnBrk="1" hangingPunct="1">
              <a:lnSpc>
                <a:spcPct val="80000"/>
              </a:lnSpc>
              <a:buSzTx/>
              <a:buFont typeface="Wingdings" panose="05000000000000000000" pitchFamily="2" charset="2"/>
              <a:buAutoNum type="arabicPeriod"/>
            </a:pPr>
            <a:endParaRPr lang="en-US" altLang="en-US" sz="700">
              <a:solidFill>
                <a:schemeClr val="tx2"/>
              </a:solidFill>
            </a:endParaRPr>
          </a:p>
          <a:p>
            <a:pPr marL="533400" indent="-533400" eaLnBrk="1" hangingPunct="1">
              <a:lnSpc>
                <a:spcPct val="80000"/>
              </a:lnSpc>
            </a:pPr>
            <a:r>
              <a:rPr lang="en-US" altLang="en-US" sz="2400" b="1"/>
              <a:t>Ví dụ 1:</a:t>
            </a:r>
            <a:r>
              <a:rPr lang="en-US" altLang="en-US" sz="2400"/>
              <a:t> Tại 1 công ty bảo hiểm, bạn chịu trách nhiệm “đường dây nóng 7/7”. Mục đích của dự án là thiết lập một dịch vụ qua đường dây nóng 24/24 giờ, 7/7 ngày. Theo nghiên cứu sơ bộ của người tiền nhiệm thì cần phải có các thành viên sau đây tham gia vào dự án:</a:t>
            </a:r>
          </a:p>
          <a:p>
            <a:pPr marL="914400" lvl="1" indent="-457200" eaLnBrk="1" hangingPunct="1">
              <a:lnSpc>
                <a:spcPct val="80000"/>
              </a:lnSpc>
            </a:pPr>
            <a:r>
              <a:rPr lang="en-US" altLang="en-US" sz="2000"/>
              <a:t>2 nhân viên phòng tiếp thị</a:t>
            </a:r>
          </a:p>
          <a:p>
            <a:pPr marL="914400" lvl="1" indent="-457200" eaLnBrk="1" hangingPunct="1">
              <a:lnSpc>
                <a:spcPct val="80000"/>
              </a:lnSpc>
            </a:pPr>
            <a:r>
              <a:rPr lang="en-US" altLang="en-US" sz="2000"/>
              <a:t>2 nhân viên phòng kinh doanh</a:t>
            </a:r>
          </a:p>
          <a:p>
            <a:pPr marL="914400" lvl="1" indent="-457200" eaLnBrk="1" hangingPunct="1">
              <a:lnSpc>
                <a:spcPct val="80000"/>
              </a:lnSpc>
            </a:pPr>
            <a:r>
              <a:rPr lang="en-US" altLang="en-US" sz="2000"/>
              <a:t>1 nhân viên phòng phát triển phần mềm</a:t>
            </a:r>
          </a:p>
          <a:p>
            <a:pPr marL="914400" lvl="1" indent="-457200" eaLnBrk="1" hangingPunct="1">
              <a:lnSpc>
                <a:spcPct val="80000"/>
              </a:lnSpc>
            </a:pPr>
            <a:r>
              <a:rPr lang="en-US" altLang="en-US" sz="2000"/>
              <a:t>1 nhân viên phòng nhân sự</a:t>
            </a:r>
          </a:p>
          <a:p>
            <a:pPr marL="914400" lvl="1" indent="-457200" eaLnBrk="1" hangingPunct="1">
              <a:lnSpc>
                <a:spcPct val="80000"/>
              </a:lnSpc>
            </a:pPr>
            <a:r>
              <a:rPr lang="en-US" altLang="en-US" sz="2000"/>
              <a:t>1 nhân viên phòng đào tạo</a:t>
            </a:r>
          </a:p>
          <a:p>
            <a:pPr marL="533400" indent="-533400" eaLnBrk="1" hangingPunct="1">
              <a:lnSpc>
                <a:spcPct val="80000"/>
              </a:lnSpc>
            </a:pPr>
            <a:endParaRPr lang="en-US" altLang="en-US" sz="2400"/>
          </a:p>
          <a:p>
            <a:pPr marL="533400" indent="-533400" eaLnBrk="1" hangingPunct="1">
              <a:lnSpc>
                <a:spcPct val="80000"/>
              </a:lnSpc>
            </a:pPr>
            <a:endParaRPr lang="en-US" altLang="en-US" sz="3600">
              <a:solidFill>
                <a:schemeClr val="tx2"/>
              </a:solidFill>
            </a:endParaRPr>
          </a:p>
        </p:txBody>
      </p:sp>
      <p:sp>
        <p:nvSpPr>
          <p:cNvPr id="37893" name="Rectangle 4">
            <a:extLst>
              <a:ext uri="{FF2B5EF4-FFF2-40B4-BE49-F238E27FC236}">
                <a16:creationId xmlns:a16="http://schemas.microsoft.com/office/drawing/2014/main" id="{00FAC7C3-4460-C076-F472-E06310DC287F}"/>
              </a:ext>
            </a:extLst>
          </p:cNvPr>
          <p:cNvSpPr>
            <a:spLocks noChangeArrowheads="1"/>
          </p:cNvSpPr>
          <p:nvPr/>
        </p:nvSpPr>
        <p:spPr bwMode="auto">
          <a:xfrm>
            <a:off x="838200" y="1828800"/>
            <a:ext cx="83058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lvl="1" algn="l" eaLnBrk="1" hangingPunct="1">
              <a:lnSpc>
                <a:spcPct val="80000"/>
              </a:lnSpc>
              <a:spcBef>
                <a:spcPct val="20000"/>
              </a:spcBef>
              <a:buClr>
                <a:schemeClr val="hlink"/>
              </a:buClr>
              <a:buSzPct val="55000"/>
              <a:buFont typeface="Wingdings" panose="05000000000000000000" pitchFamily="2" charset="2"/>
              <a:buNone/>
            </a:pPr>
            <a:r>
              <a:rPr lang="en-US" altLang="en-US" sz="2400">
                <a:solidFill>
                  <a:srgbClr val="FF0066"/>
                </a:solidFill>
                <a:sym typeface="Wingdings" panose="05000000000000000000" pitchFamily="2" charset="2"/>
              </a:rPr>
              <a:t>Cơ cấu tổ chức mà bạn sẽ chọn trong các trường hợp sau là?</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EB6528DB-5DAC-287C-F25C-12C0BD6750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C98B07E-CE31-43E2-B16C-578BCBEFFF03}" type="slidenum">
              <a:rPr lang="en-US" altLang="en-US" b="0"/>
              <a:pPr/>
              <a:t>36</a:t>
            </a:fld>
            <a:endParaRPr lang="en-US" altLang="en-US" b="0"/>
          </a:p>
        </p:txBody>
      </p:sp>
      <p:sp>
        <p:nvSpPr>
          <p:cNvPr id="38915" name="Rectangle 2">
            <a:extLst>
              <a:ext uri="{FF2B5EF4-FFF2-40B4-BE49-F238E27FC236}">
                <a16:creationId xmlns:a16="http://schemas.microsoft.com/office/drawing/2014/main" id="{DDFB14EE-332A-CE87-F279-B063B7667DD8}"/>
              </a:ext>
            </a:extLst>
          </p:cNvPr>
          <p:cNvSpPr>
            <a:spLocks noGrp="1" noChangeArrowheads="1"/>
          </p:cNvSpPr>
          <p:nvPr>
            <p:ph type="title"/>
          </p:nvPr>
        </p:nvSpPr>
        <p:spPr/>
        <p:txBody>
          <a:bodyPr/>
          <a:lstStyle/>
          <a:p>
            <a:pPr eaLnBrk="1" hangingPunct="1"/>
            <a:r>
              <a:rPr lang="en-US" altLang="en-US" b="1"/>
              <a:t>THẢO LUẬN</a:t>
            </a:r>
          </a:p>
        </p:txBody>
      </p:sp>
      <p:sp>
        <p:nvSpPr>
          <p:cNvPr id="38916" name="Rectangle 3">
            <a:extLst>
              <a:ext uri="{FF2B5EF4-FFF2-40B4-BE49-F238E27FC236}">
                <a16:creationId xmlns:a16="http://schemas.microsoft.com/office/drawing/2014/main" id="{A34EA489-FFCC-9C59-4C0C-B7686C2E9FC4}"/>
              </a:ext>
            </a:extLst>
          </p:cNvPr>
          <p:cNvSpPr>
            <a:spLocks noGrp="1" noChangeArrowheads="1"/>
          </p:cNvSpPr>
          <p:nvPr>
            <p:ph type="body" idx="1"/>
          </p:nvPr>
        </p:nvSpPr>
        <p:spPr>
          <a:xfrm>
            <a:off x="762000" y="1600200"/>
            <a:ext cx="8077200" cy="1447800"/>
          </a:xfrm>
        </p:spPr>
        <p:txBody>
          <a:bodyPr/>
          <a:lstStyle/>
          <a:p>
            <a:pPr marL="533400" indent="-533400" eaLnBrk="1" hangingPunct="1">
              <a:lnSpc>
                <a:spcPct val="80000"/>
              </a:lnSpc>
              <a:buSzTx/>
              <a:buFont typeface="Wingdings" panose="05000000000000000000" pitchFamily="2" charset="2"/>
              <a:buAutoNum type="arabicPeriod"/>
            </a:pPr>
            <a:endParaRPr lang="en-US" altLang="en-US" sz="700">
              <a:solidFill>
                <a:schemeClr val="tx2"/>
              </a:solidFill>
            </a:endParaRPr>
          </a:p>
          <a:p>
            <a:pPr marL="533400" indent="-533400" eaLnBrk="1" hangingPunct="1">
              <a:lnSpc>
                <a:spcPct val="80000"/>
              </a:lnSpc>
            </a:pPr>
            <a:r>
              <a:rPr lang="en-US" altLang="en-US" sz="2400" b="1"/>
              <a:t>Ví dụ 2:</a:t>
            </a:r>
            <a:r>
              <a:rPr lang="en-US" altLang="en-US" sz="2400"/>
              <a:t> Trong giai đoạn thi công được hầm cao tốc, công việc của bạn là thành lập và quản lý nhóm DA. Những người tham gia vào nhóm DA sẽ làm việc 100% thời gian cho DA, thời gian DA ít nhất 3 năm.</a:t>
            </a:r>
            <a:endParaRPr lang="en-US" altLang="en-US" sz="2800">
              <a:solidFill>
                <a:schemeClr val="tx2"/>
              </a:solidFill>
              <a:sym typeface="Wingdings" panose="05000000000000000000" pitchFamily="2" charset="2"/>
            </a:endParaRPr>
          </a:p>
          <a:p>
            <a:pPr marL="914400" lvl="1" indent="-457200" eaLnBrk="1" hangingPunct="1">
              <a:lnSpc>
                <a:spcPct val="80000"/>
              </a:lnSpc>
              <a:buFont typeface="Wingdings" panose="05000000000000000000" pitchFamily="2" charset="2"/>
              <a:buNone/>
            </a:pPr>
            <a:endParaRPr lang="en-US" altLang="en-US" sz="2400"/>
          </a:p>
          <a:p>
            <a:pPr marL="533400" indent="-533400" eaLnBrk="1" hangingPunct="1">
              <a:lnSpc>
                <a:spcPct val="80000"/>
              </a:lnSpc>
            </a:pPr>
            <a:endParaRPr lang="en-US" altLang="en-US" sz="2400"/>
          </a:p>
          <a:p>
            <a:pPr marL="533400" indent="-533400" eaLnBrk="1" hangingPunct="1">
              <a:lnSpc>
                <a:spcPct val="80000"/>
              </a:lnSpc>
            </a:pPr>
            <a:endParaRPr lang="en-US" altLang="en-US" sz="3600">
              <a:solidFill>
                <a:schemeClr val="tx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4C5FE18C-F425-93A0-CDBC-ED83B4AA55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320EF3F-8BE5-4B7D-BE21-60482DAFD4E7}" type="slidenum">
              <a:rPr lang="en-US" altLang="en-US" b="0"/>
              <a:pPr/>
              <a:t>37</a:t>
            </a:fld>
            <a:endParaRPr lang="en-US" altLang="en-US" b="0"/>
          </a:p>
        </p:txBody>
      </p:sp>
      <p:sp>
        <p:nvSpPr>
          <p:cNvPr id="39939" name="Rectangle 2">
            <a:extLst>
              <a:ext uri="{FF2B5EF4-FFF2-40B4-BE49-F238E27FC236}">
                <a16:creationId xmlns:a16="http://schemas.microsoft.com/office/drawing/2014/main" id="{48DCA9F0-4E6C-9B13-6142-E93E1DEB336C}"/>
              </a:ext>
            </a:extLst>
          </p:cNvPr>
          <p:cNvSpPr>
            <a:spLocks noGrp="1" noChangeArrowheads="1"/>
          </p:cNvSpPr>
          <p:nvPr>
            <p:ph type="title"/>
          </p:nvPr>
        </p:nvSpPr>
        <p:spPr/>
        <p:txBody>
          <a:bodyPr/>
          <a:lstStyle/>
          <a:p>
            <a:pPr eaLnBrk="1" hangingPunct="1"/>
            <a:r>
              <a:rPr lang="en-US" altLang="en-US" b="1"/>
              <a:t>THẢO LUẬN</a:t>
            </a:r>
          </a:p>
        </p:txBody>
      </p:sp>
      <p:sp>
        <p:nvSpPr>
          <p:cNvPr id="39940" name="Rectangle 3">
            <a:extLst>
              <a:ext uri="{FF2B5EF4-FFF2-40B4-BE49-F238E27FC236}">
                <a16:creationId xmlns:a16="http://schemas.microsoft.com/office/drawing/2014/main" id="{AD972ED4-F63E-16F2-1B28-C66AB8CAB670}"/>
              </a:ext>
            </a:extLst>
          </p:cNvPr>
          <p:cNvSpPr>
            <a:spLocks noGrp="1" noChangeArrowheads="1"/>
          </p:cNvSpPr>
          <p:nvPr>
            <p:ph type="body" idx="1"/>
          </p:nvPr>
        </p:nvSpPr>
        <p:spPr>
          <a:xfrm>
            <a:off x="762000" y="1600200"/>
            <a:ext cx="8077200" cy="1219200"/>
          </a:xfrm>
        </p:spPr>
        <p:txBody>
          <a:bodyPr/>
          <a:lstStyle/>
          <a:p>
            <a:pPr marL="533400" indent="-533400" eaLnBrk="1" hangingPunct="1">
              <a:lnSpc>
                <a:spcPct val="80000"/>
              </a:lnSpc>
              <a:buSzTx/>
              <a:buFont typeface="Wingdings" panose="05000000000000000000" pitchFamily="2" charset="2"/>
              <a:buAutoNum type="arabicPeriod"/>
            </a:pPr>
            <a:endParaRPr lang="en-US" altLang="en-US" sz="700">
              <a:solidFill>
                <a:schemeClr val="tx2"/>
              </a:solidFill>
            </a:endParaRPr>
          </a:p>
          <a:p>
            <a:pPr marL="533400" indent="-533400" eaLnBrk="1" hangingPunct="1">
              <a:lnSpc>
                <a:spcPct val="80000"/>
              </a:lnSpc>
            </a:pPr>
            <a:r>
              <a:rPr lang="en-US" altLang="en-US" sz="2800">
                <a:solidFill>
                  <a:schemeClr val="tx2"/>
                </a:solidFill>
              </a:rPr>
              <a:t>Trình bày ưu, nhược điểm của các loại cấu trúc tổ chức?</a:t>
            </a:r>
          </a:p>
          <a:p>
            <a:pPr marL="533400" indent="-533400" eaLnBrk="1" hangingPunct="1">
              <a:lnSpc>
                <a:spcPct val="80000"/>
              </a:lnSpc>
            </a:pPr>
            <a:endParaRPr lang="en-US" altLang="en-US" sz="2800">
              <a:solidFill>
                <a:schemeClr val="tx2"/>
              </a:solidFill>
            </a:endParaRPr>
          </a:p>
          <a:p>
            <a:pPr marL="533400" indent="-533400" eaLnBrk="1" hangingPunct="1">
              <a:lnSpc>
                <a:spcPct val="80000"/>
              </a:lnSpc>
            </a:pPr>
            <a:endParaRPr lang="en-US" altLang="en-US" sz="3600">
              <a:solidFill>
                <a:schemeClr val="tx2"/>
              </a:solidFill>
            </a:endParaRPr>
          </a:p>
        </p:txBody>
      </p:sp>
      <p:pic>
        <p:nvPicPr>
          <p:cNvPr id="39941" name="Picture 4">
            <a:extLst>
              <a:ext uri="{FF2B5EF4-FFF2-40B4-BE49-F238E27FC236}">
                <a16:creationId xmlns:a16="http://schemas.microsoft.com/office/drawing/2014/main" id="{A5366138-2675-8F06-BCDE-0B93B1901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352800"/>
            <a:ext cx="2971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19E4A3F7-9C92-A1F3-B758-90372EA048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58017D3-3CE4-42C8-B72F-288E7A57AA0D}" type="slidenum">
              <a:rPr lang="en-US" altLang="en-US" b="0"/>
              <a:pPr/>
              <a:t>38</a:t>
            </a:fld>
            <a:endParaRPr lang="en-US" altLang="en-US" b="0"/>
          </a:p>
        </p:txBody>
      </p:sp>
      <p:sp>
        <p:nvSpPr>
          <p:cNvPr id="40963" name="Rectangle 2">
            <a:extLst>
              <a:ext uri="{FF2B5EF4-FFF2-40B4-BE49-F238E27FC236}">
                <a16:creationId xmlns:a16="http://schemas.microsoft.com/office/drawing/2014/main" id="{79461EE2-DFAF-3523-31C8-94EC59B5D4A6}"/>
              </a:ext>
            </a:extLst>
          </p:cNvPr>
          <p:cNvSpPr>
            <a:spLocks noGrp="1" noChangeArrowheads="1"/>
          </p:cNvSpPr>
          <p:nvPr>
            <p:ph type="title"/>
          </p:nvPr>
        </p:nvSpPr>
        <p:spPr/>
        <p:txBody>
          <a:bodyPr/>
          <a:lstStyle/>
          <a:p>
            <a:pPr eaLnBrk="1" hangingPunct="1"/>
            <a:r>
              <a:rPr lang="en-US" altLang="en-US" b="1"/>
              <a:t>TỔ CHỨC CHỨC NĂNG</a:t>
            </a:r>
          </a:p>
        </p:txBody>
      </p:sp>
      <p:sp>
        <p:nvSpPr>
          <p:cNvPr id="40964" name="Rectangle 28">
            <a:extLst>
              <a:ext uri="{FF2B5EF4-FFF2-40B4-BE49-F238E27FC236}">
                <a16:creationId xmlns:a16="http://schemas.microsoft.com/office/drawing/2014/main" id="{5564BADE-088E-7995-43F7-877D8A25FBFE}"/>
              </a:ext>
            </a:extLst>
          </p:cNvPr>
          <p:cNvSpPr>
            <a:spLocks noChangeArrowheads="1"/>
          </p:cNvSpPr>
          <p:nvPr/>
        </p:nvSpPr>
        <p:spPr bwMode="auto">
          <a:xfrm>
            <a:off x="381000" y="1066800"/>
            <a:ext cx="4038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Ưu điểm:</a:t>
            </a:r>
          </a:p>
          <a:p>
            <a:pPr lvl="1" algn="l" eaLnBrk="1" hangingPunct="1">
              <a:spcBef>
                <a:spcPct val="20000"/>
              </a:spcBef>
              <a:buClr>
                <a:schemeClr val="hlink"/>
              </a:buClr>
              <a:buSzPct val="55000"/>
              <a:buFont typeface="Wingdings" panose="05000000000000000000" pitchFamily="2" charset="2"/>
              <a:buChar char="n"/>
            </a:pPr>
            <a:r>
              <a:rPr lang="en-US" altLang="en-US" sz="2000" b="0"/>
              <a:t>Sự quen biết trong nhóm: phân chia các chuyên gia thành các nhóm  rõ ràng </a:t>
            </a:r>
            <a:r>
              <a:rPr lang="en-US" altLang="en-US" sz="2000" b="0">
                <a:sym typeface="Wingdings" panose="05000000000000000000" pitchFamily="2" charset="2"/>
              </a:rPr>
              <a:t> dễ dàng chia sẽ kinh nghiệm &amp; kiến thức</a:t>
            </a:r>
            <a:endParaRPr lang="en-US" altLang="en-US" sz="2000" b="0"/>
          </a:p>
          <a:p>
            <a:pPr lvl="1" algn="l" eaLnBrk="1" hangingPunct="1">
              <a:spcBef>
                <a:spcPct val="20000"/>
              </a:spcBef>
              <a:buClr>
                <a:schemeClr val="hlink"/>
              </a:buClr>
              <a:buSzPct val="55000"/>
              <a:buFont typeface="Wingdings" panose="05000000000000000000" pitchFamily="2" charset="2"/>
              <a:buChar char="n"/>
            </a:pPr>
            <a:r>
              <a:rPr lang="en-US" altLang="en-US" sz="2000" b="0"/>
              <a:t>Chuyên gia có thể sử dụng cho nhiều dự án khác nhau</a:t>
            </a:r>
          </a:p>
          <a:p>
            <a:pPr lvl="1" algn="l" eaLnBrk="1" hangingPunct="1">
              <a:spcBef>
                <a:spcPct val="20000"/>
              </a:spcBef>
              <a:buClr>
                <a:schemeClr val="hlink"/>
              </a:buClr>
              <a:buSzPct val="55000"/>
              <a:buFont typeface="Wingdings" panose="05000000000000000000" pitchFamily="2" charset="2"/>
              <a:buChar char="n"/>
            </a:pPr>
            <a:r>
              <a:rPr lang="en-US" altLang="en-US" sz="2000" b="0"/>
              <a:t>Sự sẳn sàng của cán bộ </a:t>
            </a:r>
            <a:r>
              <a:rPr lang="en-US" altLang="en-US" sz="2000" b="0">
                <a:sym typeface="Wingdings" panose="05000000000000000000" pitchFamily="2" charset="2"/>
              </a:rPr>
              <a:t> ít mâu thuẩn trong sử dụng nguồn lực</a:t>
            </a:r>
            <a:endParaRPr lang="en-US" altLang="en-US" sz="2000" b="0"/>
          </a:p>
          <a:p>
            <a:pPr lvl="1" algn="l" eaLnBrk="1" hangingPunct="1">
              <a:spcBef>
                <a:spcPct val="20000"/>
              </a:spcBef>
              <a:buClr>
                <a:schemeClr val="hlink"/>
              </a:buClr>
              <a:buSzPct val="55000"/>
              <a:buFont typeface="Wingdings" panose="05000000000000000000" pitchFamily="2" charset="2"/>
              <a:buChar char="n"/>
            </a:pPr>
            <a:r>
              <a:rPr lang="en-US" altLang="en-US" sz="2000" b="0"/>
              <a:t>Hiệu quả trong tiến độ</a:t>
            </a:r>
          </a:p>
          <a:p>
            <a:pPr lvl="1" algn="l" eaLnBrk="1" hangingPunct="1">
              <a:spcBef>
                <a:spcPct val="20000"/>
              </a:spcBef>
              <a:buClr>
                <a:schemeClr val="hlink"/>
              </a:buClr>
              <a:buSzPct val="55000"/>
              <a:buFont typeface="Wingdings" panose="05000000000000000000" pitchFamily="2" charset="2"/>
              <a:buChar char="n"/>
            </a:pPr>
            <a:r>
              <a:rPr lang="en-US" altLang="en-US" sz="2000" b="0"/>
              <a:t>Quyền hạn rõ ràng</a:t>
            </a:r>
          </a:p>
          <a:p>
            <a:pPr lvl="1" algn="l" eaLnBrk="1" hangingPunct="1">
              <a:spcBef>
                <a:spcPct val="20000"/>
              </a:spcBef>
              <a:buClr>
                <a:schemeClr val="hlink"/>
              </a:buClr>
              <a:buSzPct val="55000"/>
              <a:buFont typeface="Wingdings" panose="05000000000000000000" pitchFamily="2" charset="2"/>
              <a:buChar char="n"/>
            </a:pPr>
            <a:endParaRPr lang="en-US" altLang="en-US" sz="2000" b="0"/>
          </a:p>
          <a:p>
            <a:pPr algn="l" eaLnBrk="1" hangingPunct="1">
              <a:spcBef>
                <a:spcPct val="20000"/>
              </a:spcBef>
              <a:buClr>
                <a:schemeClr val="folHlink"/>
              </a:buClr>
              <a:buSzPct val="60000"/>
              <a:buFont typeface="Wingdings" panose="05000000000000000000" pitchFamily="2" charset="2"/>
              <a:buNone/>
            </a:pPr>
            <a:endParaRPr lang="en-US" altLang="en-US" sz="28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
        <p:nvSpPr>
          <p:cNvPr id="40965" name="Rectangle 29">
            <a:extLst>
              <a:ext uri="{FF2B5EF4-FFF2-40B4-BE49-F238E27FC236}">
                <a16:creationId xmlns:a16="http://schemas.microsoft.com/office/drawing/2014/main" id="{11DE2424-4AD3-5ACE-198E-CD7D8E8141A9}"/>
              </a:ext>
            </a:extLst>
          </p:cNvPr>
          <p:cNvSpPr>
            <a:spLocks noChangeArrowheads="1"/>
          </p:cNvSpPr>
          <p:nvPr/>
        </p:nvSpPr>
        <p:spPr bwMode="auto">
          <a:xfrm>
            <a:off x="4572000" y="1066800"/>
            <a:ext cx="441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Nhược điểm:</a:t>
            </a:r>
          </a:p>
          <a:p>
            <a:pPr lvl="1" algn="l" eaLnBrk="1" hangingPunct="1">
              <a:spcBef>
                <a:spcPct val="20000"/>
              </a:spcBef>
              <a:buClr>
                <a:schemeClr val="hlink"/>
              </a:buClr>
              <a:buSzPct val="55000"/>
              <a:buFont typeface="Wingdings" panose="05000000000000000000" pitchFamily="2" charset="2"/>
              <a:buChar char="n"/>
            </a:pPr>
            <a:r>
              <a:rPr lang="en-US" altLang="en-US" sz="2000" b="0"/>
              <a:t>Khách hàng không là đối tượng quan tâm chính</a:t>
            </a:r>
          </a:p>
          <a:p>
            <a:pPr lvl="1" algn="l" eaLnBrk="1" hangingPunct="1">
              <a:spcBef>
                <a:spcPct val="20000"/>
              </a:spcBef>
              <a:buClr>
                <a:schemeClr val="hlink"/>
              </a:buClr>
              <a:buSzPct val="55000"/>
              <a:buFont typeface="Wingdings" panose="05000000000000000000" pitchFamily="2" charset="2"/>
              <a:buChar char="n"/>
            </a:pPr>
            <a:r>
              <a:rPr lang="en-US" altLang="en-US" sz="2000" b="0"/>
              <a:t>Sự cô lập trong dự án</a:t>
            </a:r>
          </a:p>
          <a:p>
            <a:pPr lvl="1" algn="l" eaLnBrk="1" hangingPunct="1">
              <a:spcBef>
                <a:spcPct val="20000"/>
              </a:spcBef>
              <a:buClr>
                <a:schemeClr val="hlink"/>
              </a:buClr>
              <a:buSzPct val="55000"/>
              <a:buFont typeface="Wingdings" panose="05000000000000000000" pitchFamily="2" charset="2"/>
              <a:buChar char="n"/>
            </a:pPr>
            <a:r>
              <a:rPr lang="en-US" altLang="en-US" sz="2000" b="0"/>
              <a:t>Không có cá nhân chịu trách nhiệm toàn bộ dự án</a:t>
            </a:r>
          </a:p>
          <a:p>
            <a:pPr lvl="1" algn="l" eaLnBrk="1" hangingPunct="1">
              <a:spcBef>
                <a:spcPct val="20000"/>
              </a:spcBef>
              <a:buClr>
                <a:schemeClr val="hlink"/>
              </a:buClr>
              <a:buSzPct val="55000"/>
              <a:buFont typeface="Wingdings" panose="05000000000000000000" pitchFamily="2" charset="2"/>
              <a:buChar char="n"/>
            </a:pPr>
            <a:r>
              <a:rPr lang="en-US" altLang="en-US" sz="2000" b="0"/>
              <a:t>Nhiều thứ bậc trong quản lý giữa dự án &amp; khách hàng</a:t>
            </a:r>
          </a:p>
          <a:p>
            <a:pPr lvl="1" algn="l" eaLnBrk="1" hangingPunct="1">
              <a:spcBef>
                <a:spcPct val="20000"/>
              </a:spcBef>
              <a:buClr>
                <a:schemeClr val="hlink"/>
              </a:buClr>
              <a:buSzPct val="55000"/>
              <a:buFont typeface="Wingdings" panose="05000000000000000000" pitchFamily="2" charset="2"/>
              <a:buChar char="n"/>
            </a:pPr>
            <a:r>
              <a:rPr lang="en-US" altLang="en-US" sz="2000" b="0"/>
              <a:t>Sự động viên khuyến khích tham gia dự án không cao </a:t>
            </a:r>
            <a:r>
              <a:rPr lang="en-US" altLang="en-US" sz="2000" b="0">
                <a:sym typeface="Wingdings" panose="05000000000000000000" pitchFamily="2" charset="2"/>
              </a:rPr>
              <a:t> DA không được xem là mối quan tâm chính</a:t>
            </a:r>
            <a:endParaRPr lang="en-US" altLang="en-US" sz="2000" b="0"/>
          </a:p>
          <a:p>
            <a:pPr lvl="1" algn="l" eaLnBrk="1" hangingPunct="1">
              <a:spcBef>
                <a:spcPct val="20000"/>
              </a:spcBef>
              <a:buClr>
                <a:schemeClr val="hlink"/>
              </a:buClr>
              <a:buSzPct val="55000"/>
              <a:buFont typeface="Wingdings" panose="05000000000000000000" pitchFamily="2" charset="2"/>
              <a:buChar char="n"/>
            </a:pPr>
            <a:r>
              <a:rPr lang="en-US" altLang="en-US" sz="2000" b="0"/>
              <a:t>Không giúp nhà quản lý có tầm nhìn bao quát</a:t>
            </a:r>
          </a:p>
          <a:p>
            <a:pPr lvl="1" algn="l" eaLnBrk="1" hangingPunct="1">
              <a:spcBef>
                <a:spcPct val="20000"/>
              </a:spcBef>
              <a:buClr>
                <a:schemeClr val="hlink"/>
              </a:buClr>
              <a:buSzPct val="55000"/>
              <a:buFont typeface="Wingdings" panose="05000000000000000000" pitchFamily="2" charset="2"/>
              <a:buChar char="n"/>
            </a:pPr>
            <a:endParaRPr lang="en-US" altLang="en-US" sz="2000" b="0"/>
          </a:p>
          <a:p>
            <a:pPr algn="l" eaLnBrk="1" hangingPunct="1">
              <a:spcBef>
                <a:spcPct val="20000"/>
              </a:spcBef>
              <a:buClr>
                <a:schemeClr val="folHlink"/>
              </a:buClr>
              <a:buSzPct val="60000"/>
              <a:buFont typeface="Wingdings" panose="05000000000000000000" pitchFamily="2" charset="2"/>
              <a:buNone/>
            </a:pPr>
            <a:endParaRPr lang="en-US" altLang="en-US" sz="28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
        <p:nvSpPr>
          <p:cNvPr id="40966" name="Line 30">
            <a:extLst>
              <a:ext uri="{FF2B5EF4-FFF2-40B4-BE49-F238E27FC236}">
                <a16:creationId xmlns:a16="http://schemas.microsoft.com/office/drawing/2014/main" id="{E2610999-D813-7BDD-03B1-9C1102439FA8}"/>
              </a:ext>
            </a:extLst>
          </p:cNvPr>
          <p:cNvSpPr>
            <a:spLocks noChangeShapeType="1"/>
          </p:cNvSpPr>
          <p:nvPr/>
        </p:nvSpPr>
        <p:spPr bwMode="auto">
          <a:xfrm>
            <a:off x="4572000" y="1524000"/>
            <a:ext cx="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79107289-96DC-FE19-0AB0-FF743593707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DC7DF54-C0DB-4897-94FA-C93B855F46FF}" type="slidenum">
              <a:rPr lang="en-US" altLang="en-US" b="0"/>
              <a:pPr/>
              <a:t>39</a:t>
            </a:fld>
            <a:endParaRPr lang="en-US" altLang="en-US" b="0"/>
          </a:p>
        </p:txBody>
      </p:sp>
      <p:sp>
        <p:nvSpPr>
          <p:cNvPr id="41987" name="Rectangle 2">
            <a:extLst>
              <a:ext uri="{FF2B5EF4-FFF2-40B4-BE49-F238E27FC236}">
                <a16:creationId xmlns:a16="http://schemas.microsoft.com/office/drawing/2014/main" id="{CA752ED4-54B9-DB22-AEEA-748273EDC3F7}"/>
              </a:ext>
            </a:extLst>
          </p:cNvPr>
          <p:cNvSpPr>
            <a:spLocks noGrp="1" noChangeArrowheads="1"/>
          </p:cNvSpPr>
          <p:nvPr>
            <p:ph type="title"/>
          </p:nvPr>
        </p:nvSpPr>
        <p:spPr/>
        <p:txBody>
          <a:bodyPr/>
          <a:lstStyle/>
          <a:p>
            <a:pPr eaLnBrk="1" hangingPunct="1"/>
            <a:r>
              <a:rPr lang="en-US" altLang="en-US" b="1"/>
              <a:t>TỔ CHỨC DỰ ÁN THUẦN TÚY</a:t>
            </a:r>
          </a:p>
        </p:txBody>
      </p:sp>
      <p:sp>
        <p:nvSpPr>
          <p:cNvPr id="41988" name="Rectangle 3">
            <a:extLst>
              <a:ext uri="{FF2B5EF4-FFF2-40B4-BE49-F238E27FC236}">
                <a16:creationId xmlns:a16="http://schemas.microsoft.com/office/drawing/2014/main" id="{658FFCA3-5BB8-B9CC-CA33-B301ADE424E4}"/>
              </a:ext>
            </a:extLst>
          </p:cNvPr>
          <p:cNvSpPr>
            <a:spLocks noChangeArrowheads="1"/>
          </p:cNvSpPr>
          <p:nvPr/>
        </p:nvSpPr>
        <p:spPr bwMode="auto">
          <a:xfrm>
            <a:off x="381000" y="1066800"/>
            <a:ext cx="4038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Ưu điểm:</a:t>
            </a:r>
          </a:p>
          <a:p>
            <a:pPr lvl="1" algn="l" eaLnBrk="1" hangingPunct="1">
              <a:spcBef>
                <a:spcPct val="20000"/>
              </a:spcBef>
              <a:buClr>
                <a:schemeClr val="hlink"/>
              </a:buClr>
              <a:buSzPct val="55000"/>
              <a:buFont typeface="Wingdings" panose="05000000000000000000" pitchFamily="2" charset="2"/>
              <a:buChar char="n"/>
            </a:pPr>
            <a:r>
              <a:rPr lang="en-US" altLang="en-US" sz="2000" b="0"/>
              <a:t>Quyền hạn DA rõ ràng</a:t>
            </a:r>
          </a:p>
          <a:p>
            <a:pPr lvl="1" algn="l" eaLnBrk="1" hangingPunct="1">
              <a:spcBef>
                <a:spcPct val="20000"/>
              </a:spcBef>
              <a:buClr>
                <a:schemeClr val="hlink"/>
              </a:buClr>
              <a:buSzPct val="55000"/>
              <a:buFont typeface="Wingdings" panose="05000000000000000000" pitchFamily="2" charset="2"/>
              <a:buChar char="n"/>
            </a:pPr>
            <a:r>
              <a:rPr lang="en-US" altLang="en-US" sz="2000" b="0"/>
              <a:t>Tất cả các thành viên chỉ chịu sự chỉ đạo 1 PM </a:t>
            </a:r>
            <a:r>
              <a:rPr lang="en-US" altLang="en-US" sz="2000" b="0">
                <a:sym typeface="Wingdings" panose="05000000000000000000" pitchFamily="2" charset="2"/>
              </a:rPr>
              <a:t> giao tiếp &amp; RQĐ thuận lợi</a:t>
            </a:r>
          </a:p>
          <a:p>
            <a:pPr lvl="1" algn="l" eaLnBrk="1" hangingPunct="1">
              <a:spcBef>
                <a:spcPct val="20000"/>
              </a:spcBef>
              <a:buClr>
                <a:schemeClr val="hlink"/>
              </a:buClr>
              <a:buSzPct val="55000"/>
              <a:buFont typeface="Wingdings" panose="05000000000000000000" pitchFamily="2" charset="2"/>
              <a:buChar char="n"/>
            </a:pPr>
            <a:r>
              <a:rPr lang="en-US" altLang="en-US" sz="2000" b="0">
                <a:sym typeface="Wingdings" panose="05000000000000000000" pitchFamily="2" charset="2"/>
              </a:rPr>
              <a:t>Không phải qua cấp trung gian  giao tiếp với khách hàng thuận lợi hơn</a:t>
            </a:r>
          </a:p>
          <a:p>
            <a:pPr lvl="1" algn="l" eaLnBrk="1" hangingPunct="1">
              <a:spcBef>
                <a:spcPct val="20000"/>
              </a:spcBef>
              <a:buClr>
                <a:schemeClr val="hlink"/>
              </a:buClr>
              <a:buSzPct val="55000"/>
              <a:buFont typeface="Wingdings" panose="05000000000000000000" pitchFamily="2" charset="2"/>
              <a:buChar char="n"/>
            </a:pPr>
            <a:r>
              <a:rPr lang="en-US" altLang="en-US" sz="2000" b="0">
                <a:sym typeface="Wingdings" panose="05000000000000000000" pitchFamily="2" charset="2"/>
              </a:rPr>
              <a:t>Nhân sự dự án rõ ràng  kích thích mạnh mẽ đến các thành viên</a:t>
            </a:r>
          </a:p>
          <a:p>
            <a:pPr lvl="1" algn="l" eaLnBrk="1" hangingPunct="1">
              <a:spcBef>
                <a:spcPct val="20000"/>
              </a:spcBef>
              <a:buClr>
                <a:schemeClr val="hlink"/>
              </a:buClr>
              <a:buSzPct val="55000"/>
              <a:buFont typeface="Wingdings" panose="05000000000000000000" pitchFamily="2" charset="2"/>
              <a:buChar char="n"/>
            </a:pPr>
            <a:r>
              <a:rPr lang="en-US" altLang="en-US" sz="2000" b="0">
                <a:sym typeface="Wingdings" panose="05000000000000000000" pitchFamily="2" charset="2"/>
              </a:rPr>
              <a:t>Dự án được tập trung và ưu tiên</a:t>
            </a:r>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algn="l" eaLnBrk="1" hangingPunct="1">
              <a:spcBef>
                <a:spcPct val="20000"/>
              </a:spcBef>
              <a:buClr>
                <a:schemeClr val="folHlink"/>
              </a:buClr>
              <a:buSzPct val="60000"/>
              <a:buFont typeface="Wingdings" panose="05000000000000000000" pitchFamily="2" charset="2"/>
              <a:buNone/>
            </a:pPr>
            <a:endParaRPr lang="en-US" altLang="en-US" sz="28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
        <p:nvSpPr>
          <p:cNvPr id="41989" name="Rectangle 4">
            <a:extLst>
              <a:ext uri="{FF2B5EF4-FFF2-40B4-BE49-F238E27FC236}">
                <a16:creationId xmlns:a16="http://schemas.microsoft.com/office/drawing/2014/main" id="{19B4C73C-5361-3346-C6B4-DEDA0A6A7860}"/>
              </a:ext>
            </a:extLst>
          </p:cNvPr>
          <p:cNvSpPr>
            <a:spLocks noChangeArrowheads="1"/>
          </p:cNvSpPr>
          <p:nvPr/>
        </p:nvSpPr>
        <p:spPr bwMode="auto">
          <a:xfrm>
            <a:off x="4572000" y="1066800"/>
            <a:ext cx="441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Nhược điểm:</a:t>
            </a:r>
          </a:p>
          <a:p>
            <a:pPr lvl="1" algn="l" eaLnBrk="1" hangingPunct="1">
              <a:spcBef>
                <a:spcPct val="20000"/>
              </a:spcBef>
              <a:buClr>
                <a:schemeClr val="hlink"/>
              </a:buClr>
              <a:buSzPct val="55000"/>
              <a:buFont typeface="Wingdings" panose="05000000000000000000" pitchFamily="2" charset="2"/>
              <a:buChar char="n"/>
            </a:pPr>
            <a:r>
              <a:rPr lang="en-US" altLang="en-US" sz="2000" b="0"/>
              <a:t>Công việc gia tăng gấp bội: khi công ty có nhiều DA khách nhau </a:t>
            </a:r>
            <a:r>
              <a:rPr lang="en-US" altLang="en-US" sz="2000" b="0">
                <a:sym typeface="Wingdings" panose="05000000000000000000" pitchFamily="2" charset="2"/>
              </a:rPr>
              <a:t> công việc, chi phí, giá thành tăng</a:t>
            </a:r>
            <a:endParaRPr lang="en-US" altLang="en-US" sz="2000" b="0"/>
          </a:p>
          <a:p>
            <a:pPr lvl="1" algn="l" eaLnBrk="1" hangingPunct="1">
              <a:spcBef>
                <a:spcPct val="20000"/>
              </a:spcBef>
              <a:buClr>
                <a:schemeClr val="hlink"/>
              </a:buClr>
              <a:buSzPct val="55000"/>
              <a:buFont typeface="Wingdings" panose="05000000000000000000" pitchFamily="2" charset="2"/>
              <a:buChar char="n"/>
            </a:pPr>
            <a:r>
              <a:rPr lang="en-US" altLang="en-US" sz="2000" b="0"/>
              <a:t>Sự cạnh tranh giữa các dự án cũng như giữa các thành viên trong dự án &lt;&gt; mục tiêu chiến lược của công ty</a:t>
            </a:r>
          </a:p>
          <a:p>
            <a:pPr lvl="1" algn="l" eaLnBrk="1" hangingPunct="1">
              <a:spcBef>
                <a:spcPct val="20000"/>
              </a:spcBef>
              <a:buClr>
                <a:schemeClr val="hlink"/>
              </a:buClr>
              <a:buSzPct val="55000"/>
              <a:buFont typeface="Wingdings" panose="05000000000000000000" pitchFamily="2" charset="2"/>
              <a:buChar char="n"/>
            </a:pPr>
            <a:r>
              <a:rPr lang="en-US" altLang="en-US" sz="2000" b="0"/>
              <a:t>Động viên và lòng tin không rõ ràng </a:t>
            </a:r>
            <a:r>
              <a:rPr lang="en-US" altLang="en-US" sz="2000" b="0">
                <a:sym typeface="Wingdings" panose="05000000000000000000" pitchFamily="2" charset="2"/>
              </a:rPr>
              <a:t> Cán bộ lo lắng khi kết thúc dự án</a:t>
            </a: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algn="l" eaLnBrk="1" hangingPunct="1">
              <a:spcBef>
                <a:spcPct val="20000"/>
              </a:spcBef>
              <a:buClr>
                <a:schemeClr val="folHlink"/>
              </a:buClr>
              <a:buSzPct val="60000"/>
              <a:buFont typeface="Wingdings" panose="05000000000000000000" pitchFamily="2" charset="2"/>
              <a:buNone/>
            </a:pPr>
            <a:endParaRPr lang="en-US" altLang="en-US" sz="28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
        <p:nvSpPr>
          <p:cNvPr id="41990" name="Line 5">
            <a:extLst>
              <a:ext uri="{FF2B5EF4-FFF2-40B4-BE49-F238E27FC236}">
                <a16:creationId xmlns:a16="http://schemas.microsoft.com/office/drawing/2014/main" id="{8D1D78A8-DD4B-6F0D-1C11-771C4213B0E8}"/>
              </a:ext>
            </a:extLst>
          </p:cNvPr>
          <p:cNvSpPr>
            <a:spLocks noChangeShapeType="1"/>
          </p:cNvSpPr>
          <p:nvPr/>
        </p:nvSpPr>
        <p:spPr bwMode="auto">
          <a:xfrm>
            <a:off x="4572000" y="1524000"/>
            <a:ext cx="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23B62ED5-884B-D88A-5D44-E11D69803D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8DD35D96-2006-4BE3-9B83-9087242DEB27}" type="slidenum">
              <a:rPr lang="en-US" altLang="en-US" b="0"/>
              <a:pPr/>
              <a:t>40</a:t>
            </a:fld>
            <a:endParaRPr lang="en-US" altLang="en-US" b="0"/>
          </a:p>
        </p:txBody>
      </p:sp>
      <p:sp>
        <p:nvSpPr>
          <p:cNvPr id="43011" name="Rectangle 2">
            <a:extLst>
              <a:ext uri="{FF2B5EF4-FFF2-40B4-BE49-F238E27FC236}">
                <a16:creationId xmlns:a16="http://schemas.microsoft.com/office/drawing/2014/main" id="{AE46ED95-1984-2C16-D592-271B42C44E3B}"/>
              </a:ext>
            </a:extLst>
          </p:cNvPr>
          <p:cNvSpPr>
            <a:spLocks noGrp="1" noChangeArrowheads="1"/>
          </p:cNvSpPr>
          <p:nvPr>
            <p:ph type="title"/>
          </p:nvPr>
        </p:nvSpPr>
        <p:spPr/>
        <p:txBody>
          <a:bodyPr/>
          <a:lstStyle/>
          <a:p>
            <a:pPr eaLnBrk="1" hangingPunct="1"/>
            <a:r>
              <a:rPr lang="en-US" altLang="en-US" b="1"/>
              <a:t>TỔ CHỨC MA TRẬN</a:t>
            </a:r>
          </a:p>
        </p:txBody>
      </p:sp>
      <p:sp>
        <p:nvSpPr>
          <p:cNvPr id="43012" name="Rectangle 3">
            <a:extLst>
              <a:ext uri="{FF2B5EF4-FFF2-40B4-BE49-F238E27FC236}">
                <a16:creationId xmlns:a16="http://schemas.microsoft.com/office/drawing/2014/main" id="{E029028F-BCB0-C29C-3932-A7134FF16CB4}"/>
              </a:ext>
            </a:extLst>
          </p:cNvPr>
          <p:cNvSpPr>
            <a:spLocks noChangeArrowheads="1"/>
          </p:cNvSpPr>
          <p:nvPr/>
        </p:nvSpPr>
        <p:spPr bwMode="auto">
          <a:xfrm>
            <a:off x="304800" y="1066800"/>
            <a:ext cx="4191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800" b="0"/>
          </a:p>
          <a:p>
            <a:pPr algn="l" eaLnBrk="1" hangingPunct="1">
              <a:spcBef>
                <a:spcPct val="20000"/>
              </a:spcBef>
              <a:buClr>
                <a:schemeClr val="folHlink"/>
              </a:buClr>
              <a:buSzPct val="60000"/>
              <a:buFont typeface="Wingdings" panose="05000000000000000000" pitchFamily="2" charset="2"/>
              <a:buChar char="n"/>
            </a:pPr>
            <a:r>
              <a:rPr lang="en-US" altLang="en-US" sz="2000" b="0"/>
              <a:t>Ưu điểm:</a:t>
            </a:r>
          </a:p>
          <a:p>
            <a:pPr lvl="1" algn="l" eaLnBrk="1" hangingPunct="1">
              <a:spcBef>
                <a:spcPct val="20000"/>
              </a:spcBef>
              <a:buClr>
                <a:schemeClr val="hlink"/>
              </a:buClr>
              <a:buSzPct val="55000"/>
              <a:buFont typeface="Wingdings" panose="05000000000000000000" pitchFamily="2" charset="2"/>
              <a:buChar char="n"/>
            </a:pPr>
            <a:r>
              <a:rPr lang="en-US" altLang="en-US" b="0"/>
              <a:t>Dự án được nhấn mạnh: duy trì tối đa việc kiểm soát DA về nguồn lực</a:t>
            </a:r>
          </a:p>
          <a:p>
            <a:pPr lvl="1" algn="l" eaLnBrk="1" hangingPunct="1">
              <a:spcBef>
                <a:spcPct val="20000"/>
              </a:spcBef>
              <a:buClr>
                <a:schemeClr val="hlink"/>
              </a:buClr>
              <a:buSzPct val="55000"/>
              <a:buFont typeface="Wingdings" panose="05000000000000000000" pitchFamily="2" charset="2"/>
              <a:buChar char="n"/>
            </a:pPr>
            <a:r>
              <a:rPr lang="en-US" altLang="en-US" b="0"/>
              <a:t>Tối ưu hóa sử dụng nguồn lực</a:t>
            </a:r>
            <a:endParaRPr lang="en-US" altLang="en-US" b="0">
              <a:sym typeface="Wingdings" panose="05000000000000000000" pitchFamily="2" charset="2"/>
            </a:endParaRP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Các chính sách &amp; quy định xây dựng độc lập từng DA, không ngược với công ty</a:t>
            </a: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PM có quyền tham gia vào các nguồn lực của công ty mà không gây mâu thuẩn với các DA khác</a:t>
            </a: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Đáp ứng nhanh các thay đổi</a:t>
            </a: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Động lực &amp; cam kết cải thiện</a:t>
            </a: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Quyền hạn &amp; trách nhiệm được chia sẽ</a:t>
            </a:r>
          </a:p>
          <a:p>
            <a:pPr lvl="1" algn="l" eaLnBrk="1" hangingPunct="1">
              <a:spcBef>
                <a:spcPct val="20000"/>
              </a:spcBef>
              <a:buClr>
                <a:schemeClr val="hlink"/>
              </a:buClr>
              <a:buSzPct val="55000"/>
              <a:buFont typeface="Wingdings" panose="05000000000000000000" pitchFamily="2" charset="2"/>
              <a:buChar char="n"/>
            </a:pPr>
            <a:endParaRPr lang="en-US" altLang="en-US" b="0">
              <a:sym typeface="Wingdings" panose="05000000000000000000" pitchFamily="2" charset="2"/>
            </a:endParaRPr>
          </a:p>
          <a:p>
            <a:pPr lvl="1" algn="l" eaLnBrk="1" hangingPunct="1">
              <a:spcBef>
                <a:spcPct val="20000"/>
              </a:spcBef>
              <a:buClr>
                <a:schemeClr val="hlink"/>
              </a:buClr>
              <a:buSzPct val="55000"/>
              <a:buFont typeface="Wingdings" panose="05000000000000000000" pitchFamily="2" charset="2"/>
              <a:buChar char="n"/>
            </a:pPr>
            <a:endParaRPr lang="en-US" altLang="en-US" b="0"/>
          </a:p>
          <a:p>
            <a:pPr lvl="1" algn="l" eaLnBrk="1" hangingPunct="1">
              <a:spcBef>
                <a:spcPct val="20000"/>
              </a:spcBef>
              <a:buClr>
                <a:schemeClr val="hlink"/>
              </a:buClr>
              <a:buSzPct val="55000"/>
              <a:buFont typeface="Wingdings" panose="05000000000000000000" pitchFamily="2" charset="2"/>
              <a:buChar char="n"/>
            </a:pPr>
            <a:endParaRPr lang="en-US" altLang="en-US" b="0"/>
          </a:p>
          <a:p>
            <a:pPr algn="l" eaLnBrk="1" hangingPunct="1">
              <a:spcBef>
                <a:spcPct val="20000"/>
              </a:spcBef>
              <a:buClr>
                <a:schemeClr val="folHlink"/>
              </a:buClr>
              <a:buSzPct val="60000"/>
              <a:buFont typeface="Wingdings" panose="05000000000000000000" pitchFamily="2" charset="2"/>
              <a:buNone/>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800" b="0"/>
          </a:p>
        </p:txBody>
      </p:sp>
      <p:sp>
        <p:nvSpPr>
          <p:cNvPr id="43013" name="Rectangle 4">
            <a:extLst>
              <a:ext uri="{FF2B5EF4-FFF2-40B4-BE49-F238E27FC236}">
                <a16:creationId xmlns:a16="http://schemas.microsoft.com/office/drawing/2014/main" id="{88944490-146E-EC6A-F382-B8D2A28ACC3F}"/>
              </a:ext>
            </a:extLst>
          </p:cNvPr>
          <p:cNvSpPr>
            <a:spLocks noChangeArrowheads="1"/>
          </p:cNvSpPr>
          <p:nvPr/>
        </p:nvSpPr>
        <p:spPr bwMode="auto">
          <a:xfrm>
            <a:off x="4572000" y="1066800"/>
            <a:ext cx="441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800" b="0"/>
          </a:p>
          <a:p>
            <a:pPr algn="l" eaLnBrk="1" hangingPunct="1">
              <a:spcBef>
                <a:spcPct val="20000"/>
              </a:spcBef>
              <a:buClr>
                <a:schemeClr val="folHlink"/>
              </a:buClr>
              <a:buSzPct val="60000"/>
              <a:buFont typeface="Wingdings" panose="05000000000000000000" pitchFamily="2" charset="2"/>
              <a:buChar char="n"/>
            </a:pPr>
            <a:r>
              <a:rPr lang="en-US" altLang="en-US" sz="2000" b="0"/>
              <a:t>Nhược điểm:</a:t>
            </a:r>
          </a:p>
          <a:p>
            <a:pPr lvl="1" algn="l" eaLnBrk="1" hangingPunct="1">
              <a:spcBef>
                <a:spcPct val="20000"/>
              </a:spcBef>
              <a:buClr>
                <a:schemeClr val="hlink"/>
              </a:buClr>
              <a:buSzPct val="55000"/>
              <a:buFont typeface="Wingdings" panose="05000000000000000000" pitchFamily="2" charset="2"/>
              <a:buChar char="n"/>
            </a:pPr>
            <a:r>
              <a:rPr lang="en-US" altLang="en-US" b="0"/>
              <a:t>Dòng thông tin và dòng công việc đa phương </a:t>
            </a:r>
            <a:r>
              <a:rPr lang="en-US" altLang="en-US" b="0">
                <a:sym typeface="Wingdings" panose="05000000000000000000" pitchFamily="2" charset="2"/>
              </a:rPr>
              <a:t> thời gian phản ứng chậm</a:t>
            </a:r>
          </a:p>
          <a:p>
            <a:pPr lvl="1" algn="l" eaLnBrk="1" hangingPunct="1">
              <a:spcBef>
                <a:spcPct val="20000"/>
              </a:spcBef>
              <a:buClr>
                <a:schemeClr val="hlink"/>
              </a:buClr>
              <a:buSzPct val="55000"/>
              <a:buFont typeface="Wingdings" panose="05000000000000000000" pitchFamily="2" charset="2"/>
              <a:buChar char="n"/>
            </a:pPr>
            <a:r>
              <a:rPr lang="en-US" altLang="en-US" b="0"/>
              <a:t>Thứ tự ưu tiên thay đổi liên tục</a:t>
            </a:r>
          </a:p>
          <a:p>
            <a:pPr lvl="1" algn="l" eaLnBrk="1" hangingPunct="1">
              <a:spcBef>
                <a:spcPct val="20000"/>
              </a:spcBef>
              <a:buClr>
                <a:schemeClr val="hlink"/>
              </a:buClr>
              <a:buSzPct val="55000"/>
              <a:buFont typeface="Wingdings" panose="05000000000000000000" pitchFamily="2" charset="2"/>
              <a:buChar char="n"/>
            </a:pPr>
            <a:r>
              <a:rPr lang="en-US" altLang="en-US" b="0"/>
              <a:t>Nhân viên mải mê lo các công việc thường ngày, sao lãng việc dự án </a:t>
            </a:r>
            <a:r>
              <a:rPr lang="en-US" altLang="en-US" b="0">
                <a:sym typeface="Wingdings" panose="05000000000000000000" pitchFamily="2" charset="2"/>
              </a:rPr>
              <a:t> </a:t>
            </a:r>
            <a:r>
              <a:rPr lang="en-US" altLang="en-US" b="0"/>
              <a:t>Khó điều hành và kiểm tra. </a:t>
            </a:r>
          </a:p>
          <a:p>
            <a:pPr lvl="1" algn="l" eaLnBrk="1" hangingPunct="1">
              <a:spcBef>
                <a:spcPct val="20000"/>
              </a:spcBef>
              <a:buClr>
                <a:schemeClr val="hlink"/>
              </a:buClr>
              <a:buSzPct val="55000"/>
              <a:buFont typeface="Wingdings" panose="05000000000000000000" pitchFamily="2" charset="2"/>
              <a:buChar char="n"/>
            </a:pPr>
            <a:r>
              <a:rPr lang="en-US" altLang="en-US" b="0"/>
              <a:t>Xung đột trong việc phân bổ nguồn lực.</a:t>
            </a:r>
          </a:p>
          <a:p>
            <a:pPr lvl="1" algn="l" eaLnBrk="1" hangingPunct="1">
              <a:spcBef>
                <a:spcPct val="20000"/>
              </a:spcBef>
              <a:buClr>
                <a:schemeClr val="hlink"/>
              </a:buClr>
              <a:buSzPct val="55000"/>
              <a:buFont typeface="Wingdings" panose="05000000000000000000" pitchFamily="2" charset="2"/>
              <a:buChar char="n"/>
            </a:pPr>
            <a:r>
              <a:rPr lang="en-US" altLang="en-US" b="0"/>
              <a:t>Báo cáo kép, báo cáo liên tục cho nhiều nhà quản lý</a:t>
            </a:r>
          </a:p>
          <a:p>
            <a:pPr lvl="1" algn="l" eaLnBrk="1" hangingPunct="1">
              <a:spcBef>
                <a:spcPct val="20000"/>
              </a:spcBef>
              <a:buClr>
                <a:schemeClr val="hlink"/>
              </a:buClr>
              <a:buSzPct val="55000"/>
              <a:buFont typeface="Wingdings" panose="05000000000000000000" pitchFamily="2" charset="2"/>
              <a:buChar char="n"/>
            </a:pPr>
            <a:r>
              <a:rPr lang="en-US" altLang="en-US" b="0">
                <a:sym typeface="Wingdings" panose="05000000000000000000" pitchFamily="2" charset="2"/>
              </a:rPr>
              <a:t>Quản lý chi phí tăng cao do cần nhiều người, đặc biệt là bộ phận quản lý</a:t>
            </a:r>
            <a:endParaRPr lang="en-US" altLang="en-US" b="0"/>
          </a:p>
          <a:p>
            <a:pPr lvl="1" algn="l" eaLnBrk="1" hangingPunct="1">
              <a:spcBef>
                <a:spcPct val="20000"/>
              </a:spcBef>
              <a:buClr>
                <a:schemeClr val="hlink"/>
              </a:buClr>
              <a:buSzPct val="55000"/>
              <a:buFont typeface="Wingdings" panose="05000000000000000000" pitchFamily="2" charset="2"/>
              <a:buChar char="n"/>
            </a:pPr>
            <a:endParaRPr lang="en-US" altLang="en-US" b="0"/>
          </a:p>
          <a:p>
            <a:pPr algn="l" eaLnBrk="1" hangingPunct="1">
              <a:spcBef>
                <a:spcPct val="20000"/>
              </a:spcBef>
              <a:buClr>
                <a:schemeClr val="folHlink"/>
              </a:buClr>
              <a:buSzPct val="60000"/>
              <a:buFont typeface="Wingdings" panose="05000000000000000000" pitchFamily="2" charset="2"/>
              <a:buNone/>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800" b="0"/>
          </a:p>
        </p:txBody>
      </p:sp>
      <p:sp>
        <p:nvSpPr>
          <p:cNvPr id="43014" name="Line 5">
            <a:extLst>
              <a:ext uri="{FF2B5EF4-FFF2-40B4-BE49-F238E27FC236}">
                <a16:creationId xmlns:a16="http://schemas.microsoft.com/office/drawing/2014/main" id="{69B3F12C-5BDB-56DF-58CC-E81C97693C45}"/>
              </a:ext>
            </a:extLst>
          </p:cNvPr>
          <p:cNvSpPr>
            <a:spLocks noChangeShapeType="1"/>
          </p:cNvSpPr>
          <p:nvPr/>
        </p:nvSpPr>
        <p:spPr bwMode="auto">
          <a:xfrm>
            <a:off x="4572000" y="1524000"/>
            <a:ext cx="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8574FB13-5AF5-13BE-B163-AD22657A7D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14B86A0-76C2-47AC-B6FA-76D783505B2A}" type="slidenum">
              <a:rPr lang="en-US" altLang="en-US" b="0"/>
              <a:pPr/>
              <a:t>41</a:t>
            </a:fld>
            <a:endParaRPr lang="en-US" altLang="en-US" b="0"/>
          </a:p>
        </p:txBody>
      </p:sp>
      <p:sp>
        <p:nvSpPr>
          <p:cNvPr id="44035" name="Rectangle 2">
            <a:extLst>
              <a:ext uri="{FF2B5EF4-FFF2-40B4-BE49-F238E27FC236}">
                <a16:creationId xmlns:a16="http://schemas.microsoft.com/office/drawing/2014/main" id="{6B70B596-733A-8E08-7E00-4D6016E1AD29}"/>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4036" name="Rectangle 3">
            <a:extLst>
              <a:ext uri="{FF2B5EF4-FFF2-40B4-BE49-F238E27FC236}">
                <a16:creationId xmlns:a16="http://schemas.microsoft.com/office/drawing/2014/main" id="{D06B0950-4FB6-FB33-3776-BF777EECF9B0}"/>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4037" name="Rectangle 4">
            <a:extLst>
              <a:ext uri="{FF2B5EF4-FFF2-40B4-BE49-F238E27FC236}">
                <a16:creationId xmlns:a16="http://schemas.microsoft.com/office/drawing/2014/main" id="{9613AB1D-CE5A-081F-B29E-0F8D8B992422}"/>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000" b="0"/>
              <a:t>Giúp cho DA có thể tổ chức nhân lực có trình độ chuyên môn phù hợp với yêu cầu của DA, kiến thức nền trợ giúp QLDA được phân thành </a:t>
            </a:r>
            <a:r>
              <a:rPr lang="en-US" altLang="en-US" sz="2000"/>
              <a:t>9 lĩnh vực</a:t>
            </a:r>
            <a:r>
              <a:rPr lang="en-US" altLang="en-US" sz="2000" b="0"/>
              <a:t>.</a:t>
            </a:r>
          </a:p>
          <a:p>
            <a:pPr algn="l" eaLnBrk="1" hangingPunct="1">
              <a:spcBef>
                <a:spcPct val="20000"/>
              </a:spcBef>
              <a:buClr>
                <a:schemeClr val="folHlink"/>
              </a:buClr>
              <a:buSzPct val="60000"/>
              <a:buFont typeface="Wingdings" panose="05000000000000000000" pitchFamily="2" charset="2"/>
              <a:buChar char="n"/>
            </a:pPr>
            <a:r>
              <a:rPr lang="en-US" altLang="en-US" sz="2000" b="0"/>
              <a:t>Mô tả các năng lực chủ yếu người quản lý dự án cần phát triển  </a:t>
            </a:r>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pic>
        <p:nvPicPr>
          <p:cNvPr id="44038" name="Picture 5">
            <a:extLst>
              <a:ext uri="{FF2B5EF4-FFF2-40B4-BE49-F238E27FC236}">
                <a16:creationId xmlns:a16="http://schemas.microsoft.com/office/drawing/2014/main" id="{43C70215-4AB7-4BE9-1F79-95B888D11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124200"/>
            <a:ext cx="610552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FB05213A-57A1-BFF9-E69C-114123FB47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9D0C6B9-EDB6-4119-8412-1F16B2BFB448}" type="slidenum">
              <a:rPr lang="en-US" altLang="en-US" b="0"/>
              <a:pPr/>
              <a:t>42</a:t>
            </a:fld>
            <a:endParaRPr lang="en-US" altLang="en-US" b="0"/>
          </a:p>
        </p:txBody>
      </p:sp>
      <p:sp>
        <p:nvSpPr>
          <p:cNvPr id="45059" name="Rectangle 2">
            <a:extLst>
              <a:ext uri="{FF2B5EF4-FFF2-40B4-BE49-F238E27FC236}">
                <a16:creationId xmlns:a16="http://schemas.microsoft.com/office/drawing/2014/main" id="{5E54B77E-3F56-3D8A-59BC-D5276139374C}"/>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5060" name="Rectangle 3">
            <a:extLst>
              <a:ext uri="{FF2B5EF4-FFF2-40B4-BE49-F238E27FC236}">
                <a16:creationId xmlns:a16="http://schemas.microsoft.com/office/drawing/2014/main" id="{B6A8B658-07F0-411B-8A2B-E1DDB7647635}"/>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5061" name="Rectangle 4">
            <a:extLst>
              <a:ext uri="{FF2B5EF4-FFF2-40B4-BE49-F238E27FC236}">
                <a16:creationId xmlns:a16="http://schemas.microsoft.com/office/drawing/2014/main" id="{95BF7FA3-3D0A-28C5-B2C6-B9AC2DB14A4A}"/>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4 lĩnh vực cơ bản</a:t>
            </a:r>
            <a:r>
              <a:rPr lang="en-US" altLang="en-US" sz="2000" b="0"/>
              <a:t>: </a:t>
            </a:r>
          </a:p>
          <a:p>
            <a:pPr lvl="1" algn="l" eaLnBrk="1" hangingPunct="1">
              <a:spcBef>
                <a:spcPct val="20000"/>
              </a:spcBef>
              <a:buClr>
                <a:schemeClr val="hlink"/>
              </a:buClr>
              <a:buSzPct val="55000"/>
              <a:buFont typeface="Wingdings" panose="05000000000000000000" pitchFamily="2" charset="2"/>
              <a:buChar char="n"/>
            </a:pPr>
            <a:r>
              <a:rPr lang="en-US" altLang="en-US" sz="2000" b="0"/>
              <a:t>QL Phạm vi: Xác định và Quản lý tất cả các công việc được thực hiện trong dự án.</a:t>
            </a:r>
          </a:p>
          <a:p>
            <a:pPr lvl="1" algn="l" eaLnBrk="1" hangingPunct="1">
              <a:spcBef>
                <a:spcPct val="20000"/>
              </a:spcBef>
              <a:buClr>
                <a:schemeClr val="hlink"/>
              </a:buClr>
              <a:buSzPct val="55000"/>
              <a:buFont typeface="Wingdings" panose="05000000000000000000" pitchFamily="2" charset="2"/>
              <a:buChar char="n"/>
            </a:pPr>
            <a:r>
              <a:rPr lang="en-US" altLang="en-US" sz="2000" b="0"/>
              <a:t>QL Thời gian: Ước lượng thời gian, lập lịch biểu và theo dõi tiến độ thực hiện đảm bảo hoàn tất đúng thời hạn.</a:t>
            </a:r>
          </a:p>
          <a:p>
            <a:pPr lvl="1" algn="l" eaLnBrk="1" hangingPunct="1">
              <a:spcBef>
                <a:spcPct val="20000"/>
              </a:spcBef>
              <a:buClr>
                <a:schemeClr val="hlink"/>
              </a:buClr>
              <a:buSzPct val="55000"/>
              <a:buFont typeface="Wingdings" panose="05000000000000000000" pitchFamily="2" charset="2"/>
              <a:buChar char="n"/>
            </a:pPr>
            <a:r>
              <a:rPr lang="en-US" altLang="en-US" sz="2000" b="0"/>
              <a:t>QL Chi phí: Đảm bảo hoản tất dự án trong kinh phí cho phép.</a:t>
            </a:r>
          </a:p>
          <a:p>
            <a:pPr lvl="1" algn="l" eaLnBrk="1" hangingPunct="1">
              <a:spcBef>
                <a:spcPct val="20000"/>
              </a:spcBef>
              <a:buClr>
                <a:schemeClr val="hlink"/>
              </a:buClr>
              <a:buSzPct val="55000"/>
              <a:buFont typeface="Wingdings" panose="05000000000000000000" pitchFamily="2" charset="2"/>
              <a:buChar char="n"/>
            </a:pPr>
            <a:r>
              <a:rPr lang="en-US" altLang="en-US" sz="2000" b="0"/>
              <a:t>QL Chất lượng: Đảm bảo chất lượng theo đúng yêu cầu đặt ra </a:t>
            </a:r>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B08D8CA8-600E-BC18-EDF3-A707142F61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07C0C71C-B086-491A-A6AB-C9B488D4112F}" type="slidenum">
              <a:rPr lang="en-US" altLang="en-US" b="0"/>
              <a:pPr/>
              <a:t>43</a:t>
            </a:fld>
            <a:endParaRPr lang="en-US" altLang="en-US" b="0"/>
          </a:p>
        </p:txBody>
      </p:sp>
      <p:sp>
        <p:nvSpPr>
          <p:cNvPr id="46083" name="Rectangle 2">
            <a:extLst>
              <a:ext uri="{FF2B5EF4-FFF2-40B4-BE49-F238E27FC236}">
                <a16:creationId xmlns:a16="http://schemas.microsoft.com/office/drawing/2014/main" id="{8EAD5E18-17AB-48FE-207D-D99C501E6F5B}"/>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6084" name="Rectangle 3">
            <a:extLst>
              <a:ext uri="{FF2B5EF4-FFF2-40B4-BE49-F238E27FC236}">
                <a16:creationId xmlns:a16="http://schemas.microsoft.com/office/drawing/2014/main" id="{91FACD94-D9C8-F2BA-D17B-C8696AD9C042}"/>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6085" name="Rectangle 4">
            <a:extLst>
              <a:ext uri="{FF2B5EF4-FFF2-40B4-BE49-F238E27FC236}">
                <a16:creationId xmlns:a16="http://schemas.microsoft.com/office/drawing/2014/main" id="{53E86626-1A8E-7C5B-8F8C-46DDD0013C4A}"/>
              </a:ext>
            </a:extLst>
          </p:cNvPr>
          <p:cNvSpPr>
            <a:spLocks noChangeArrowheads="1"/>
          </p:cNvSpPr>
          <p:nvPr/>
        </p:nvSpPr>
        <p:spPr bwMode="auto">
          <a:xfrm>
            <a:off x="609600" y="10668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3200" b="0"/>
          </a:p>
          <a:p>
            <a:pPr algn="l" eaLnBrk="1" hangingPunct="1">
              <a:spcBef>
                <a:spcPct val="20000"/>
              </a:spcBef>
              <a:buClr>
                <a:schemeClr val="folHlink"/>
              </a:buClr>
              <a:buSzPct val="60000"/>
              <a:buFont typeface="Wingdings" panose="05000000000000000000" pitchFamily="2" charset="2"/>
              <a:buChar char="n"/>
            </a:pPr>
            <a:r>
              <a:rPr lang="en-US" altLang="en-US" sz="2400" b="0"/>
              <a:t>4 lĩnh vực hỗ trợ là phương tiện để đạt các mục tiêu của dự án:</a:t>
            </a:r>
          </a:p>
          <a:p>
            <a:pPr lvl="1" algn="l" eaLnBrk="1" hangingPunct="1">
              <a:spcBef>
                <a:spcPct val="20000"/>
              </a:spcBef>
              <a:buClr>
                <a:schemeClr val="hlink"/>
              </a:buClr>
              <a:buSzPct val="55000"/>
              <a:buFont typeface="Wingdings" panose="05000000000000000000" pitchFamily="2" charset="2"/>
              <a:buChar char="n"/>
            </a:pPr>
            <a:r>
              <a:rPr lang="en-US" altLang="en-US" sz="2000" b="0"/>
              <a:t>QL Nguồn nhân lực</a:t>
            </a:r>
          </a:p>
          <a:p>
            <a:pPr lvl="1" algn="l" eaLnBrk="1" hangingPunct="1">
              <a:spcBef>
                <a:spcPct val="20000"/>
              </a:spcBef>
              <a:buClr>
                <a:schemeClr val="hlink"/>
              </a:buClr>
              <a:buSzPct val="55000"/>
              <a:buFont typeface="Wingdings" panose="05000000000000000000" pitchFamily="2" charset="2"/>
              <a:buChar char="n"/>
            </a:pPr>
            <a:r>
              <a:rPr lang="en-US" altLang="en-US" sz="2000" b="0"/>
              <a:t>QL Truyền thông</a:t>
            </a:r>
          </a:p>
          <a:p>
            <a:pPr lvl="1" algn="l" eaLnBrk="1" hangingPunct="1">
              <a:spcBef>
                <a:spcPct val="20000"/>
              </a:spcBef>
              <a:buClr>
                <a:schemeClr val="hlink"/>
              </a:buClr>
              <a:buSzPct val="55000"/>
              <a:buFont typeface="Wingdings" panose="05000000000000000000" pitchFamily="2" charset="2"/>
              <a:buChar char="n"/>
            </a:pPr>
            <a:r>
              <a:rPr lang="en-US" altLang="en-US" sz="2000" b="0"/>
              <a:t>QL Rủi ro</a:t>
            </a:r>
          </a:p>
          <a:p>
            <a:pPr lvl="1" algn="l" eaLnBrk="1" hangingPunct="1">
              <a:spcBef>
                <a:spcPct val="20000"/>
              </a:spcBef>
              <a:buClr>
                <a:schemeClr val="hlink"/>
              </a:buClr>
              <a:buSzPct val="55000"/>
              <a:buFont typeface="Wingdings" panose="05000000000000000000" pitchFamily="2" charset="2"/>
              <a:buChar char="n"/>
            </a:pPr>
            <a:r>
              <a:rPr lang="en-US" altLang="en-US" sz="2000" b="0"/>
              <a:t>QL Mua sắm trang thiết bị.</a:t>
            </a:r>
          </a:p>
          <a:p>
            <a:pPr algn="l" eaLnBrk="1" hangingPunct="1">
              <a:spcBef>
                <a:spcPct val="20000"/>
              </a:spcBef>
              <a:buClr>
                <a:schemeClr val="folHlink"/>
              </a:buClr>
              <a:buSzPct val="60000"/>
              <a:buFont typeface="Wingdings" panose="05000000000000000000" pitchFamily="2" charset="2"/>
              <a:buChar char="n"/>
            </a:pPr>
            <a:r>
              <a:rPr lang="en-US" altLang="en-US" sz="2400" b="0"/>
              <a:t>1 lĩnh vực tích hợp (project integration management) tác động và bị tác động bởi tất cả các lãnh vực ở trên</a:t>
            </a:r>
            <a:r>
              <a:rPr lang="en-US" altLang="en-US" sz="2000" b="0"/>
              <a:t> </a:t>
            </a:r>
          </a:p>
          <a:p>
            <a:pPr algn="l" eaLnBrk="1" hangingPunct="1">
              <a:spcBef>
                <a:spcPct val="20000"/>
              </a:spcBef>
              <a:buClr>
                <a:schemeClr val="folHlink"/>
              </a:buClr>
              <a:buSzPct val="60000"/>
              <a:buFont typeface="Wingdings" panose="05000000000000000000" pitchFamily="2" charset="2"/>
              <a:buChar char="n"/>
            </a:pPr>
            <a:endParaRPr lang="en-US" altLang="en-US" sz="2800" b="0"/>
          </a:p>
          <a:p>
            <a:pPr lvl="1" algn="l" eaLnBrk="1" hangingPunct="1">
              <a:spcBef>
                <a:spcPct val="20000"/>
              </a:spcBef>
              <a:buClr>
                <a:schemeClr val="hlink"/>
              </a:buClr>
              <a:buSzPct val="55000"/>
              <a:buFont typeface="Wingdings" panose="05000000000000000000" pitchFamily="2" charset="2"/>
              <a:buChar char="n"/>
            </a:pPr>
            <a:endParaRPr lang="en-US" altLang="en-US" sz="2400" b="0"/>
          </a:p>
          <a:p>
            <a:pPr lvl="1" algn="l" eaLnBrk="1" hangingPunct="1">
              <a:spcBef>
                <a:spcPct val="20000"/>
              </a:spcBef>
              <a:buClr>
                <a:schemeClr val="hlink"/>
              </a:buClr>
              <a:buSzPct val="55000"/>
              <a:buFont typeface="Wingdings" panose="05000000000000000000" pitchFamily="2" charset="2"/>
              <a:buChar char="n"/>
            </a:pPr>
            <a:endParaRPr lang="en-US" altLang="en-US" sz="3200" b="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8A44EE62-595E-80E0-99DF-E41BE9A5FD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77198C6-EF19-4E12-87D9-D2B139A75889}" type="slidenum">
              <a:rPr lang="en-US" altLang="en-US" b="0"/>
              <a:pPr/>
              <a:t>44</a:t>
            </a:fld>
            <a:endParaRPr lang="en-US" altLang="en-US" b="0"/>
          </a:p>
        </p:txBody>
      </p:sp>
      <p:sp>
        <p:nvSpPr>
          <p:cNvPr id="47107" name="Rectangle 2">
            <a:extLst>
              <a:ext uri="{FF2B5EF4-FFF2-40B4-BE49-F238E27FC236}">
                <a16:creationId xmlns:a16="http://schemas.microsoft.com/office/drawing/2014/main" id="{C95541CD-4D88-4E33-7EE5-3EF64A22AF7C}"/>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7108" name="Rectangle 3">
            <a:extLst>
              <a:ext uri="{FF2B5EF4-FFF2-40B4-BE49-F238E27FC236}">
                <a16:creationId xmlns:a16="http://schemas.microsoft.com/office/drawing/2014/main" id="{4BEE777D-4FED-CF74-7D30-1B31FF625D6A}"/>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7109" name="Rectangle 4">
            <a:extLst>
              <a:ext uri="{FF2B5EF4-FFF2-40B4-BE49-F238E27FC236}">
                <a16:creationId xmlns:a16="http://schemas.microsoft.com/office/drawing/2014/main" id="{1BDD1655-508A-957B-CBB8-6994CEB52EE8}"/>
              </a:ext>
            </a:extLst>
          </p:cNvPr>
          <p:cNvSpPr>
            <a:spLocks noChangeArrowheads="1"/>
          </p:cNvSpPr>
          <p:nvPr/>
        </p:nvSpPr>
        <p:spPr bwMode="auto">
          <a:xfrm>
            <a:off x="609600" y="1371600"/>
            <a:ext cx="5562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295400" indent="-3810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000" b="0"/>
          </a:p>
          <a:p>
            <a:pPr algn="l" eaLnBrk="1" hangingPunct="1">
              <a:spcBef>
                <a:spcPct val="20000"/>
              </a:spcBef>
              <a:buClr>
                <a:schemeClr val="folHlink"/>
              </a:buClr>
              <a:buSzPct val="60000"/>
              <a:buFont typeface="Wingdings" panose="05000000000000000000" pitchFamily="2" charset="2"/>
              <a:buChar char="n"/>
            </a:pPr>
            <a:r>
              <a:rPr lang="en-US" altLang="en-US" sz="2000" b="0"/>
              <a:t>Mục tiêu của dự án là để tạo ra sản phẩm làm thoả mãn tất cả các yêu cầu đối với DA  </a:t>
            </a:r>
            <a:r>
              <a:rPr lang="en-US" altLang="en-US" sz="2000" b="0">
                <a:sym typeface="Wingdings" panose="05000000000000000000" pitchFamily="2" charset="2"/>
              </a:rPr>
              <a:t></a:t>
            </a:r>
            <a:r>
              <a:rPr lang="en-US" altLang="en-US" sz="2000" b="0"/>
              <a:t> </a:t>
            </a:r>
            <a:r>
              <a:rPr lang="en-US" altLang="en-US" sz="2000" u="sng"/>
              <a:t>Chất lượng (Quality)</a:t>
            </a:r>
            <a:r>
              <a:rPr lang="en-US" altLang="en-US" sz="2000" b="0"/>
              <a:t> là nền tảng cho tất cả các lĩnh vực kiến thức khác </a:t>
            </a:r>
          </a:p>
          <a:p>
            <a:pPr lvl="1" algn="l" eaLnBrk="1" hangingPunct="1">
              <a:spcBef>
                <a:spcPct val="20000"/>
              </a:spcBef>
              <a:buClr>
                <a:schemeClr val="hlink"/>
              </a:buClr>
              <a:buSzPct val="55000"/>
              <a:buFont typeface="Wingdings" panose="05000000000000000000" pitchFamily="2" charset="2"/>
              <a:buChar char="n"/>
            </a:pPr>
            <a:r>
              <a:rPr lang="en-US" altLang="en-US" sz="2000" b="0"/>
              <a:t>Chất lượng: </a:t>
            </a:r>
            <a:r>
              <a:rPr lang="en-US" altLang="en-US" sz="2000" i="1"/>
              <a:t>sự thỏa mãn</a:t>
            </a:r>
            <a:r>
              <a:rPr lang="en-US" altLang="en-US" sz="2000" b="0"/>
              <a:t> (của những người sử dụng sản phẩm) </a:t>
            </a:r>
            <a:r>
              <a:rPr lang="en-US" altLang="en-US" sz="2000" i="1"/>
              <a:t>về những gì đã được cam kết</a:t>
            </a:r>
            <a:r>
              <a:rPr lang="en-US" altLang="en-US" sz="2000" b="0"/>
              <a:t>  (của những người tạo ra sản phẩm)</a:t>
            </a:r>
          </a:p>
          <a:p>
            <a:pPr lvl="1" algn="l" eaLnBrk="1" hangingPunct="1">
              <a:spcBef>
                <a:spcPct val="20000"/>
              </a:spcBef>
              <a:buClr>
                <a:schemeClr val="hlink"/>
              </a:buClr>
              <a:buSzPct val="55000"/>
              <a:buFont typeface="Wingdings" panose="05000000000000000000" pitchFamily="2" charset="2"/>
              <a:buChar char="n"/>
            </a:pPr>
            <a:r>
              <a:rPr lang="en-US" altLang="en-US" sz="2000" b="0"/>
              <a:t>Nội dung thực hiện cam kết:</a:t>
            </a:r>
          </a:p>
          <a:p>
            <a:pPr lvl="2" algn="l" eaLnBrk="1" hangingPunct="1">
              <a:spcBef>
                <a:spcPct val="20000"/>
              </a:spcBef>
              <a:buClr>
                <a:schemeClr val="folHlink"/>
              </a:buClr>
              <a:buSzPct val="50000"/>
              <a:buFont typeface="Wingdings" panose="05000000000000000000" pitchFamily="2" charset="2"/>
              <a:buChar char="n"/>
            </a:pPr>
            <a:r>
              <a:rPr lang="en-US" altLang="en-US" sz="1600" b="0"/>
              <a:t>Kết quả công việc</a:t>
            </a:r>
          </a:p>
          <a:p>
            <a:pPr lvl="2" algn="l" eaLnBrk="1" hangingPunct="1">
              <a:spcBef>
                <a:spcPct val="20000"/>
              </a:spcBef>
              <a:buClr>
                <a:schemeClr val="folHlink"/>
              </a:buClr>
              <a:buSzPct val="50000"/>
              <a:buFont typeface="Wingdings" panose="05000000000000000000" pitchFamily="2" charset="2"/>
              <a:buChar char="n"/>
            </a:pPr>
            <a:r>
              <a:rPr lang="en-US" altLang="en-US" sz="1600" b="0"/>
              <a:t>Thời hạn </a:t>
            </a:r>
          </a:p>
          <a:p>
            <a:pPr lvl="2" algn="l" eaLnBrk="1" hangingPunct="1">
              <a:spcBef>
                <a:spcPct val="20000"/>
              </a:spcBef>
              <a:buClr>
                <a:schemeClr val="folHlink"/>
              </a:buClr>
              <a:buSzPct val="50000"/>
              <a:buFont typeface="Wingdings" panose="05000000000000000000" pitchFamily="2" charset="2"/>
              <a:buChar char="n"/>
            </a:pPr>
            <a:r>
              <a:rPr lang="en-US" altLang="en-US" sz="1600" b="0"/>
              <a:t>Chi phí hợp lý  </a:t>
            </a:r>
          </a:p>
          <a:p>
            <a:pPr algn="l" eaLnBrk="1" hangingPunct="1">
              <a:spcBef>
                <a:spcPct val="20000"/>
              </a:spcBef>
              <a:buClr>
                <a:schemeClr val="folHlink"/>
              </a:buClr>
              <a:buSzPct val="60000"/>
              <a:buFont typeface="Wingdings" panose="05000000000000000000" pitchFamily="2" charset="2"/>
              <a:buChar char="n"/>
            </a:pPr>
            <a:endParaRPr lang="en-US" altLang="en-US"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p:txBody>
      </p:sp>
      <p:pic>
        <p:nvPicPr>
          <p:cNvPr id="47110" name="Picture 5">
            <a:extLst>
              <a:ext uri="{FF2B5EF4-FFF2-40B4-BE49-F238E27FC236}">
                <a16:creationId xmlns:a16="http://schemas.microsoft.com/office/drawing/2014/main" id="{810070D9-8E10-B7C2-CD03-66E99FCA35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209800"/>
            <a:ext cx="2746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B8DB94BF-3515-03FF-680B-36C1A908E5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53B81D8-3986-4746-861A-523F0A882035}" type="slidenum">
              <a:rPr lang="en-US" altLang="en-US" b="0"/>
              <a:pPr/>
              <a:t>45</a:t>
            </a:fld>
            <a:endParaRPr lang="en-US" altLang="en-US" b="0"/>
          </a:p>
        </p:txBody>
      </p:sp>
      <p:sp>
        <p:nvSpPr>
          <p:cNvPr id="48131" name="Rectangle 2">
            <a:extLst>
              <a:ext uri="{FF2B5EF4-FFF2-40B4-BE49-F238E27FC236}">
                <a16:creationId xmlns:a16="http://schemas.microsoft.com/office/drawing/2014/main" id="{FC8E56D8-B55B-F7C1-6C28-C91056335B5A}"/>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8132" name="Rectangle 3">
            <a:extLst>
              <a:ext uri="{FF2B5EF4-FFF2-40B4-BE49-F238E27FC236}">
                <a16:creationId xmlns:a16="http://schemas.microsoft.com/office/drawing/2014/main" id="{181AC2F8-A7EC-5635-AB75-6EEEF74ED936}"/>
              </a:ext>
            </a:extLst>
          </p:cNvPr>
          <p:cNvSpPr>
            <a:spLocks noGrp="1" noChangeArrowheads="1"/>
          </p:cNvSpPr>
          <p:nvPr>
            <p:ph type="body" idx="1"/>
          </p:nvPr>
        </p:nvSpPr>
        <p:spPr>
          <a:xfrm>
            <a:off x="609600" y="1066800"/>
            <a:ext cx="8382000" cy="54864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8133" name="Rectangle 4">
            <a:extLst>
              <a:ext uri="{FF2B5EF4-FFF2-40B4-BE49-F238E27FC236}">
                <a16:creationId xmlns:a16="http://schemas.microsoft.com/office/drawing/2014/main" id="{41FFB7D4-C30C-E274-BA11-7B156580FEC8}"/>
              </a:ext>
            </a:extLst>
          </p:cNvPr>
          <p:cNvSpPr>
            <a:spLocks noChangeArrowheads="1"/>
          </p:cNvSpPr>
          <p:nvPr/>
        </p:nvSpPr>
        <p:spPr bwMode="auto">
          <a:xfrm>
            <a:off x="609600" y="1371600"/>
            <a:ext cx="5715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000" b="0"/>
          </a:p>
          <a:p>
            <a:pPr algn="l" eaLnBrk="1" hangingPunct="1">
              <a:spcBef>
                <a:spcPct val="20000"/>
              </a:spcBef>
              <a:buClr>
                <a:schemeClr val="folHlink"/>
              </a:buClr>
              <a:buSzPct val="60000"/>
              <a:buFont typeface="Wingdings" panose="05000000000000000000" pitchFamily="2" charset="2"/>
              <a:buChar char="n"/>
            </a:pPr>
            <a:r>
              <a:rPr lang="en-US" altLang="en-US" sz="2000" b="0"/>
              <a:t>Chất lượng dựa trên </a:t>
            </a:r>
            <a:r>
              <a:rPr lang="en-US" altLang="en-US" sz="2000" u="sng"/>
              <a:t>Phạm vi</a:t>
            </a:r>
            <a:r>
              <a:rPr lang="en-US" altLang="en-US" sz="2000" b="0"/>
              <a:t>, </a:t>
            </a:r>
            <a:r>
              <a:rPr lang="en-US" altLang="en-US" sz="2000" u="sng"/>
              <a:t>Thời gian</a:t>
            </a:r>
            <a:r>
              <a:rPr lang="en-US" altLang="en-US" sz="2000" b="0"/>
              <a:t> và </a:t>
            </a:r>
            <a:r>
              <a:rPr lang="en-US" altLang="en-US" sz="2000" u="sng"/>
              <a:t>Chi phí</a:t>
            </a:r>
            <a:r>
              <a:rPr lang="en-US" altLang="en-US" sz="2000" b="0"/>
              <a:t>; vì 3 yếu tố này thể hiện kết quả của việc sử dụng </a:t>
            </a:r>
            <a:r>
              <a:rPr lang="en-US" altLang="en-US" sz="2000" i="1"/>
              <a:t>nguồn lực.</a:t>
            </a:r>
          </a:p>
          <a:p>
            <a:pPr algn="l" eaLnBrk="1" hangingPunct="1">
              <a:spcBef>
                <a:spcPct val="20000"/>
              </a:spcBef>
              <a:buClr>
                <a:schemeClr val="folHlink"/>
              </a:buClr>
              <a:buSzPct val="60000"/>
              <a:buFont typeface="Wingdings" panose="05000000000000000000" pitchFamily="2" charset="2"/>
              <a:buChar char="n"/>
            </a:pPr>
            <a:r>
              <a:rPr lang="en-US" altLang="en-US" sz="2000" b="0"/>
              <a:t>Khi thực hiện DA, nguồn </a:t>
            </a:r>
            <a:r>
              <a:rPr lang="en-US" altLang="en-US" sz="2000" u="sng"/>
              <a:t>Nhân lực</a:t>
            </a:r>
            <a:r>
              <a:rPr lang="en-US" altLang="en-US" sz="2000" b="0"/>
              <a:t> là nhân tố quan trọng nhất cần phải quản lý, và sự thành công của DA phụ thuộc rất nhiều vào các tác động tích cực của nhiều cá nhân đối với DA </a:t>
            </a:r>
            <a:r>
              <a:rPr lang="en-US" altLang="en-US" sz="2000" b="0">
                <a:sym typeface="Wingdings" panose="05000000000000000000" pitchFamily="2" charset="2"/>
              </a:rPr>
              <a:t></a:t>
            </a:r>
            <a:r>
              <a:rPr lang="en-US" altLang="en-US" sz="2000" b="0"/>
              <a:t> các cam kết phải dựa trên sự đàm phán, thoả thuận hợp lý qua cách quản lý các </a:t>
            </a:r>
            <a:r>
              <a:rPr lang="en-US" altLang="en-US" sz="2000" u="sng"/>
              <a:t>Hợp đồng mua sắm</a:t>
            </a:r>
          </a:p>
          <a:p>
            <a:pPr algn="l" eaLnBrk="1" hangingPunct="1">
              <a:spcBef>
                <a:spcPct val="20000"/>
              </a:spcBef>
              <a:buClr>
                <a:schemeClr val="folHlink"/>
              </a:buClr>
              <a:buSzPct val="60000"/>
              <a:buFont typeface="Wingdings" panose="05000000000000000000" pitchFamily="2" charset="2"/>
              <a:buChar char="n"/>
            </a:pPr>
            <a:r>
              <a:rPr lang="en-US" altLang="en-US" sz="2000" b="0"/>
              <a:t>Con người giữ vai trò quyết định trong DA </a:t>
            </a:r>
            <a:r>
              <a:rPr lang="en-US" altLang="en-US" sz="2000" b="0">
                <a:sym typeface="Wingdings" panose="05000000000000000000" pitchFamily="2" charset="2"/>
              </a:rPr>
              <a:t> </a:t>
            </a:r>
            <a:r>
              <a:rPr lang="en-US" altLang="en-US" sz="2000" b="0"/>
              <a:t>các hoạt động của DA phải được phản ánh đúng và đầy đủ qua các </a:t>
            </a:r>
            <a:r>
              <a:rPr lang="en-US" altLang="en-US" sz="2000"/>
              <a:t>Kênh thông tin liên lạc</a:t>
            </a:r>
            <a:r>
              <a:rPr lang="en-US" altLang="en-US" sz="2000" b="0"/>
              <a:t> </a:t>
            </a:r>
            <a:r>
              <a:rPr lang="en-US" altLang="en-US" sz="2000" b="0">
                <a:sym typeface="Wingdings" panose="05000000000000000000" pitchFamily="2" charset="2"/>
              </a:rPr>
              <a:t> </a:t>
            </a:r>
            <a:r>
              <a:rPr lang="en-US" altLang="en-US" sz="2000" b="0"/>
              <a:t>sự hợp tác giữa các tác nhân tích cực để giải quyết các bài toán. </a:t>
            </a:r>
          </a:p>
          <a:p>
            <a:pPr algn="l" eaLnBrk="1" hangingPunct="1">
              <a:spcBef>
                <a:spcPct val="20000"/>
              </a:spcBef>
              <a:buClr>
                <a:schemeClr val="folHlink"/>
              </a:buClr>
              <a:buSzPct val="60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p:txBody>
      </p:sp>
      <p:pic>
        <p:nvPicPr>
          <p:cNvPr id="48134" name="Picture 5">
            <a:extLst>
              <a:ext uri="{FF2B5EF4-FFF2-40B4-BE49-F238E27FC236}">
                <a16:creationId xmlns:a16="http://schemas.microsoft.com/office/drawing/2014/main" id="{536A70B8-4536-5AAC-9033-9E85678E6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514600"/>
            <a:ext cx="2746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726D17DE-754B-430F-A5BB-A9549687C1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F5B54F7-3887-4037-961D-09CBE6EAE121}" type="slidenum">
              <a:rPr lang="en-US" altLang="en-US" b="0"/>
              <a:pPr/>
              <a:t>46</a:t>
            </a:fld>
            <a:endParaRPr lang="en-US" altLang="en-US" b="0"/>
          </a:p>
        </p:txBody>
      </p:sp>
      <p:sp>
        <p:nvSpPr>
          <p:cNvPr id="49155" name="Rectangle 2">
            <a:extLst>
              <a:ext uri="{FF2B5EF4-FFF2-40B4-BE49-F238E27FC236}">
                <a16:creationId xmlns:a16="http://schemas.microsoft.com/office/drawing/2014/main" id="{DFFBB97D-EDAA-2348-3797-300B374BEC3B}"/>
              </a:ext>
            </a:extLst>
          </p:cNvPr>
          <p:cNvSpPr>
            <a:spLocks noGrp="1" noChangeArrowheads="1"/>
          </p:cNvSpPr>
          <p:nvPr>
            <p:ph type="title"/>
          </p:nvPr>
        </p:nvSpPr>
        <p:spPr/>
        <p:txBody>
          <a:bodyPr/>
          <a:lstStyle/>
          <a:p>
            <a:pPr eaLnBrk="1" hangingPunct="1"/>
            <a:r>
              <a:rPr lang="en-US" altLang="en-US" sz="2800" b="1"/>
              <a:t>CÁC LĨNH VỰC KIẾN THỨC </a:t>
            </a:r>
            <a:br>
              <a:rPr lang="en-US" altLang="en-US" sz="2800" b="1"/>
            </a:br>
            <a:r>
              <a:rPr lang="en-US" altLang="en-US" sz="2800" b="1"/>
              <a:t>TRONG QUẢN LÝ DỰ ÁN</a:t>
            </a:r>
          </a:p>
        </p:txBody>
      </p:sp>
      <p:sp>
        <p:nvSpPr>
          <p:cNvPr id="49156" name="Rectangle 3">
            <a:extLst>
              <a:ext uri="{FF2B5EF4-FFF2-40B4-BE49-F238E27FC236}">
                <a16:creationId xmlns:a16="http://schemas.microsoft.com/office/drawing/2014/main" id="{75D963C4-87FF-7ADC-0746-21CC09B26C98}"/>
              </a:ext>
            </a:extLst>
          </p:cNvPr>
          <p:cNvSpPr>
            <a:spLocks noGrp="1" noChangeArrowheads="1"/>
          </p:cNvSpPr>
          <p:nvPr>
            <p:ph type="body" idx="1"/>
          </p:nvPr>
        </p:nvSpPr>
        <p:spPr>
          <a:xfrm>
            <a:off x="609600" y="1066800"/>
            <a:ext cx="8382000" cy="54864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1800"/>
          </a:p>
          <a:p>
            <a:pPr marL="914400" lvl="1" indent="-457200" eaLnBrk="1" hangingPunct="1">
              <a:buClr>
                <a:schemeClr val="folHlink"/>
              </a:buClr>
              <a:buSzPct val="60000"/>
            </a:pPr>
            <a:endParaRPr lang="en-US" altLang="en-US" sz="1800"/>
          </a:p>
          <a:p>
            <a:pPr marL="914400" lvl="1" indent="-457200" eaLnBrk="1" hangingPunct="1">
              <a:buClr>
                <a:schemeClr val="folHlink"/>
              </a:buClr>
              <a:buSzPct val="60000"/>
            </a:pPr>
            <a:endParaRPr lang="en-US" altLang="en-US"/>
          </a:p>
        </p:txBody>
      </p:sp>
      <p:sp>
        <p:nvSpPr>
          <p:cNvPr id="49157" name="Rectangle 4">
            <a:extLst>
              <a:ext uri="{FF2B5EF4-FFF2-40B4-BE49-F238E27FC236}">
                <a16:creationId xmlns:a16="http://schemas.microsoft.com/office/drawing/2014/main" id="{27DDCD7E-E5F2-457C-9FA6-1D22C403F683}"/>
              </a:ext>
            </a:extLst>
          </p:cNvPr>
          <p:cNvSpPr>
            <a:spLocks noChangeArrowheads="1"/>
          </p:cNvSpPr>
          <p:nvPr/>
        </p:nvSpPr>
        <p:spPr bwMode="auto">
          <a:xfrm>
            <a:off x="533400" y="1371600"/>
            <a:ext cx="5715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b="1">
                <a:solidFill>
                  <a:schemeClr val="tx1"/>
                </a:solidFill>
                <a:latin typeface="Tahoma" panose="020B0604030504040204" pitchFamily="34" charset="0"/>
              </a:defRPr>
            </a:lvl1pPr>
            <a:lvl2pPr marL="914400" indent="-4572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2000" b="0"/>
          </a:p>
          <a:p>
            <a:pPr algn="l" eaLnBrk="1" hangingPunct="1">
              <a:spcBef>
                <a:spcPct val="20000"/>
              </a:spcBef>
              <a:buClr>
                <a:schemeClr val="folHlink"/>
              </a:buClr>
              <a:buSzPct val="60000"/>
              <a:buFont typeface="Wingdings" panose="05000000000000000000" pitchFamily="2" charset="2"/>
              <a:buChar char="n"/>
            </a:pPr>
            <a:r>
              <a:rPr lang="en-US" altLang="en-US" sz="2000" b="0"/>
              <a:t>Rủi ro là yếu tố luôn luôn có thể xảy ra làm thay đổi các tiến trình đã hoạch định như trễ hạn, sản phẩm không đạt yêu cầu hay vượt chi phí so với dự kiến ban đầu </a:t>
            </a:r>
            <a:r>
              <a:rPr lang="en-US" altLang="en-US" sz="2000" b="0">
                <a:sym typeface="Wingdings" panose="05000000000000000000" pitchFamily="2" charset="2"/>
              </a:rPr>
              <a:t></a:t>
            </a:r>
            <a:r>
              <a:rPr lang="en-US" altLang="en-US" sz="2000" b="0"/>
              <a:t> </a:t>
            </a:r>
            <a:r>
              <a:rPr lang="en-US" altLang="en-US" sz="2000"/>
              <a:t>Quản lý rủi ro</a:t>
            </a:r>
            <a:r>
              <a:rPr lang="en-US" altLang="en-US" sz="2000" b="0"/>
              <a:t> trong dự án là rất cần thiết để ngăn ngừa các tác hại do rủi ro gây ra đối với DA.</a:t>
            </a:r>
          </a:p>
          <a:p>
            <a:pPr algn="l" eaLnBrk="1" hangingPunct="1">
              <a:spcBef>
                <a:spcPct val="20000"/>
              </a:spcBef>
              <a:buClr>
                <a:schemeClr val="folHlink"/>
              </a:buClr>
              <a:buSzPct val="60000"/>
              <a:buFont typeface="Wingdings" panose="05000000000000000000" pitchFamily="2" charset="2"/>
              <a:buChar char="n"/>
            </a:pPr>
            <a:r>
              <a:rPr lang="en-US" altLang="en-US" sz="2000" u="sng"/>
              <a:t>Quản lý tổng thể</a:t>
            </a:r>
            <a:r>
              <a:rPr lang="en-US" altLang="en-US" sz="2000" b="0"/>
              <a:t> cho DA phác thảo bức tranh tổng quát liên kết mục tiêu, yêu cầu, phương pháp thực hiện, tổ chức nguồn lực và các hoạt động xử lý rủi ro cho DA, là những hoạch định và kế hoạch tổng quát để kiểm soát. Các hoạt động quản lý chi tiết của DA đều dựa trên tài liệu quản lý tổng thể này (Baseline Project Plan).</a:t>
            </a:r>
          </a:p>
          <a:p>
            <a:pPr algn="l" eaLnBrk="1" hangingPunct="1">
              <a:spcBef>
                <a:spcPct val="20000"/>
              </a:spcBef>
              <a:buClr>
                <a:schemeClr val="folHlink"/>
              </a:buClr>
              <a:buSzPct val="60000"/>
              <a:buFont typeface="Wingdings" panose="05000000000000000000" pitchFamily="2" charset="2"/>
              <a:buNone/>
            </a:pPr>
            <a:r>
              <a:rPr lang="en-US" altLang="en-US" sz="3200" b="0"/>
              <a:t> </a:t>
            </a:r>
          </a:p>
          <a:p>
            <a:pPr algn="l" eaLnBrk="1" hangingPunct="1">
              <a:spcBef>
                <a:spcPct val="20000"/>
              </a:spcBef>
              <a:buClr>
                <a:schemeClr val="folHlink"/>
              </a:buClr>
              <a:buSzPct val="60000"/>
              <a:buFont typeface="Wingdings" panose="05000000000000000000" pitchFamily="2" charset="2"/>
              <a:buChar char="n"/>
            </a:pPr>
            <a:endParaRPr lang="en-US" altLang="en-US" sz="3200" b="0"/>
          </a:p>
          <a:p>
            <a:pPr algn="l" eaLnBrk="1" hangingPunct="1">
              <a:spcBef>
                <a:spcPct val="20000"/>
              </a:spcBef>
              <a:buClr>
                <a:schemeClr val="folHlink"/>
              </a:buClr>
              <a:buSzPct val="60000"/>
              <a:buFont typeface="Wingdings" panose="05000000000000000000" pitchFamily="2" charset="2"/>
              <a:buChar char="n"/>
            </a:pPr>
            <a:endParaRPr lang="en-US" altLang="en-US" sz="2000" u="sng"/>
          </a:p>
          <a:p>
            <a:pPr algn="l" eaLnBrk="1" hangingPunct="1">
              <a:spcBef>
                <a:spcPct val="20000"/>
              </a:spcBef>
              <a:buClr>
                <a:schemeClr val="folHlink"/>
              </a:buClr>
              <a:buSzPct val="60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a:p>
            <a:pPr lvl="1" algn="l" eaLnBrk="1" hangingPunct="1">
              <a:spcBef>
                <a:spcPct val="20000"/>
              </a:spcBef>
              <a:buClr>
                <a:schemeClr val="hlink"/>
              </a:buClr>
              <a:buSzPct val="55000"/>
              <a:buFont typeface="Wingdings" panose="05000000000000000000" pitchFamily="2" charset="2"/>
              <a:buChar char="n"/>
            </a:pPr>
            <a:endParaRPr lang="en-US" altLang="en-US" sz="2000" b="0"/>
          </a:p>
        </p:txBody>
      </p:sp>
      <p:pic>
        <p:nvPicPr>
          <p:cNvPr id="49158" name="Picture 5">
            <a:extLst>
              <a:ext uri="{FF2B5EF4-FFF2-40B4-BE49-F238E27FC236}">
                <a16:creationId xmlns:a16="http://schemas.microsoft.com/office/drawing/2014/main" id="{4384FC73-2B72-6B65-0BA0-C338AE8C9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514600"/>
            <a:ext cx="2746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A93B43A7-199C-9B47-6B53-4DEADD86B8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39742C9-72E7-4ED5-A0AD-A9A33F205301}" type="slidenum">
              <a:rPr lang="en-US" altLang="en-US" b="0"/>
              <a:pPr/>
              <a:t>47</a:t>
            </a:fld>
            <a:endParaRPr lang="en-US" altLang="en-US" b="0"/>
          </a:p>
        </p:txBody>
      </p:sp>
      <p:sp>
        <p:nvSpPr>
          <p:cNvPr id="50179" name="Rectangle 2">
            <a:extLst>
              <a:ext uri="{FF2B5EF4-FFF2-40B4-BE49-F238E27FC236}">
                <a16:creationId xmlns:a16="http://schemas.microsoft.com/office/drawing/2014/main" id="{43B4DB6B-FF23-2C29-6A18-DA9ADF0D12CB}"/>
              </a:ext>
            </a:extLst>
          </p:cNvPr>
          <p:cNvSpPr>
            <a:spLocks noGrp="1" noChangeArrowheads="1"/>
          </p:cNvSpPr>
          <p:nvPr>
            <p:ph type="title"/>
          </p:nvPr>
        </p:nvSpPr>
        <p:spPr/>
        <p:txBody>
          <a:bodyPr/>
          <a:lstStyle/>
          <a:p>
            <a:pPr eaLnBrk="1" hangingPunct="1"/>
            <a:r>
              <a:rPr lang="en-US" altLang="en-US" b="1"/>
              <a:t>Q &amp; A</a:t>
            </a:r>
          </a:p>
        </p:txBody>
      </p:sp>
      <p:pic>
        <p:nvPicPr>
          <p:cNvPr id="50180" name="Picture 3">
            <a:extLst>
              <a:ext uri="{FF2B5EF4-FFF2-40B4-BE49-F238E27FC236}">
                <a16:creationId xmlns:a16="http://schemas.microsoft.com/office/drawing/2014/main" id="{B65A4CB6-D1E1-3684-0452-983BDAA18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5830888"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8D26A9D5-A427-D088-132E-1941E48DD7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7BF9FF2-E182-4006-AE85-96EEAD00FE40}" type="slidenum">
              <a:rPr lang="en-US" altLang="en-US" b="0"/>
              <a:pPr/>
              <a:t>48</a:t>
            </a:fld>
            <a:endParaRPr lang="en-US" altLang="en-US" b="0"/>
          </a:p>
        </p:txBody>
      </p:sp>
      <p:sp>
        <p:nvSpPr>
          <p:cNvPr id="51203" name="Rectangle 2">
            <a:extLst>
              <a:ext uri="{FF2B5EF4-FFF2-40B4-BE49-F238E27FC236}">
                <a16:creationId xmlns:a16="http://schemas.microsoft.com/office/drawing/2014/main" id="{DB1FB5C6-B0D7-B0FA-05D6-CE7A64D78671}"/>
              </a:ext>
            </a:extLst>
          </p:cNvPr>
          <p:cNvSpPr>
            <a:spLocks noGrp="1" noChangeArrowheads="1"/>
          </p:cNvSpPr>
          <p:nvPr>
            <p:ph type="title"/>
          </p:nvPr>
        </p:nvSpPr>
        <p:spPr/>
        <p:txBody>
          <a:bodyPr/>
          <a:lstStyle/>
          <a:p>
            <a:pPr eaLnBrk="1" hangingPunct="1"/>
            <a:r>
              <a:rPr lang="en-US" altLang="en-US" b="1"/>
              <a:t>ÔN TẬP</a:t>
            </a:r>
          </a:p>
        </p:txBody>
      </p:sp>
      <p:sp>
        <p:nvSpPr>
          <p:cNvPr id="51204" name="Rectangle 6">
            <a:extLst>
              <a:ext uri="{FF2B5EF4-FFF2-40B4-BE49-F238E27FC236}">
                <a16:creationId xmlns:a16="http://schemas.microsoft.com/office/drawing/2014/main" id="{ACDB12D8-6435-3C77-DD20-010462543934}"/>
              </a:ext>
            </a:extLst>
          </p:cNvPr>
          <p:cNvSpPr>
            <a:spLocks noChangeArrowheads="1"/>
          </p:cNvSpPr>
          <p:nvPr/>
        </p:nvSpPr>
        <p:spPr bwMode="auto">
          <a:xfrm>
            <a:off x="457200" y="1593850"/>
            <a:ext cx="5562600" cy="476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b="0"/>
              <a:t>1. Người liên quan đến hay bị ảnh hưởng bởi các hoạt động dự án _________________.</a:t>
            </a:r>
          </a:p>
          <a:p>
            <a:pPr algn="l"/>
            <a:endParaRPr lang="en-US" altLang="en-US" b="0"/>
          </a:p>
          <a:p>
            <a:pPr algn="l"/>
            <a:r>
              <a:rPr lang="en-US" altLang="en-US" b="0"/>
              <a:t>2. Quản lý bộ ba ràng buộc yêu cầu cân đối trả giá giữa _____________,_________________, và _______________ mục tiêu.</a:t>
            </a:r>
          </a:p>
          <a:p>
            <a:pPr algn="l"/>
            <a:endParaRPr lang="en-US" altLang="en-US" b="0"/>
          </a:p>
          <a:p>
            <a:pPr algn="l"/>
            <a:r>
              <a:rPr lang="en-US" altLang="en-US" b="0"/>
              <a:t>3. Một _____________________ là một cố gắng tạm thời làm để thực hiện được một mục đích duy nhất.</a:t>
            </a:r>
          </a:p>
          <a:p>
            <a:pPr algn="l"/>
            <a:endParaRPr lang="en-US" altLang="en-US" b="0"/>
          </a:p>
          <a:p>
            <a:pPr algn="l"/>
            <a:r>
              <a:rPr lang="en-US" altLang="en-US" b="0"/>
              <a:t>4. Người cho định hướng và ngân sách cho một dự án là ____________.</a:t>
            </a:r>
          </a:p>
          <a:p>
            <a:pPr algn="l"/>
            <a:endParaRPr lang="en-US" altLang="en-US" b="0"/>
          </a:p>
          <a:p>
            <a:pPr algn="l"/>
            <a:r>
              <a:rPr lang="en-US" altLang="en-US" b="0"/>
              <a:t>5. _________________________ là sự ứng dụng tri thức, kỹ năng, công cụ, và kỹ thuật trong các hoạt động của dự án để thỏa mãn các yêu cầu của dự án.</a:t>
            </a:r>
          </a:p>
        </p:txBody>
      </p:sp>
      <p:sp>
        <p:nvSpPr>
          <p:cNvPr id="51205" name="Rectangle 7">
            <a:extLst>
              <a:ext uri="{FF2B5EF4-FFF2-40B4-BE49-F238E27FC236}">
                <a16:creationId xmlns:a16="http://schemas.microsoft.com/office/drawing/2014/main" id="{2EC7D604-DA5A-CB1A-B4D9-9C10939B967B}"/>
              </a:ext>
            </a:extLst>
          </p:cNvPr>
          <p:cNvSpPr>
            <a:spLocks noChangeArrowheads="1"/>
          </p:cNvSpPr>
          <p:nvPr/>
        </p:nvSpPr>
        <p:spPr bwMode="auto">
          <a:xfrm>
            <a:off x="6324600" y="2438400"/>
            <a:ext cx="2674938" cy="311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UcPeriod"/>
            </a:pPr>
            <a:r>
              <a:rPr lang="en-US" altLang="en-US" sz="1600" b="0">
                <a:solidFill>
                  <a:schemeClr val="folHlink"/>
                </a:solidFill>
              </a:rPr>
              <a:t>Phạm vi (scope)</a:t>
            </a:r>
          </a:p>
          <a:p>
            <a:pPr algn="l">
              <a:buFontTx/>
              <a:buAutoNum type="alphaUcPeriod"/>
            </a:pPr>
            <a:r>
              <a:rPr lang="en-US" altLang="en-US" sz="1600" b="0">
                <a:solidFill>
                  <a:schemeClr val="folHlink"/>
                </a:solidFill>
              </a:rPr>
              <a:t>Thời gian (time)</a:t>
            </a:r>
          </a:p>
          <a:p>
            <a:pPr algn="l">
              <a:buFontTx/>
              <a:buAutoNum type="alphaUcPeriod"/>
            </a:pPr>
            <a:r>
              <a:rPr lang="en-US" altLang="en-US" sz="1600" b="0">
                <a:solidFill>
                  <a:schemeClr val="folHlink"/>
                </a:solidFill>
              </a:rPr>
              <a:t>Chi phí (cost)</a:t>
            </a:r>
          </a:p>
          <a:p>
            <a:pPr algn="l">
              <a:buFontTx/>
              <a:buAutoNum type="alphaUcPeriod"/>
            </a:pPr>
            <a:r>
              <a:rPr lang="en-US" altLang="en-US" sz="1600" b="0">
                <a:solidFill>
                  <a:schemeClr val="folHlink"/>
                </a:solidFill>
              </a:rPr>
              <a:t>Nhà tài trợ dự án (project sponsor)</a:t>
            </a:r>
          </a:p>
          <a:p>
            <a:pPr algn="l">
              <a:buFontTx/>
              <a:buAutoNum type="alphaUcPeriod"/>
            </a:pPr>
            <a:r>
              <a:rPr lang="en-US" altLang="en-US" sz="1600" b="0">
                <a:solidFill>
                  <a:schemeClr val="folHlink"/>
                </a:solidFill>
              </a:rPr>
              <a:t>Các bên tham gia (stackholders)</a:t>
            </a:r>
          </a:p>
          <a:p>
            <a:pPr algn="l">
              <a:buFontTx/>
              <a:buAutoNum type="alphaUcPeriod"/>
            </a:pPr>
            <a:r>
              <a:rPr lang="en-US" altLang="en-US" b="0">
                <a:solidFill>
                  <a:schemeClr val="folHlink"/>
                </a:solidFill>
              </a:rPr>
              <a:t>Dự án (project)</a:t>
            </a:r>
          </a:p>
          <a:p>
            <a:pPr algn="l">
              <a:buFontTx/>
              <a:buAutoNum type="alphaUcPeriod"/>
            </a:pPr>
            <a:r>
              <a:rPr lang="en-US" altLang="en-US" b="0">
                <a:solidFill>
                  <a:schemeClr val="folHlink"/>
                </a:solidFill>
              </a:rPr>
              <a:t>Quản lý Dự án </a:t>
            </a:r>
          </a:p>
          <a:p>
            <a:r>
              <a:rPr lang="en-US" altLang="en-US" b="0">
                <a:solidFill>
                  <a:schemeClr val="folHlink"/>
                </a:solidFill>
              </a:rPr>
              <a:t>(project management)</a:t>
            </a:r>
          </a:p>
          <a:p>
            <a:pPr algn="l">
              <a:buFontTx/>
              <a:buAutoNum type="alphaUcPeriod"/>
            </a:pPr>
            <a:endParaRPr lang="en-US" altLang="en-US" sz="1600" b="0">
              <a:solidFill>
                <a:schemeClr val="folHlink"/>
              </a:solidFill>
            </a:endParaRPr>
          </a:p>
          <a:p>
            <a:pPr algn="l">
              <a:buFontTx/>
              <a:buAutoNum type="alphaUcPeriod"/>
            </a:pPr>
            <a:endParaRPr lang="en-US" altLang="en-US" sz="1600" b="0">
              <a:solidFill>
                <a:schemeClr val="folHlink"/>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EE870874-AE8C-09FE-4A36-F3DDFBA6F9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8FAF9D90-39F7-4B7E-83AC-34845A5B1C3C}" type="slidenum">
              <a:rPr lang="en-US" altLang="en-US" b="0"/>
              <a:pPr/>
              <a:t>49</a:t>
            </a:fld>
            <a:endParaRPr lang="en-US" altLang="en-US" b="0"/>
          </a:p>
        </p:txBody>
      </p:sp>
      <p:sp>
        <p:nvSpPr>
          <p:cNvPr id="52227" name="Rectangle 2">
            <a:extLst>
              <a:ext uri="{FF2B5EF4-FFF2-40B4-BE49-F238E27FC236}">
                <a16:creationId xmlns:a16="http://schemas.microsoft.com/office/drawing/2014/main" id="{E13B160E-1762-953A-681B-F019C082022C}"/>
              </a:ext>
            </a:extLst>
          </p:cNvPr>
          <p:cNvSpPr>
            <a:spLocks noGrp="1" noChangeArrowheads="1"/>
          </p:cNvSpPr>
          <p:nvPr>
            <p:ph type="title"/>
          </p:nvPr>
        </p:nvSpPr>
        <p:spPr/>
        <p:txBody>
          <a:bodyPr/>
          <a:lstStyle/>
          <a:p>
            <a:pPr eaLnBrk="1" hangingPunct="1"/>
            <a:r>
              <a:rPr lang="en-US" altLang="en-US" b="1"/>
              <a:t>CÂU HỎI</a:t>
            </a:r>
          </a:p>
        </p:txBody>
      </p:sp>
      <p:sp>
        <p:nvSpPr>
          <p:cNvPr id="52228" name="Rectangle 6">
            <a:extLst>
              <a:ext uri="{FF2B5EF4-FFF2-40B4-BE49-F238E27FC236}">
                <a16:creationId xmlns:a16="http://schemas.microsoft.com/office/drawing/2014/main" id="{8837BCAB-CB29-EADE-5A44-711FB12E546A}"/>
              </a:ext>
            </a:extLst>
          </p:cNvPr>
          <p:cNvSpPr>
            <a:spLocks noChangeArrowheads="1"/>
          </p:cNvSpPr>
          <p:nvPr/>
        </p:nvSpPr>
        <p:spPr bwMode="auto">
          <a:xfrm>
            <a:off x="762000" y="1618169"/>
            <a:ext cx="76962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buFontTx/>
              <a:buAutoNum type="arabicPeriod"/>
            </a:pPr>
            <a:endParaRPr lang="en-US" altLang="en-US" sz="2400" b="0" dirty="0"/>
          </a:p>
          <a:p>
            <a:pPr algn="l" eaLnBrk="1" hangingPunct="1">
              <a:buFontTx/>
              <a:buAutoNum type="arabicPeriod"/>
            </a:pPr>
            <a:r>
              <a:rPr lang="en-US" altLang="en-US" sz="2400" b="0" dirty="0" err="1"/>
              <a:t>Trình</a:t>
            </a:r>
            <a:r>
              <a:rPr lang="en-US" altLang="en-US" sz="2400" b="0" dirty="0"/>
              <a:t> </a:t>
            </a:r>
            <a:r>
              <a:rPr lang="en-US" altLang="en-US" sz="2400" b="0" dirty="0" err="1"/>
              <a:t>bày</a:t>
            </a:r>
            <a:r>
              <a:rPr lang="en-US" altLang="en-US" sz="2400" b="0" dirty="0"/>
              <a:t> </a:t>
            </a:r>
            <a:r>
              <a:rPr lang="en-US" altLang="en-US" sz="2400" b="0" dirty="0" err="1"/>
              <a:t>những</a:t>
            </a:r>
            <a:r>
              <a:rPr lang="en-US" altLang="en-US" sz="2400" b="0" dirty="0"/>
              <a:t> </a:t>
            </a:r>
            <a:r>
              <a:rPr lang="en-US" altLang="en-US" sz="2400" b="0" dirty="0" err="1"/>
              <a:t>kỹ</a:t>
            </a:r>
            <a:r>
              <a:rPr lang="en-US" altLang="en-US" sz="2400" b="0" dirty="0"/>
              <a:t> </a:t>
            </a:r>
            <a:r>
              <a:rPr lang="en-US" altLang="en-US" sz="2400" b="0" dirty="0" err="1"/>
              <a:t>năng</a:t>
            </a:r>
            <a:r>
              <a:rPr lang="en-US" altLang="en-US" sz="2400" b="0" dirty="0"/>
              <a:t> </a:t>
            </a:r>
            <a:r>
              <a:rPr lang="en-US" altLang="en-US" sz="2400" b="0" dirty="0" err="1"/>
              <a:t>quan</a:t>
            </a:r>
            <a:r>
              <a:rPr lang="en-US" altLang="en-US" sz="2400" b="0" dirty="0"/>
              <a:t> </a:t>
            </a:r>
            <a:r>
              <a:rPr lang="en-US" altLang="en-US" sz="2400" b="0" dirty="0" err="1"/>
              <a:t>trọng</a:t>
            </a:r>
            <a:r>
              <a:rPr lang="en-US" altLang="en-US" sz="2400" b="0" dirty="0"/>
              <a:t> </a:t>
            </a:r>
            <a:r>
              <a:rPr lang="en-US" altLang="en-US" sz="2400" b="0" dirty="0" err="1"/>
              <a:t>nhất</a:t>
            </a:r>
            <a:r>
              <a:rPr lang="en-US" altLang="en-US" sz="2400" b="0" dirty="0"/>
              <a:t> </a:t>
            </a:r>
            <a:r>
              <a:rPr lang="en-US" altLang="en-US" sz="2400" b="0" dirty="0" err="1"/>
              <a:t>của</a:t>
            </a:r>
            <a:r>
              <a:rPr lang="en-US" altLang="en-US" sz="2400" b="0" dirty="0"/>
              <a:t> </a:t>
            </a:r>
            <a:r>
              <a:rPr lang="en-US" altLang="en-US" sz="2400" b="0" dirty="0" err="1"/>
              <a:t>nhà</a:t>
            </a:r>
            <a:r>
              <a:rPr lang="en-US" altLang="en-US" sz="2400" b="0" dirty="0"/>
              <a:t> </a:t>
            </a:r>
            <a:r>
              <a:rPr lang="en-US" altLang="en-US" sz="2400" b="0" dirty="0" err="1"/>
              <a:t>quản</a:t>
            </a:r>
            <a:r>
              <a:rPr lang="en-US" altLang="en-US" sz="2400" b="0" dirty="0"/>
              <a:t> </a:t>
            </a:r>
            <a:r>
              <a:rPr lang="en-US" altLang="en-US" sz="2400" b="0" dirty="0" err="1"/>
              <a:t>lý</a:t>
            </a:r>
            <a:r>
              <a:rPr lang="en-US" altLang="en-US" sz="2400" b="0" dirty="0"/>
              <a:t> </a:t>
            </a:r>
            <a:r>
              <a:rPr lang="en-US" altLang="en-US" sz="2400" b="0" dirty="0" err="1"/>
              <a:t>dự</a:t>
            </a:r>
            <a:r>
              <a:rPr lang="en-US" altLang="en-US" sz="2400" b="0" dirty="0"/>
              <a:t> </a:t>
            </a:r>
            <a:r>
              <a:rPr lang="en-US" altLang="en-US" sz="2400" b="0" dirty="0" err="1"/>
              <a:t>án</a:t>
            </a:r>
            <a:r>
              <a:rPr lang="en-US" altLang="en-US" sz="2400" b="0" dirty="0"/>
              <a:t> CNTT.</a:t>
            </a:r>
          </a:p>
          <a:p>
            <a:pPr algn="l" eaLnBrk="1" hangingPunct="1">
              <a:buFontTx/>
              <a:buAutoNum type="arabicPeriod"/>
            </a:pPr>
            <a:endParaRPr lang="en-US" altLang="en-US" sz="2400" b="0" dirty="0"/>
          </a:p>
          <a:p>
            <a:pPr algn="l" eaLnBrk="1" hangingPunct="1">
              <a:buFontTx/>
              <a:buAutoNum type="arabicPeriod"/>
            </a:pPr>
            <a:endParaRPr lang="en-US" altLang="en-US" sz="2400" b="0" dirty="0"/>
          </a:p>
          <a:p>
            <a:pPr algn="l" eaLnBrk="1" hangingPunct="1">
              <a:buFontTx/>
              <a:buAutoNum type="arabicPeriod"/>
            </a:pPr>
            <a:r>
              <a:rPr lang="en-US" altLang="en-US" sz="2400" b="0" dirty="0"/>
              <a:t>Cho </a:t>
            </a:r>
            <a:r>
              <a:rPr lang="en-US" altLang="en-US" sz="2400" b="0" dirty="0" err="1"/>
              <a:t>biết</a:t>
            </a:r>
            <a:r>
              <a:rPr lang="en-US" altLang="en-US" sz="2400" b="0" dirty="0"/>
              <a:t> Vai </a:t>
            </a:r>
            <a:r>
              <a:rPr lang="en-US" altLang="en-US" sz="2400" b="0" dirty="0" err="1"/>
              <a:t>trò</a:t>
            </a:r>
            <a:r>
              <a:rPr lang="en-US" altLang="en-US" sz="2400" b="0" dirty="0"/>
              <a:t>, </a:t>
            </a:r>
            <a:r>
              <a:rPr lang="en-US" altLang="en-US" sz="2400" b="0" dirty="0" err="1"/>
              <a:t>giá</a:t>
            </a:r>
            <a:r>
              <a:rPr lang="en-US" altLang="en-US" sz="2400" b="0" dirty="0"/>
              <a:t> </a:t>
            </a:r>
            <a:r>
              <a:rPr lang="en-US" altLang="en-US" sz="2400" b="0" dirty="0" err="1"/>
              <a:t>trị</a:t>
            </a:r>
            <a:r>
              <a:rPr lang="en-US" altLang="en-US" sz="2400" b="0" dirty="0"/>
              <a:t> </a:t>
            </a:r>
            <a:r>
              <a:rPr lang="en-US" altLang="en-US" sz="2400" b="0" dirty="0" err="1"/>
              <a:t>đem</a:t>
            </a:r>
            <a:r>
              <a:rPr lang="en-US" altLang="en-US" sz="2400" b="0" dirty="0"/>
              <a:t> </a:t>
            </a:r>
            <a:r>
              <a:rPr lang="en-US" altLang="en-US" sz="2400" b="0" dirty="0" err="1"/>
              <a:t>lại</a:t>
            </a:r>
            <a:r>
              <a:rPr lang="en-US" altLang="en-US" sz="2400" b="0" dirty="0"/>
              <a:t> </a:t>
            </a:r>
            <a:r>
              <a:rPr lang="en-US" altLang="en-US" sz="2400" b="0" dirty="0" err="1"/>
              <a:t>và</a:t>
            </a:r>
            <a:r>
              <a:rPr lang="en-US" altLang="en-US" sz="2400" b="0" dirty="0"/>
              <a:t> </a:t>
            </a:r>
            <a:r>
              <a:rPr lang="en-US" altLang="en-US" sz="2400" b="0" dirty="0" err="1"/>
              <a:t>các</a:t>
            </a:r>
            <a:r>
              <a:rPr lang="en-US" altLang="en-US" sz="2400" b="0" dirty="0"/>
              <a:t> </a:t>
            </a:r>
            <a:r>
              <a:rPr lang="en-US" altLang="en-US" sz="2400" b="0" dirty="0" err="1"/>
              <a:t>mảng</a:t>
            </a:r>
            <a:r>
              <a:rPr lang="en-US" altLang="en-US" sz="2400" b="0" dirty="0"/>
              <a:t> </a:t>
            </a:r>
            <a:r>
              <a:rPr lang="en-US" altLang="en-US" sz="2400" b="0" dirty="0" err="1"/>
              <a:t>công</a:t>
            </a:r>
            <a:r>
              <a:rPr lang="en-US" altLang="en-US" sz="2400" b="0" dirty="0"/>
              <a:t> </a:t>
            </a:r>
            <a:r>
              <a:rPr lang="en-US" altLang="en-US" sz="2400" b="0" dirty="0" err="1"/>
              <a:t>việc</a:t>
            </a:r>
            <a:r>
              <a:rPr lang="en-US" altLang="en-US" sz="2400" b="0" dirty="0"/>
              <a:t> </a:t>
            </a:r>
            <a:r>
              <a:rPr lang="en-US" altLang="en-US" sz="2400" b="0" dirty="0" err="1"/>
              <a:t>chính</a:t>
            </a:r>
            <a:r>
              <a:rPr lang="en-US" altLang="en-US" sz="2400" b="0" dirty="0"/>
              <a:t> </a:t>
            </a:r>
            <a:r>
              <a:rPr lang="en-US" altLang="en-US" sz="2400" b="0" dirty="0" err="1"/>
              <a:t>yếu</a:t>
            </a:r>
            <a:r>
              <a:rPr lang="en-US" altLang="en-US" sz="2400" b="0" dirty="0"/>
              <a:t> </a:t>
            </a:r>
            <a:r>
              <a:rPr lang="en-US" altLang="en-US" sz="2400" b="0" dirty="0" err="1"/>
              <a:t>của</a:t>
            </a:r>
            <a:r>
              <a:rPr lang="en-US" altLang="en-US" sz="2400" b="0" dirty="0"/>
              <a:t> </a:t>
            </a:r>
            <a:r>
              <a:rPr lang="en-US" altLang="en-US" sz="2400" b="0" dirty="0" err="1"/>
              <a:t>Nhà</a:t>
            </a:r>
            <a:r>
              <a:rPr lang="en-US" altLang="en-US" sz="2400" b="0" dirty="0"/>
              <a:t> </a:t>
            </a:r>
            <a:r>
              <a:rPr lang="en-US" altLang="en-US" sz="2400" b="0" dirty="0" err="1"/>
              <a:t>quản</a:t>
            </a:r>
            <a:r>
              <a:rPr lang="en-US" altLang="en-US" sz="2400" b="0" dirty="0"/>
              <a:t> </a:t>
            </a:r>
            <a:r>
              <a:rPr lang="en-US" altLang="en-US" sz="2400" b="0" dirty="0" err="1"/>
              <a:t>lý</a:t>
            </a:r>
            <a:r>
              <a:rPr lang="en-US" altLang="en-US" sz="2400" b="0" dirty="0"/>
              <a:t> </a:t>
            </a:r>
            <a:r>
              <a:rPr lang="en-US" altLang="en-US" sz="2400" b="0" dirty="0" err="1"/>
              <a:t>dự</a:t>
            </a:r>
            <a:r>
              <a:rPr lang="en-US" altLang="en-US" sz="2400" b="0" dirty="0"/>
              <a:t> </a:t>
            </a:r>
            <a:r>
              <a:rPr lang="en-US" altLang="en-US" sz="2400" b="0" dirty="0" err="1"/>
              <a:t>án</a:t>
            </a:r>
            <a:r>
              <a:rPr lang="en-US" altLang="en-US" sz="2400" b="0"/>
              <a:t>.</a:t>
            </a:r>
            <a:endParaRPr lang="en-US" altLang="en-US" sz="2400" b="0" dirty="0"/>
          </a:p>
          <a:p>
            <a:pPr algn="l" eaLnBrk="1" hangingPunct="1"/>
            <a:r>
              <a:rPr lang="en-US" altLang="en-US" sz="2400" b="0" dirty="0"/>
              <a:t> </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Watermark</Template>
  <TotalTime>4109</TotalTime>
  <Words>4582</Words>
  <Application>Microsoft Office PowerPoint</Application>
  <PresentationFormat>On-screen Show (4:3)</PresentationFormat>
  <Paragraphs>608</Paragraphs>
  <Slides>49</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Tahoma</vt:lpstr>
      <vt:lpstr>Times New Roman</vt:lpstr>
      <vt:lpstr>VNI-Helve</vt:lpstr>
      <vt:lpstr>VNI-Times</vt:lpstr>
      <vt:lpstr>Wingdings</vt:lpstr>
      <vt:lpstr>Blends</vt:lpstr>
      <vt:lpstr>CHƯƠNG 1</vt:lpstr>
      <vt:lpstr>MỤC ĐÍCH</vt:lpstr>
      <vt:lpstr>MỞ ĐẦU</vt:lpstr>
      <vt:lpstr>MỞ ĐẦU</vt:lpstr>
      <vt:lpstr>MỞ ĐẦU</vt:lpstr>
      <vt:lpstr>DỰ ÁN</vt:lpstr>
      <vt:lpstr>DỰ ÁN</vt:lpstr>
      <vt:lpstr>DỰ ÁN</vt:lpstr>
      <vt:lpstr>DỰ ÁN</vt:lpstr>
      <vt:lpstr>DỰ ÁN</vt:lpstr>
      <vt:lpstr>DỰ ÁN</vt:lpstr>
      <vt:lpstr>DỰ ÁN</vt:lpstr>
      <vt:lpstr>DỰ ÁN</vt:lpstr>
      <vt:lpstr>QUẢN LÝ DỰ ÁN</vt:lpstr>
      <vt:lpstr>QUẢN LÝ DỰ ÁN</vt:lpstr>
      <vt:lpstr>QUẢN LÝ DỰ ÁN</vt:lpstr>
      <vt:lpstr>QUẢN LÝ DỰ ÁN</vt:lpstr>
      <vt:lpstr>CÁC BÊN LIÊN QUAN DỰ ÁN (STAKEHOLDERS)</vt:lpstr>
      <vt:lpstr>Nhu cầu kỹ năng IT</vt:lpstr>
      <vt:lpstr>Nhu cầu kỹ năng IT</vt:lpstr>
      <vt:lpstr>NHÀ QUẢN LÝ DỰ ÁN  (PROJECT MANAGEMENT)</vt:lpstr>
      <vt:lpstr>NHÀ QUẢN LÝ DỰ ÁN  (PROJECT MANAGEMENT)</vt:lpstr>
      <vt:lpstr>NHÀ QUẢN LÝ DỰ ÁN  (PROJECT MANAGEMENT)</vt:lpstr>
      <vt:lpstr>NHÀ QUẢN LÝ DỰ ÁN  (PROJECT MANAGEMENT)</vt:lpstr>
      <vt:lpstr>NHÀ QUẢN LÝ DỰ ÁN  (PROJECT MANAGEMENT)</vt:lpstr>
      <vt:lpstr>NHÀ QUẢN LÝ DỰ ÁN  (PROJECT MANAGEMENT)</vt:lpstr>
      <vt:lpstr>QUI TRÌNH QUẢN LÝ DỰ ÁN</vt:lpstr>
      <vt:lpstr>CHU KỲ HOẠT ĐỘNG CỦA DỰ ÁN</vt:lpstr>
      <vt:lpstr>CHU KỲ HOẠT ĐỘNG CỦA DỰ ÁN</vt:lpstr>
      <vt:lpstr>VÒNG ĐỜI PHÁT TRIỂN CỦA DỰ ÁN</vt:lpstr>
      <vt:lpstr>TỔ CHỨC DỰ ÁN IT</vt:lpstr>
      <vt:lpstr>TỔ CHỨC CHỨC NĂNG</vt:lpstr>
      <vt:lpstr>TỔ CHỨC THEO DỰ ÁN THUẦN TÚY</vt:lpstr>
      <vt:lpstr>TỔ CHỨC MA TRẬN</vt:lpstr>
      <vt:lpstr>THẢO LUẬN</vt:lpstr>
      <vt:lpstr>THẢO LUẬN</vt:lpstr>
      <vt:lpstr>THẢO LUẬN</vt:lpstr>
      <vt:lpstr>TỔ CHỨC CHỨC NĂNG</vt:lpstr>
      <vt:lpstr>TỔ CHỨC DỰ ÁN THUẦN TÚY</vt:lpstr>
      <vt:lpstr>TỔ CHỨC MA TRẬN</vt:lpstr>
      <vt:lpstr>CÁC LĨNH VỰC KIẾN THỨC  TRONG QUẢN LÝ DỰ ÁN</vt:lpstr>
      <vt:lpstr>CÁC LĨNH VỰC KIẾN THỨC  TRONG QUẢN LÝ DỰ ÁN</vt:lpstr>
      <vt:lpstr>CÁC LĨNH VỰC KIẾN THỨC  TRONG QUẢN LÝ DỰ ÁN</vt:lpstr>
      <vt:lpstr>CÁC LĨNH VỰC KIẾN THỨC  TRONG QUẢN LÝ DỰ ÁN</vt:lpstr>
      <vt:lpstr>CÁC LĨNH VỰC KIẾN THỨC  TRONG QUẢN LÝ DỰ ÁN</vt:lpstr>
      <vt:lpstr>CÁC LĨNH VỰC KIẾN THỨC  TRONG QUẢN LÝ DỰ ÁN</vt:lpstr>
      <vt:lpstr>Q &amp; A</vt:lpstr>
      <vt:lpstr>ÔN TẬP</vt:lpstr>
      <vt:lpstr>CÂU HỎI</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tình huống Casual Togs, Inc</dc:title>
  <dc:creator>Tung Le</dc:creator>
  <cp:lastModifiedBy>Bảo Trần</cp:lastModifiedBy>
  <cp:revision>510</cp:revision>
  <dcterms:created xsi:type="dcterms:W3CDTF">2008-10-03T19:20:07Z</dcterms:created>
  <dcterms:modified xsi:type="dcterms:W3CDTF">2025-06-08T05:38:52Z</dcterms:modified>
</cp:coreProperties>
</file>