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69" r:id="rId2"/>
    <p:sldId id="281" r:id="rId3"/>
    <p:sldId id="282" r:id="rId4"/>
    <p:sldId id="283" r:id="rId5"/>
    <p:sldId id="284" r:id="rId6"/>
    <p:sldId id="259" r:id="rId7"/>
    <p:sldId id="270" r:id="rId8"/>
    <p:sldId id="271" r:id="rId9"/>
    <p:sldId id="261" r:id="rId10"/>
    <p:sldId id="273" r:id="rId11"/>
    <p:sldId id="286" r:id="rId12"/>
    <p:sldId id="285" r:id="rId13"/>
    <p:sldId id="272" r:id="rId14"/>
    <p:sldId id="274" r:id="rId15"/>
    <p:sldId id="303" r:id="rId16"/>
    <p:sldId id="298" r:id="rId17"/>
    <p:sldId id="275" r:id="rId18"/>
    <p:sldId id="276" r:id="rId19"/>
    <p:sldId id="304" r:id="rId20"/>
    <p:sldId id="277" r:id="rId21"/>
    <p:sldId id="305" r:id="rId22"/>
    <p:sldId id="278" r:id="rId23"/>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5868"/>
    <a:srgbClr val="5F5F5F"/>
    <a:srgbClr val="808080"/>
    <a:srgbClr val="66990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p:restoredTop sz="68733" autoAdjust="0"/>
  </p:normalViewPr>
  <p:slideViewPr>
    <p:cSldViewPr showGuides="1">
      <p:cViewPr varScale="1">
        <p:scale>
          <a:sx n="51" d="100"/>
          <a:sy n="51" d="100"/>
        </p:scale>
        <p:origin x="2318"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13AF27-CDDA-408C-991C-E712D43C616D}" type="datetimeFigureOut">
              <a:rPr lang="en-US" smtClean="0"/>
              <a:t>10/01/2026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4B9B6A-3C2D-4AA1-A650-C56ABE6BF58A}" type="slidenum">
              <a:rPr lang="en-US" smtClean="0"/>
              <a:t>‹#›</a:t>
            </a:fld>
            <a:endParaRPr lang="en-US"/>
          </a:p>
        </p:txBody>
      </p:sp>
    </p:spTree>
    <p:extLst>
      <p:ext uri="{BB962C8B-B14F-4D97-AF65-F5344CB8AC3E}">
        <p14:creationId xmlns:p14="http://schemas.microsoft.com/office/powerpoint/2010/main" val="2575072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Bài</a:t>
            </a:r>
            <a:r>
              <a:rPr lang="en-US" dirty="0"/>
              <a:t> </a:t>
            </a:r>
            <a:r>
              <a:rPr lang="en-US" dirty="0" err="1"/>
              <a:t>thơ</a:t>
            </a:r>
            <a:r>
              <a:rPr lang="en-US" dirty="0"/>
              <a:t> -&gt; </a:t>
            </a:r>
            <a:r>
              <a:rPr lang="en-US" dirty="0" err="1"/>
              <a:t>phổ</a:t>
            </a:r>
            <a:r>
              <a:rPr lang="en-US" dirty="0"/>
              <a:t> </a:t>
            </a:r>
            <a:r>
              <a:rPr lang="en-US" dirty="0" err="1"/>
              <a:t>nhạc</a:t>
            </a:r>
            <a:r>
              <a:rPr lang="en-US" dirty="0"/>
              <a:t> =&gt; </a:t>
            </a:r>
            <a:r>
              <a:rPr lang="en-US" dirty="0" err="1"/>
              <a:t>quyền</a:t>
            </a:r>
            <a:r>
              <a:rPr lang="en-US" dirty="0"/>
              <a:t> </a:t>
            </a:r>
            <a:r>
              <a:rPr lang="en-US" dirty="0" err="1"/>
              <a:t>liên</a:t>
            </a:r>
            <a:r>
              <a:rPr lang="en-US" dirty="0"/>
              <a:t> </a:t>
            </a:r>
            <a:r>
              <a:rPr lang="en-US" dirty="0" err="1"/>
              <a:t>quan</a:t>
            </a:r>
            <a:r>
              <a:rPr lang="en-US" dirty="0"/>
              <a:t> </a:t>
            </a:r>
            <a:r>
              <a:rPr lang="en-US" dirty="0" err="1"/>
              <a:t>đến</a:t>
            </a:r>
            <a:r>
              <a:rPr lang="en-US" dirty="0"/>
              <a:t> </a:t>
            </a:r>
            <a:r>
              <a:rPr lang="en-US" dirty="0" err="1"/>
              <a:t>quyền</a:t>
            </a:r>
            <a:r>
              <a:rPr lang="en-US" dirty="0"/>
              <a:t> </a:t>
            </a:r>
            <a:r>
              <a:rPr lang="en-US" dirty="0" err="1"/>
              <a:t>tác</a:t>
            </a:r>
            <a:r>
              <a:rPr lang="en-US" dirty="0"/>
              <a:t> </a:t>
            </a:r>
            <a:r>
              <a:rPr lang="en-US" dirty="0" err="1"/>
              <a:t>giả</a:t>
            </a:r>
            <a:endParaRPr lang="en-US" dirty="0"/>
          </a:p>
          <a:p>
            <a:r>
              <a:rPr lang="en-US" dirty="0"/>
              <a:t>Ca </a:t>
            </a:r>
            <a:r>
              <a:rPr lang="en-US" dirty="0" err="1"/>
              <a:t>sĩ</a:t>
            </a:r>
            <a:r>
              <a:rPr lang="en-US" dirty="0"/>
              <a:t> </a:t>
            </a:r>
            <a:r>
              <a:rPr lang="en-US" dirty="0" err="1"/>
              <a:t>hát</a:t>
            </a:r>
            <a:r>
              <a:rPr lang="en-US" dirty="0"/>
              <a:t> </a:t>
            </a:r>
            <a:r>
              <a:rPr lang="en-US" dirty="0" err="1"/>
              <a:t>bài</a:t>
            </a:r>
            <a:r>
              <a:rPr lang="en-US" dirty="0"/>
              <a:t> </a:t>
            </a:r>
            <a:r>
              <a:rPr lang="en-US" dirty="0" err="1"/>
              <a:t>hát</a:t>
            </a:r>
            <a:r>
              <a:rPr lang="en-US" dirty="0"/>
              <a:t> </a:t>
            </a:r>
            <a:r>
              <a:rPr lang="en-US" dirty="0" err="1"/>
              <a:t>phổ</a:t>
            </a:r>
            <a:r>
              <a:rPr lang="en-US" dirty="0"/>
              <a:t> </a:t>
            </a:r>
            <a:r>
              <a:rPr lang="en-US" dirty="0" err="1"/>
              <a:t>nhạc</a:t>
            </a:r>
            <a:r>
              <a:rPr lang="en-US" dirty="0"/>
              <a:t> </a:t>
            </a:r>
            <a:r>
              <a:rPr lang="en-US" dirty="0" err="1"/>
              <a:t>đó</a:t>
            </a:r>
            <a:r>
              <a:rPr lang="en-US" dirty="0"/>
              <a:t> =&gt; Quyền </a:t>
            </a:r>
            <a:r>
              <a:rPr lang="en-US" dirty="0" err="1"/>
              <a:t>liên</a:t>
            </a:r>
            <a:r>
              <a:rPr lang="en-US" dirty="0"/>
              <a:t> </a:t>
            </a:r>
            <a:r>
              <a:rPr lang="en-US" dirty="0" err="1"/>
              <a:t>quan</a:t>
            </a:r>
            <a:r>
              <a:rPr lang="en-US" dirty="0"/>
              <a:t> </a:t>
            </a:r>
            <a:r>
              <a:rPr lang="en-US" dirty="0" err="1"/>
              <a:t>đến</a:t>
            </a:r>
            <a:r>
              <a:rPr lang="en-US" dirty="0"/>
              <a:t> </a:t>
            </a:r>
            <a:r>
              <a:rPr lang="en-US" dirty="0" err="1"/>
              <a:t>quyền</a:t>
            </a:r>
            <a:r>
              <a:rPr lang="en-US" dirty="0"/>
              <a:t> </a:t>
            </a:r>
            <a:r>
              <a:rPr lang="en-US" dirty="0" err="1"/>
              <a:t>tác</a:t>
            </a:r>
            <a:r>
              <a:rPr lang="en-US" dirty="0"/>
              <a:t> </a:t>
            </a:r>
            <a:r>
              <a:rPr lang="en-US" dirty="0" err="1"/>
              <a:t>giả</a:t>
            </a:r>
            <a:endParaRPr lang="en-US" dirty="0"/>
          </a:p>
        </p:txBody>
      </p:sp>
      <p:sp>
        <p:nvSpPr>
          <p:cNvPr id="4" name="Slide Number Placeholder 3"/>
          <p:cNvSpPr>
            <a:spLocks noGrp="1"/>
          </p:cNvSpPr>
          <p:nvPr>
            <p:ph type="sldNum" sz="quarter" idx="5"/>
          </p:nvPr>
        </p:nvSpPr>
        <p:spPr/>
        <p:txBody>
          <a:bodyPr/>
          <a:lstStyle/>
          <a:p>
            <a:fld id="{354B9B6A-3C2D-4AA1-A650-C56ABE6BF58A}" type="slidenum">
              <a:rPr lang="en-US" smtClean="0"/>
              <a:t>7</a:t>
            </a:fld>
            <a:endParaRPr lang="en-US"/>
          </a:p>
        </p:txBody>
      </p:sp>
    </p:spTree>
    <p:extLst>
      <p:ext uri="{BB962C8B-B14F-4D97-AF65-F5344CB8AC3E}">
        <p14:creationId xmlns:p14="http://schemas.microsoft.com/office/powerpoint/2010/main" val="2808951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Nếu</a:t>
            </a:r>
            <a:r>
              <a:rPr lang="en-US" dirty="0"/>
              <a:t> </a:t>
            </a:r>
            <a:r>
              <a:rPr lang="en-US" dirty="0" err="1"/>
              <a:t>các</a:t>
            </a:r>
            <a:r>
              <a:rPr lang="en-US" dirty="0"/>
              <a:t> </a:t>
            </a:r>
            <a:r>
              <a:rPr lang="en-US" dirty="0" err="1"/>
              <a:t>điều</a:t>
            </a:r>
            <a:r>
              <a:rPr lang="en-US" dirty="0"/>
              <a:t> </a:t>
            </a:r>
            <a:r>
              <a:rPr lang="en-US" dirty="0" err="1"/>
              <a:t>luật</a:t>
            </a:r>
            <a:r>
              <a:rPr lang="en-US" dirty="0"/>
              <a:t> </a:t>
            </a:r>
            <a:r>
              <a:rPr lang="en-US" dirty="0" err="1"/>
              <a:t>của</a:t>
            </a:r>
            <a:r>
              <a:rPr lang="en-US" dirty="0"/>
              <a:t> VN </a:t>
            </a:r>
            <a:r>
              <a:rPr lang="en-US" b="1" dirty="0" err="1"/>
              <a:t>trái</a:t>
            </a:r>
            <a:r>
              <a:rPr lang="en-US" b="1" dirty="0"/>
              <a:t> </a:t>
            </a:r>
            <a:r>
              <a:rPr lang="en-US" b="1" dirty="0" err="1"/>
              <a:t>với</a:t>
            </a:r>
            <a:r>
              <a:rPr lang="en-US" b="1" dirty="0"/>
              <a:t> </a:t>
            </a:r>
            <a:r>
              <a:rPr lang="en-US" b="1" dirty="0" err="1"/>
              <a:t>các</a:t>
            </a:r>
            <a:r>
              <a:rPr lang="en-US" b="1" dirty="0"/>
              <a:t> </a:t>
            </a:r>
            <a:r>
              <a:rPr lang="en-US" b="1" dirty="0" err="1"/>
              <a:t>điều</a:t>
            </a:r>
            <a:r>
              <a:rPr lang="en-US" b="1" dirty="0"/>
              <a:t> </a:t>
            </a:r>
            <a:r>
              <a:rPr lang="en-US" b="1" dirty="0" err="1"/>
              <a:t>luật</a:t>
            </a:r>
            <a:r>
              <a:rPr lang="en-US" b="1" dirty="0"/>
              <a:t> </a:t>
            </a:r>
            <a:r>
              <a:rPr lang="en-US" b="1" dirty="0" err="1"/>
              <a:t>tương</a:t>
            </a:r>
            <a:r>
              <a:rPr lang="en-US" b="1" dirty="0"/>
              <a:t> </a:t>
            </a:r>
            <a:r>
              <a:rPr lang="en-US" b="1" dirty="0" err="1"/>
              <a:t>ứng</a:t>
            </a:r>
            <a:r>
              <a:rPr lang="en-US" b="1" dirty="0"/>
              <a:t> </a:t>
            </a:r>
            <a:r>
              <a:rPr lang="en-US" b="1" dirty="0" err="1"/>
              <a:t>của</a:t>
            </a:r>
            <a:r>
              <a:rPr lang="en-US" b="1" dirty="0"/>
              <a:t> </a:t>
            </a:r>
            <a:r>
              <a:rPr lang="en-US" b="1" dirty="0" err="1"/>
              <a:t>điều</a:t>
            </a:r>
            <a:r>
              <a:rPr lang="en-US" b="1" dirty="0"/>
              <a:t> </a:t>
            </a:r>
            <a:r>
              <a:rPr lang="en-US" b="1" dirty="0" err="1"/>
              <a:t>ước</a:t>
            </a:r>
            <a:r>
              <a:rPr lang="en-US" b="1" dirty="0"/>
              <a:t> </a:t>
            </a:r>
            <a:r>
              <a:rPr lang="en-US" b="1" dirty="0" err="1"/>
              <a:t>quốc</a:t>
            </a:r>
            <a:r>
              <a:rPr lang="en-US" b="1" dirty="0"/>
              <a:t> </a:t>
            </a:r>
            <a:r>
              <a:rPr lang="en-US" b="1" dirty="0" err="1"/>
              <a:t>tế</a:t>
            </a:r>
            <a:r>
              <a:rPr lang="en-US" b="1" dirty="0"/>
              <a:t> </a:t>
            </a:r>
            <a:r>
              <a:rPr lang="en-US" b="1" u="sng" dirty="0" err="1"/>
              <a:t>mà</a:t>
            </a:r>
            <a:r>
              <a:rPr lang="en-US" b="1" u="sng" dirty="0"/>
              <a:t> VN </a:t>
            </a:r>
            <a:r>
              <a:rPr lang="en-US" b="1" u="sng" dirty="0" err="1"/>
              <a:t>ký</a:t>
            </a:r>
            <a:r>
              <a:rPr lang="en-US" b="1" u="sng" dirty="0"/>
              <a:t> </a:t>
            </a:r>
            <a:r>
              <a:rPr lang="en-US" b="1" u="sng" dirty="0" err="1"/>
              <a:t>kết</a:t>
            </a:r>
            <a:r>
              <a:rPr lang="en-US" b="1" u="sng" dirty="0"/>
              <a:t> </a:t>
            </a:r>
            <a:r>
              <a:rPr lang="en-US" dirty="0">
                <a:sym typeface="Wingdings" panose="05000000000000000000" pitchFamily="2" charset="2"/>
              </a:rPr>
              <a:t> </a:t>
            </a:r>
            <a:r>
              <a:rPr lang="en-US" dirty="0" err="1">
                <a:sym typeface="Wingdings" panose="05000000000000000000" pitchFamily="2" charset="2"/>
              </a:rPr>
              <a:t>Áp</a:t>
            </a:r>
            <a:r>
              <a:rPr lang="en-US" dirty="0">
                <a:sym typeface="Wingdings" panose="05000000000000000000" pitchFamily="2" charset="2"/>
              </a:rPr>
              <a:t> </a:t>
            </a:r>
            <a:r>
              <a:rPr lang="en-US" dirty="0" err="1">
                <a:sym typeface="Wingdings" panose="05000000000000000000" pitchFamily="2" charset="2"/>
              </a:rPr>
              <a:t>dụng</a:t>
            </a:r>
            <a:r>
              <a:rPr lang="en-US" dirty="0">
                <a:sym typeface="Wingdings" panose="05000000000000000000" pitchFamily="2" charset="2"/>
              </a:rPr>
              <a:t> </a:t>
            </a:r>
            <a:r>
              <a:rPr lang="en-US" dirty="0" err="1">
                <a:sym typeface="Wingdings" panose="05000000000000000000" pitchFamily="2" charset="2"/>
              </a:rPr>
              <a:t>điều</a:t>
            </a:r>
            <a:r>
              <a:rPr lang="en-US" dirty="0">
                <a:sym typeface="Wingdings" panose="05000000000000000000" pitchFamily="2" charset="2"/>
              </a:rPr>
              <a:t> </a:t>
            </a:r>
            <a:r>
              <a:rPr lang="en-US" dirty="0" err="1">
                <a:sym typeface="Wingdings" panose="05000000000000000000" pitchFamily="2" charset="2"/>
              </a:rPr>
              <a:t>ước</a:t>
            </a:r>
            <a:r>
              <a:rPr lang="en-US" dirty="0">
                <a:sym typeface="Wingdings" panose="05000000000000000000" pitchFamily="2" charset="2"/>
              </a:rPr>
              <a:t> </a:t>
            </a:r>
            <a:r>
              <a:rPr lang="en-US" dirty="0" err="1">
                <a:sym typeface="Wingdings" panose="05000000000000000000" pitchFamily="2" charset="2"/>
              </a:rPr>
              <a:t>quốc</a:t>
            </a:r>
            <a:r>
              <a:rPr lang="en-US" dirty="0">
                <a:sym typeface="Wingdings" panose="05000000000000000000" pitchFamily="2" charset="2"/>
              </a:rPr>
              <a:t> </a:t>
            </a:r>
            <a:r>
              <a:rPr lang="en-US" dirty="0" err="1">
                <a:sym typeface="Wingdings" panose="05000000000000000000" pitchFamily="2" charset="2"/>
              </a:rPr>
              <a:t>tế</a:t>
            </a:r>
            <a:endParaRPr lang="en-US" dirty="0"/>
          </a:p>
        </p:txBody>
      </p:sp>
      <p:sp>
        <p:nvSpPr>
          <p:cNvPr id="4" name="Slide Number Placeholder 3"/>
          <p:cNvSpPr>
            <a:spLocks noGrp="1"/>
          </p:cNvSpPr>
          <p:nvPr>
            <p:ph type="sldNum" sz="quarter" idx="5"/>
          </p:nvPr>
        </p:nvSpPr>
        <p:spPr/>
        <p:txBody>
          <a:bodyPr/>
          <a:lstStyle/>
          <a:p>
            <a:fld id="{354B9B6A-3C2D-4AA1-A650-C56ABE6BF58A}" type="slidenum">
              <a:rPr lang="en-US" smtClean="0"/>
              <a:t>8</a:t>
            </a:fld>
            <a:endParaRPr lang="en-US"/>
          </a:p>
        </p:txBody>
      </p:sp>
    </p:spTree>
    <p:extLst>
      <p:ext uri="{BB962C8B-B14F-4D97-AF65-F5344CB8AC3E}">
        <p14:creationId xmlns:p14="http://schemas.microsoft.com/office/powerpoint/2010/main" val="1082618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VD: </a:t>
            </a:r>
            <a:r>
              <a:rPr lang="en-US" dirty="0" err="1"/>
              <a:t>Bài</a:t>
            </a:r>
            <a:r>
              <a:rPr lang="en-US" dirty="0"/>
              <a:t> </a:t>
            </a:r>
            <a:r>
              <a:rPr lang="en-US" dirty="0" err="1"/>
              <a:t>hát</a:t>
            </a:r>
            <a:r>
              <a:rPr lang="en-US" dirty="0"/>
              <a:t> </a:t>
            </a:r>
            <a:r>
              <a:rPr lang="en-US" dirty="0" err="1"/>
              <a:t>tên</a:t>
            </a:r>
            <a:r>
              <a:rPr lang="en-US" dirty="0"/>
              <a:t> </a:t>
            </a:r>
            <a:r>
              <a:rPr lang="en-US" dirty="0" err="1"/>
              <a:t>gì</a:t>
            </a:r>
            <a:r>
              <a:rPr lang="en-US" dirty="0"/>
              <a:t>, </a:t>
            </a:r>
            <a:r>
              <a:rPr lang="en-US" dirty="0" err="1"/>
              <a:t>Lời</a:t>
            </a:r>
            <a:r>
              <a:rPr lang="en-US" dirty="0"/>
              <a:t> do ai </a:t>
            </a:r>
            <a:r>
              <a:rPr lang="en-US" dirty="0" err="1"/>
              <a:t>viết</a:t>
            </a:r>
            <a:r>
              <a:rPr lang="en-US" dirty="0"/>
              <a:t>, </a:t>
            </a:r>
            <a:r>
              <a:rPr lang="en-US" dirty="0" err="1"/>
              <a:t>Nhạc</a:t>
            </a:r>
            <a:r>
              <a:rPr lang="en-US" dirty="0"/>
              <a:t> do ai </a:t>
            </a:r>
            <a:r>
              <a:rPr lang="en-US" dirty="0" err="1"/>
              <a:t>viết</a:t>
            </a:r>
            <a:r>
              <a:rPr lang="en-US" dirty="0"/>
              <a:t>, ca </a:t>
            </a:r>
            <a:r>
              <a:rPr lang="en-US" dirty="0" err="1"/>
              <a:t>sĩ</a:t>
            </a:r>
            <a:r>
              <a:rPr lang="en-US" dirty="0"/>
              <a:t>?</a:t>
            </a:r>
          </a:p>
        </p:txBody>
      </p:sp>
      <p:sp>
        <p:nvSpPr>
          <p:cNvPr id="4" name="Slide Number Placeholder 3"/>
          <p:cNvSpPr>
            <a:spLocks noGrp="1"/>
          </p:cNvSpPr>
          <p:nvPr>
            <p:ph type="sldNum" sz="quarter" idx="5"/>
          </p:nvPr>
        </p:nvSpPr>
        <p:spPr/>
        <p:txBody>
          <a:bodyPr/>
          <a:lstStyle/>
          <a:p>
            <a:fld id="{354B9B6A-3C2D-4AA1-A650-C56ABE6BF58A}" type="slidenum">
              <a:rPr lang="en-US" smtClean="0"/>
              <a:t>14</a:t>
            </a:fld>
            <a:endParaRPr lang="en-US"/>
          </a:p>
        </p:txBody>
      </p:sp>
    </p:spTree>
    <p:extLst>
      <p:ext uri="{BB962C8B-B14F-4D97-AF65-F5344CB8AC3E}">
        <p14:creationId xmlns:p14="http://schemas.microsoft.com/office/powerpoint/2010/main" val="1121433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4B9B6A-3C2D-4AA1-A650-C56ABE6BF58A}" type="slidenum">
              <a:rPr lang="en-US" smtClean="0"/>
              <a:t>16</a:t>
            </a:fld>
            <a:endParaRPr lang="en-US"/>
          </a:p>
        </p:txBody>
      </p:sp>
    </p:spTree>
    <p:extLst>
      <p:ext uri="{BB962C8B-B14F-4D97-AF65-F5344CB8AC3E}">
        <p14:creationId xmlns:p14="http://schemas.microsoft.com/office/powerpoint/2010/main" val="2105649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https://vnexpress.net/duy-loi-khoi-kien-vong-xep-truong-tho-2684196.html </a:t>
            </a:r>
          </a:p>
        </p:txBody>
      </p:sp>
      <p:sp>
        <p:nvSpPr>
          <p:cNvPr id="4" name="Slide Number Placeholder 3"/>
          <p:cNvSpPr>
            <a:spLocks noGrp="1"/>
          </p:cNvSpPr>
          <p:nvPr>
            <p:ph type="sldNum" sz="quarter" idx="5"/>
          </p:nvPr>
        </p:nvSpPr>
        <p:spPr/>
        <p:txBody>
          <a:bodyPr/>
          <a:lstStyle/>
          <a:p>
            <a:fld id="{354B9B6A-3C2D-4AA1-A650-C56ABE6BF58A}" type="slidenum">
              <a:rPr lang="en-US" smtClean="0"/>
              <a:t>17</a:t>
            </a:fld>
            <a:endParaRPr lang="en-US"/>
          </a:p>
        </p:txBody>
      </p:sp>
    </p:spTree>
    <p:extLst>
      <p:ext uri="{BB962C8B-B14F-4D97-AF65-F5344CB8AC3E}">
        <p14:creationId xmlns:p14="http://schemas.microsoft.com/office/powerpoint/2010/main" val="7374010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18" name="Rectangle 17"/>
          <p:cNvSpPr>
            <a:spLocks noChangeArrowheads="1"/>
          </p:cNvSpPr>
          <p:nvPr/>
        </p:nvSpPr>
        <p:spPr bwMode="gray">
          <a:xfrm>
            <a:off x="8004175" y="0"/>
            <a:ext cx="1139825" cy="6858000"/>
          </a:xfrm>
          <a:prstGeom prst="rect">
            <a:avLst/>
          </a:prstGeom>
          <a:solidFill>
            <a:schemeClr val="bg2">
              <a:alpha val="39999"/>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9" name="Rectangle 18"/>
          <p:cNvSpPr>
            <a:spLocks noChangeArrowheads="1"/>
          </p:cNvSpPr>
          <p:nvPr/>
        </p:nvSpPr>
        <p:spPr bwMode="white">
          <a:xfrm>
            <a:off x="0" y="4638675"/>
            <a:ext cx="9144000" cy="2219325"/>
          </a:xfrm>
          <a:prstGeom prst="rect">
            <a:avLst/>
          </a:prstGeom>
          <a:solidFill>
            <a:schemeClr val="folHlink">
              <a:alpha val="3098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0" name="Rectangle 19"/>
          <p:cNvSpPr>
            <a:spLocks noChangeArrowheads="1"/>
          </p:cNvSpPr>
          <p:nvPr/>
        </p:nvSpPr>
        <p:spPr bwMode="gray">
          <a:xfrm>
            <a:off x="0" y="2149475"/>
            <a:ext cx="9144000" cy="249872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053" name="Freeform 20"/>
          <p:cNvSpPr/>
          <p:nvPr/>
        </p:nvSpPr>
        <p:spPr>
          <a:xfrm>
            <a:off x="-9525" y="2138363"/>
            <a:ext cx="8015288" cy="2271712"/>
          </a:xfrm>
          <a:custGeom>
            <a:avLst/>
            <a:gdLst/>
            <a:ahLst/>
            <a:cxnLst>
              <a:cxn ang="0">
                <a:pos x="0" y="0"/>
              </a:cxn>
              <a:cxn ang="0">
                <a:pos x="2147483646" y="2147483646"/>
              </a:cxn>
              <a:cxn ang="0">
                <a:pos x="2147483646" y="2147483646"/>
              </a:cxn>
              <a:cxn ang="0">
                <a:pos x="0" y="2147483646"/>
              </a:cxn>
              <a:cxn ang="0">
                <a:pos x="0" y="0"/>
              </a:cxn>
            </a:cxnLst>
            <a:rect l="0" t="0" r="0" b="0"/>
            <a:pathLst>
              <a:path w="5049" h="1471">
                <a:moveTo>
                  <a:pt x="0" y="0"/>
                </a:moveTo>
                <a:lnTo>
                  <a:pt x="5049" y="2"/>
                </a:lnTo>
                <a:lnTo>
                  <a:pt x="5048" y="1458"/>
                </a:lnTo>
                <a:lnTo>
                  <a:pt x="0" y="1471"/>
                </a:lnTo>
                <a:lnTo>
                  <a:pt x="0" y="0"/>
                </a:lnTo>
                <a:close/>
              </a:path>
            </a:pathLst>
          </a:custGeom>
          <a:solidFill>
            <a:schemeClr val="folHlink">
              <a:alpha val="72940"/>
            </a:schemeClr>
          </a:solidFill>
          <a:ln w="9525">
            <a:noFill/>
          </a:ln>
        </p:spPr>
        <p:txBody>
          <a:bodyPr/>
          <a:lstStyle/>
          <a:p>
            <a:endParaRPr lang="en-US"/>
          </a:p>
        </p:txBody>
      </p:sp>
      <p:sp>
        <p:nvSpPr>
          <p:cNvPr id="22" name="AutoShape 21"/>
          <p:cNvSpPr>
            <a:spLocks noChangeArrowheads="1"/>
          </p:cNvSpPr>
          <p:nvPr/>
        </p:nvSpPr>
        <p:spPr bwMode="gray">
          <a:xfrm>
            <a:off x="7696200" y="5943600"/>
            <a:ext cx="609600" cy="533400"/>
          </a:xfrm>
          <a:prstGeom prst="hexagon">
            <a:avLst>
              <a:gd name="adj" fmla="val 28571"/>
              <a:gd name="vf" fmla="val 115470"/>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3" name="AutoShape 22"/>
          <p:cNvSpPr>
            <a:spLocks noChangeArrowheads="1"/>
          </p:cNvSpPr>
          <p:nvPr/>
        </p:nvSpPr>
        <p:spPr bwMode="gray">
          <a:xfrm>
            <a:off x="8229600" y="5638800"/>
            <a:ext cx="609600" cy="533400"/>
          </a:xfrm>
          <a:prstGeom prst="hexagon">
            <a:avLst>
              <a:gd name="adj" fmla="val 28571"/>
              <a:gd name="vf" fmla="val 115470"/>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4" name="AutoShape 23"/>
          <p:cNvSpPr>
            <a:spLocks noChangeArrowheads="1"/>
          </p:cNvSpPr>
          <p:nvPr/>
        </p:nvSpPr>
        <p:spPr bwMode="gray">
          <a:xfrm>
            <a:off x="8220075" y="6229350"/>
            <a:ext cx="609600" cy="533400"/>
          </a:xfrm>
          <a:prstGeom prst="hexagon">
            <a:avLst>
              <a:gd name="adj" fmla="val 28571"/>
              <a:gd name="vf" fmla="val 115470"/>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5" name="Text Box 14"/>
          <p:cNvSpPr txBox="1">
            <a:spLocks noChangeArrowheads="1"/>
          </p:cNvSpPr>
          <p:nvPr/>
        </p:nvSpPr>
        <p:spPr bwMode="auto">
          <a:xfrm>
            <a:off x="304800" y="2286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800" b="1" i="0" u="none" strike="noStrike" kern="1200" cap="none" spc="0" normalizeH="0" baseline="0" noProof="0">
                <a:ln>
                  <a:noFill/>
                </a:ln>
                <a:solidFill>
                  <a:schemeClr val="tx2"/>
                </a:solidFill>
                <a:effectLst/>
                <a:uLnTx/>
                <a:uFillTx/>
                <a:latin typeface="Verdana" panose="020B0604030504040204" pitchFamily="34" charset="0"/>
                <a:ea typeface="+mn-ea"/>
                <a:cs typeface="+mn-cs"/>
              </a:rPr>
              <a:t>LOGO</a:t>
            </a:r>
          </a:p>
        </p:txBody>
      </p:sp>
      <p:grpSp>
        <p:nvGrpSpPr>
          <p:cNvPr id="2058" name="Group 116"/>
          <p:cNvGrpSpPr/>
          <p:nvPr/>
        </p:nvGrpSpPr>
        <p:grpSpPr>
          <a:xfrm>
            <a:off x="190500" y="2324100"/>
            <a:ext cx="3276600" cy="3314700"/>
            <a:chOff x="120" y="1464"/>
            <a:chExt cx="2064" cy="2088"/>
          </a:xfrm>
        </p:grpSpPr>
        <p:sp>
          <p:nvSpPr>
            <p:cNvPr id="2059" name="AutoShape 113" descr="gdd01"/>
            <p:cNvSpPr/>
            <p:nvPr/>
          </p:nvSpPr>
          <p:spPr>
            <a:xfrm>
              <a:off x="120" y="1992"/>
              <a:ext cx="1104" cy="1008"/>
            </a:xfrm>
            <a:prstGeom prst="hexagon">
              <a:avLst>
                <a:gd name="adj" fmla="val 27380"/>
                <a:gd name="vf" fmla="val 115470"/>
              </a:avLst>
            </a:prstGeom>
            <a:blipFill rotWithShape="1">
              <a:blip r:embed="rId2"/>
              <a:stretch>
                <a:fillRect/>
              </a:stretch>
            </a:blipFill>
            <a:ln w="28575" cap="flat" cmpd="sng">
              <a:solidFill>
                <a:schemeClr val="bg1"/>
              </a:solidFill>
              <a:prstDash val="solid"/>
              <a:miter/>
              <a:headEnd type="none" w="med" len="med"/>
              <a:tailEnd type="none" w="med" len="med"/>
            </a:ln>
            <a:effectLst>
              <a:outerShdw dist="125080" dir="1437749" algn="ctr" rotWithShape="0">
                <a:schemeClr val="bg2">
                  <a:alpha val="32001"/>
                </a:schemeClr>
              </a:outerShdw>
            </a:effectLst>
          </p:spPr>
          <p:txBody>
            <a:bodyPr wrap="none" anchor="ctr" anchorCtr="0"/>
            <a:lstStyle/>
            <a:p>
              <a:pPr lvl="0" algn="ctr" eaLnBrk="0" hangingPunct="0"/>
              <a:endParaRPr lang="ko-KR" altLang="en-US" dirty="0">
                <a:latin typeface="Times New Roman" panose="02020603050405020304" pitchFamily="18" charset="0"/>
                <a:ea typeface="Gulim" pitchFamily="34" charset="-127"/>
              </a:endParaRPr>
            </a:p>
          </p:txBody>
        </p:sp>
        <p:sp>
          <p:nvSpPr>
            <p:cNvPr id="2060" name="AutoShape 114" descr="gdd04"/>
            <p:cNvSpPr/>
            <p:nvPr/>
          </p:nvSpPr>
          <p:spPr>
            <a:xfrm>
              <a:off x="1032" y="1464"/>
              <a:ext cx="1152" cy="1008"/>
            </a:xfrm>
            <a:prstGeom prst="hexagon">
              <a:avLst>
                <a:gd name="adj" fmla="val 28571"/>
                <a:gd name="vf" fmla="val 115470"/>
              </a:avLst>
            </a:prstGeom>
            <a:blipFill rotWithShape="1">
              <a:blip r:embed="rId3"/>
              <a:stretch>
                <a:fillRect/>
              </a:stretch>
            </a:blipFill>
            <a:ln w="28575" cap="flat" cmpd="sng">
              <a:solidFill>
                <a:schemeClr val="bg1"/>
              </a:solidFill>
              <a:prstDash val="solid"/>
              <a:miter/>
              <a:headEnd type="none" w="med" len="med"/>
              <a:tailEnd type="none" w="med" len="med"/>
            </a:ln>
            <a:effectLst>
              <a:outerShdw dist="125080" dir="1437749" algn="ctr" rotWithShape="0">
                <a:schemeClr val="bg2">
                  <a:alpha val="32001"/>
                </a:schemeClr>
              </a:outerShdw>
            </a:effectLst>
          </p:spPr>
          <p:txBody>
            <a:bodyPr wrap="none" anchor="ctr" anchorCtr="0"/>
            <a:lstStyle/>
            <a:p>
              <a:pPr lvl="0" algn="ctr" eaLnBrk="0" hangingPunct="0"/>
              <a:endParaRPr lang="ko-KR" altLang="en-US" dirty="0">
                <a:latin typeface="Times New Roman" panose="02020603050405020304" pitchFamily="18" charset="0"/>
                <a:ea typeface="Gulim" pitchFamily="34" charset="-127"/>
              </a:endParaRPr>
            </a:p>
          </p:txBody>
        </p:sp>
        <p:sp>
          <p:nvSpPr>
            <p:cNvPr id="2061" name="AutoShape 115" descr="gdd03"/>
            <p:cNvSpPr/>
            <p:nvPr/>
          </p:nvSpPr>
          <p:spPr>
            <a:xfrm>
              <a:off x="1008" y="2544"/>
              <a:ext cx="1152" cy="1008"/>
            </a:xfrm>
            <a:prstGeom prst="hexagon">
              <a:avLst>
                <a:gd name="adj" fmla="val 28571"/>
                <a:gd name="vf" fmla="val 115470"/>
              </a:avLst>
            </a:prstGeom>
            <a:blipFill rotWithShape="1">
              <a:blip r:embed="rId4"/>
              <a:stretch>
                <a:fillRect/>
              </a:stretch>
            </a:blipFill>
            <a:ln w="28575" cap="flat" cmpd="sng">
              <a:solidFill>
                <a:schemeClr val="bg1"/>
              </a:solidFill>
              <a:prstDash val="solid"/>
              <a:miter/>
              <a:headEnd type="none" w="med" len="med"/>
              <a:tailEnd type="none" w="med" len="med"/>
            </a:ln>
            <a:effectLst>
              <a:outerShdw dist="125080" dir="1437749" algn="ctr" rotWithShape="0">
                <a:schemeClr val="bg2">
                  <a:alpha val="32001"/>
                </a:schemeClr>
              </a:outerShdw>
            </a:effectLst>
          </p:spPr>
          <p:txBody>
            <a:bodyPr wrap="none" anchor="ctr" anchorCtr="0"/>
            <a:lstStyle/>
            <a:p>
              <a:pPr lvl="0" algn="ctr" eaLnBrk="0" hangingPunct="0"/>
              <a:endParaRPr lang="ko-KR" altLang="en-US" dirty="0">
                <a:latin typeface="Times New Roman" panose="02020603050405020304" pitchFamily="18" charset="0"/>
                <a:ea typeface="Gulim" pitchFamily="34" charset="-127"/>
              </a:endParaRPr>
            </a:p>
          </p:txBody>
        </p:sp>
      </p:grpSp>
      <p:sp>
        <p:nvSpPr>
          <p:cNvPr id="3074" name="Rectangle 2"/>
          <p:cNvSpPr>
            <a:spLocks noGrp="1" noChangeArrowheads="1"/>
          </p:cNvSpPr>
          <p:nvPr>
            <p:ph type="ctrTitle"/>
          </p:nvPr>
        </p:nvSpPr>
        <p:spPr bwMode="gray">
          <a:xfrm>
            <a:off x="1143000" y="990600"/>
            <a:ext cx="6705600" cy="1012825"/>
          </a:xfrm>
        </p:spPr>
        <p:txBody>
          <a:bodyPr/>
          <a:lstStyle>
            <a:lvl1pPr algn="ctr">
              <a:defRPr sz="3600" b="1">
                <a:solidFill>
                  <a:schemeClr val="tx2"/>
                </a:solidFill>
              </a:defRPr>
            </a:lvl1pPr>
          </a:lstStyle>
          <a:p>
            <a:pPr lvl="0" fontAlgn="base"/>
            <a:r>
              <a:rPr lang="en-US" strike="noStrike" noProof="0"/>
              <a:t>Click to edit Master title style</a:t>
            </a:r>
          </a:p>
        </p:txBody>
      </p:sp>
      <p:sp>
        <p:nvSpPr>
          <p:cNvPr id="3075" name="Rectangle 3"/>
          <p:cNvSpPr>
            <a:spLocks noGrp="1" noChangeArrowheads="1"/>
          </p:cNvSpPr>
          <p:nvPr>
            <p:ph type="subTitle" idx="1"/>
          </p:nvPr>
        </p:nvSpPr>
        <p:spPr bwMode="white">
          <a:xfrm>
            <a:off x="3505200" y="2971800"/>
            <a:ext cx="4343400" cy="685800"/>
          </a:xfrm>
        </p:spPr>
        <p:txBody>
          <a:bodyPr/>
          <a:lstStyle>
            <a:lvl1pPr marL="0" indent="0" algn="r">
              <a:buFont typeface="Wingdings" panose="05000000000000000000" pitchFamily="2" charset="2"/>
              <a:buNone/>
              <a:defRPr sz="1600">
                <a:solidFill>
                  <a:schemeClr val="bg1"/>
                </a:solidFill>
              </a:defRPr>
            </a:lvl1pPr>
          </a:lstStyle>
          <a:p>
            <a:pPr lvl="0" fontAlgn="base"/>
            <a:r>
              <a:rPr lang="en-US" strike="noStrike" noProof="0"/>
              <a:t>Click to edit Master subtitle style</a:t>
            </a:r>
          </a:p>
        </p:txBody>
      </p:sp>
      <p:sp>
        <p:nvSpPr>
          <p:cNvPr id="30" name="Rectangle 4"/>
          <p:cNvSpPr>
            <a:spLocks noGrp="1" noChangeArrowheads="1"/>
          </p:cNvSpPr>
          <p:nvPr>
            <p:ph type="dt" sz="half" idx="2"/>
          </p:nvPr>
        </p:nvSpPr>
        <p:spPr bwMode="auto">
          <a:xfrm>
            <a:off x="3352800" y="6553200"/>
            <a:ext cx="21336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solidFill>
                  <a:schemeClr val="tx2"/>
                </a:solidFill>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000" b="0" i="0" u="none" strike="noStrike" kern="1200" cap="none" spc="0" normalizeH="0" baseline="0" noProof="0">
              <a:ln>
                <a:noFill/>
              </a:ln>
              <a:solidFill>
                <a:schemeClr val="tx2"/>
              </a:solidFill>
              <a:effectLst/>
              <a:uLnTx/>
              <a:uFillTx/>
              <a:latin typeface="+mn-lt"/>
              <a:ea typeface="+mn-ea"/>
              <a:cs typeface="+mn-cs"/>
            </a:endParaRPr>
          </a:p>
        </p:txBody>
      </p:sp>
      <p:sp>
        <p:nvSpPr>
          <p:cNvPr id="31" name="Rectangle 5"/>
          <p:cNvSpPr>
            <a:spLocks noGrp="1" noChangeArrowheads="1"/>
          </p:cNvSpPr>
          <p:nvPr>
            <p:ph type="ftr" sz="quarter" idx="3"/>
          </p:nvPr>
        </p:nvSpPr>
        <p:spPr bwMode="auto">
          <a:xfrm>
            <a:off x="304800" y="6477000"/>
            <a:ext cx="25908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200">
                <a:solidFill>
                  <a:schemeClr val="tx2"/>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mn-cs"/>
            </a:endParaRPr>
          </a:p>
        </p:txBody>
      </p:sp>
      <p:sp>
        <p:nvSpPr>
          <p:cNvPr id="32" name="Rectangle 6"/>
          <p:cNvSpPr>
            <a:spLocks noGrp="1" noChangeArrowheads="1"/>
          </p:cNvSpPr>
          <p:nvPr>
            <p:ph type="sldNum" sz="quarter" idx="4"/>
          </p:nvPr>
        </p:nvSpPr>
        <p:spPr bwMode="auto">
          <a:xfrm>
            <a:off x="8210550" y="6467475"/>
            <a:ext cx="5334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A5C08E7-4678-4701-8219-423427BC76CB}"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mn-ea"/>
                <a:cs typeface="+mn-cs"/>
              </a:rPr>
              <a:t>‹#›</a:t>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Content Placeholder 2"/>
          <p:cNvSpPr>
            <a:spLocks noGrp="1"/>
          </p:cNvSpPr>
          <p:nvPr>
            <p:ph idx="1"/>
          </p:nvPr>
        </p:nvSpPr>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95752B6-52FF-490D-AE1F-5E21E66B60A6}"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pPr fontAlgn="base"/>
            <a:r>
              <a:rPr lang="en-US" strike="noStrike" noProof="1"/>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en-US" strike="noStrike" noProof="1"/>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95752B6-52FF-490D-AE1F-5E21E66B60A6}"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Content Placeholder 2"/>
          <p:cNvSpPr>
            <a:spLocks noGrp="1"/>
          </p:cNvSpPr>
          <p:nvPr>
            <p:ph sz="half" idx="1"/>
          </p:nvPr>
        </p:nvSpPr>
        <p:spPr>
          <a:xfrm>
            <a:off x="457200" y="1076325"/>
            <a:ext cx="4038600" cy="5248275"/>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Content Placeholder 3"/>
          <p:cNvSpPr>
            <a:spLocks noGrp="1"/>
          </p:cNvSpPr>
          <p:nvPr>
            <p:ph sz="half" idx="2"/>
          </p:nvPr>
        </p:nvSpPr>
        <p:spPr>
          <a:xfrm>
            <a:off x="4648200" y="1076325"/>
            <a:ext cx="4038600" cy="5248275"/>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95752B6-52FF-490D-AE1F-5E21E66B60A6}"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pPr fontAlgn="base"/>
            <a:r>
              <a:rPr lang="en-US" strike="noStrike" noProof="1"/>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95752B6-52FF-490D-AE1F-5E21E66B60A6}"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95752B6-52FF-490D-AE1F-5E21E66B60A6}"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95752B6-52FF-490D-AE1F-5E21E66B60A6}"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pPr fontAlgn="base"/>
            <a:r>
              <a:rPr lang="en-US" strike="noStrike" noProof="1"/>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95752B6-52FF-490D-AE1F-5E21E66B60A6}"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pPr fontAlgn="base"/>
            <a:r>
              <a:rPr lang="en-US" strike="noStrike" noProof="1"/>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sz="3200" b="1" i="0" u="none" strike="noStrike" kern="1200" cap="none" spc="0" normalizeH="0" baseline="0" noProof="0">
                <a:ln>
                  <a:noFill/>
                </a:ln>
                <a:solidFill>
                  <a:schemeClr val="tx1"/>
                </a:solidFill>
                <a:effectLst/>
                <a:uLnTx/>
                <a:uFillTx/>
                <a:latin typeface="+mn-lt"/>
                <a:ea typeface="+mn-ea"/>
                <a:cs typeface="+mn-cs"/>
              </a:rPr>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95752B6-52FF-490D-AE1F-5E21E66B60A6}"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95752B6-52FF-490D-AE1F-5E21E66B60A6}"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5943600"/>
          </a:xfrm>
        </p:spPr>
        <p:txBody>
          <a:bodyPr vert="eaVert"/>
          <a:lstStyle/>
          <a:p>
            <a:pPr fontAlgn="base"/>
            <a:r>
              <a:rPr lang="en-US" strike="noStrike" noProof="1"/>
              <a:t>Click to edit Master title style</a:t>
            </a:r>
          </a:p>
        </p:txBody>
      </p:sp>
      <p:sp>
        <p:nvSpPr>
          <p:cNvPr id="3" name="Vertical Text Placeholder 2"/>
          <p:cNvSpPr>
            <a:spLocks noGrp="1"/>
          </p:cNvSpPr>
          <p:nvPr>
            <p:ph type="body" orient="vert" idx="1"/>
          </p:nvPr>
        </p:nvSpPr>
        <p:spPr>
          <a:xfrm>
            <a:off x="457200" y="381000"/>
            <a:ext cx="6019800" cy="5943600"/>
          </a:xfrm>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95752B6-52FF-490D-AE1F-5E21E66B60A6}"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6705600" cy="563563"/>
          </a:xfrm>
        </p:spPr>
        <p:txBody>
          <a:bodyPr/>
          <a:lstStyle/>
          <a:p>
            <a:pPr fontAlgn="base"/>
            <a:r>
              <a:rPr lang="en-US" strike="noStrike" noProof="1"/>
              <a:t>Click to edit Master title style</a:t>
            </a:r>
          </a:p>
        </p:txBody>
      </p:sp>
      <p:sp>
        <p:nvSpPr>
          <p:cNvPr id="3" name="Table Placeholder 2"/>
          <p:cNvSpPr>
            <a:spLocks noGrp="1"/>
          </p:cNvSpPr>
          <p:nvPr>
            <p:ph type="tbl" idx="1" hasCustomPrompt="1"/>
          </p:nvPr>
        </p:nvSpPr>
        <p:spPr>
          <a:xfrm>
            <a:off x="457200" y="1076325"/>
            <a:ext cx="8229600" cy="52482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en-US" sz="2800" b="1" i="0" u="none" strike="noStrike" kern="1200" cap="none" spc="0" normalizeH="0" baseline="0" noProof="0">
                <a:ln>
                  <a:noFill/>
                </a:ln>
                <a:solidFill>
                  <a:schemeClr val="tx1"/>
                </a:solidFill>
                <a:effectLst/>
                <a:uLnTx/>
                <a:uFillTx/>
                <a:latin typeface="+mn-lt"/>
                <a:ea typeface="+mn-ea"/>
                <a:cs typeface="+mn-cs"/>
              </a:rPr>
              <a:t>Click icon to add table</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95752B6-52FF-490D-AE1F-5E21E66B60A6}"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6705600" cy="563563"/>
          </a:xfrm>
        </p:spPr>
        <p:txBody>
          <a:bodyPr/>
          <a:lstStyle/>
          <a:p>
            <a:pPr fontAlgn="base"/>
            <a:r>
              <a:rPr lang="en-US" strike="noStrike" noProof="1"/>
              <a:t>Click to edit Master title style</a:t>
            </a:r>
          </a:p>
        </p:txBody>
      </p:sp>
      <p:sp>
        <p:nvSpPr>
          <p:cNvPr id="3" name="Chart Placeholder 2"/>
          <p:cNvSpPr>
            <a:spLocks noGrp="1"/>
          </p:cNvSpPr>
          <p:nvPr>
            <p:ph type="chart" idx="1" hasCustomPrompt="1"/>
          </p:nvPr>
        </p:nvSpPr>
        <p:spPr>
          <a:xfrm>
            <a:off x="457200" y="1076325"/>
            <a:ext cx="8229600" cy="52482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en-US" sz="2800" b="1" i="0" u="none" strike="noStrike" kern="1200" cap="none" spc="0" normalizeH="0" baseline="0" noProof="0">
                <a:ln>
                  <a:noFill/>
                </a:ln>
                <a:solidFill>
                  <a:schemeClr val="tx1"/>
                </a:solidFill>
                <a:effectLst/>
                <a:uLnTx/>
                <a:uFillTx/>
                <a:latin typeface="+mn-lt"/>
                <a:ea typeface="+mn-ea"/>
                <a:cs typeface="+mn-cs"/>
              </a:rPr>
              <a:t>Click icon to add chart</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95752B6-52FF-490D-AE1F-5E21E66B60A6}"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Freeform 15"/>
          <p:cNvSpPr/>
          <p:nvPr/>
        </p:nvSpPr>
        <p:spPr>
          <a:xfrm>
            <a:off x="-9525" y="344488"/>
            <a:ext cx="8194675" cy="633412"/>
          </a:xfrm>
          <a:custGeom>
            <a:avLst/>
            <a:gdLst/>
            <a:ahLst/>
            <a:cxnLst>
              <a:cxn ang="0">
                <a:pos x="0" y="0"/>
              </a:cxn>
              <a:cxn ang="0">
                <a:pos x="2147483646" y="2147483646"/>
              </a:cxn>
              <a:cxn ang="0">
                <a:pos x="2147483646" y="2147483646"/>
              </a:cxn>
              <a:cxn ang="0">
                <a:pos x="0" y="2147483646"/>
              </a:cxn>
              <a:cxn ang="0">
                <a:pos x="0" y="0"/>
              </a:cxn>
            </a:cxnLst>
            <a:rect l="0" t="0" r="0" b="0"/>
            <a:pathLst>
              <a:path w="5049" h="1471">
                <a:moveTo>
                  <a:pt x="0" y="0"/>
                </a:moveTo>
                <a:lnTo>
                  <a:pt x="5049" y="2"/>
                </a:lnTo>
                <a:lnTo>
                  <a:pt x="5048" y="1458"/>
                </a:lnTo>
                <a:lnTo>
                  <a:pt x="0" y="1471"/>
                </a:lnTo>
                <a:lnTo>
                  <a:pt x="0" y="0"/>
                </a:lnTo>
                <a:close/>
              </a:path>
            </a:pathLst>
          </a:custGeom>
          <a:solidFill>
            <a:schemeClr val="tx2"/>
          </a:solidFill>
          <a:ln w="9525">
            <a:noFill/>
          </a:ln>
        </p:spPr>
        <p:txBody>
          <a:bodyPr/>
          <a:lstStyle/>
          <a:p>
            <a:endParaRPr lang="en-US"/>
          </a:p>
        </p:txBody>
      </p:sp>
      <p:grpSp>
        <p:nvGrpSpPr>
          <p:cNvPr id="1027" name="Group 16"/>
          <p:cNvGrpSpPr/>
          <p:nvPr/>
        </p:nvGrpSpPr>
        <p:grpSpPr>
          <a:xfrm>
            <a:off x="8153400" y="0"/>
            <a:ext cx="990600" cy="6858000"/>
            <a:chOff x="5040" y="0"/>
            <a:chExt cx="720" cy="4320"/>
          </a:xfrm>
        </p:grpSpPr>
        <p:sp>
          <p:nvSpPr>
            <p:cNvPr id="1040" name="Rectangle 17"/>
            <p:cNvSpPr>
              <a:spLocks noChangeArrowheads="1"/>
            </p:cNvSpPr>
            <p:nvPr/>
          </p:nvSpPr>
          <p:spPr bwMode="gray">
            <a:xfrm>
              <a:off x="5042" y="0"/>
              <a:ext cx="718" cy="4320"/>
            </a:xfrm>
            <a:prstGeom prst="rect">
              <a:avLst/>
            </a:prstGeom>
            <a:solidFill>
              <a:schemeClr val="folHlink">
                <a:alpha val="39999"/>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41" name="Rectangle 18"/>
            <p:cNvSpPr>
              <a:spLocks noChangeArrowheads="1"/>
            </p:cNvSpPr>
            <p:nvPr/>
          </p:nvSpPr>
          <p:spPr bwMode="gray">
            <a:xfrm>
              <a:off x="5040" y="219"/>
              <a:ext cx="720" cy="393"/>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grpSp>
      <p:sp>
        <p:nvSpPr>
          <p:cNvPr id="1028" name="AutoShape 19"/>
          <p:cNvSpPr>
            <a:spLocks noChangeArrowheads="1"/>
          </p:cNvSpPr>
          <p:nvPr/>
        </p:nvSpPr>
        <p:spPr bwMode="gray">
          <a:xfrm>
            <a:off x="7696200" y="5943600"/>
            <a:ext cx="609600" cy="533400"/>
          </a:xfrm>
          <a:prstGeom prst="hexagon">
            <a:avLst>
              <a:gd name="adj" fmla="val 28571"/>
              <a:gd name="vf" fmla="val 115470"/>
            </a:avLst>
          </a:prstGeom>
          <a:solidFill>
            <a:srgbClr val="5086C2">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29" name="AutoShape 20"/>
          <p:cNvSpPr>
            <a:spLocks noChangeArrowheads="1"/>
          </p:cNvSpPr>
          <p:nvPr/>
        </p:nvSpPr>
        <p:spPr bwMode="gray">
          <a:xfrm>
            <a:off x="8229600" y="5638800"/>
            <a:ext cx="609600" cy="533400"/>
          </a:xfrm>
          <a:prstGeom prst="hexagon">
            <a:avLst>
              <a:gd name="adj" fmla="val 28571"/>
              <a:gd name="vf" fmla="val 115470"/>
            </a:avLst>
          </a:prstGeom>
          <a:solidFill>
            <a:srgbClr val="5086C2">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0" name="AutoShape 21"/>
          <p:cNvSpPr>
            <a:spLocks noChangeArrowheads="1"/>
          </p:cNvSpPr>
          <p:nvPr/>
        </p:nvSpPr>
        <p:spPr bwMode="gray">
          <a:xfrm>
            <a:off x="8220075" y="6229350"/>
            <a:ext cx="609600" cy="533400"/>
          </a:xfrm>
          <a:prstGeom prst="hexagon">
            <a:avLst>
              <a:gd name="adj" fmla="val 28571"/>
              <a:gd name="vf" fmla="val 115470"/>
            </a:avLst>
          </a:prstGeom>
          <a:solidFill>
            <a:srgbClr val="5086C2">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3" name="Rectangle 3"/>
          <p:cNvSpPr>
            <a:spLocks noGrp="1"/>
          </p:cNvSpPr>
          <p:nvPr>
            <p:ph type="body"/>
          </p:nvPr>
        </p:nvSpPr>
        <p:spPr>
          <a:xfrm>
            <a:off x="457200" y="1076325"/>
            <a:ext cx="8229600" cy="5248275"/>
          </a:xfrm>
          <a:prstGeom prst="rect">
            <a:avLst/>
          </a:prstGeom>
          <a:noFill/>
          <a:ln w="9525">
            <a:noFill/>
          </a:ln>
        </p:spPr>
        <p:txBody>
          <a:bodyPr anchor="t" anchorCtr="0"/>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2" name="Rectangle 4"/>
          <p:cNvSpPr>
            <a:spLocks noGrp="1" noChangeArrowheads="1"/>
          </p:cNvSpPr>
          <p:nvPr>
            <p:ph type="dt" sz="half" idx="2"/>
          </p:nvPr>
        </p:nvSpPr>
        <p:spPr bwMode="auto">
          <a:xfrm>
            <a:off x="457200" y="6519863"/>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Rectangle 5"/>
          <p:cNvSpPr>
            <a:spLocks noGrp="1" noChangeArrowheads="1"/>
          </p:cNvSpPr>
          <p:nvPr>
            <p:ph type="ftr" sz="quarter" idx="3"/>
          </p:nvPr>
        </p:nvSpPr>
        <p:spPr bwMode="auto">
          <a:xfrm>
            <a:off x="5181600" y="6477000"/>
            <a:ext cx="2895600" cy="23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4" name="Rectangle 6"/>
          <p:cNvSpPr>
            <a:spLocks noGrp="1" noChangeArrowheads="1"/>
          </p:cNvSpPr>
          <p:nvPr>
            <p:ph type="sldNum" sz="quarter" idx="4"/>
          </p:nvPr>
        </p:nvSpPr>
        <p:spPr bwMode="auto">
          <a:xfrm>
            <a:off x="8286750" y="6386513"/>
            <a:ext cx="4572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solidFill>
                  <a:schemeClr val="bg1"/>
                </a:solidFill>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95752B6-52FF-490D-AE1F-5E21E66B60A6}"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grpSp>
        <p:nvGrpSpPr>
          <p:cNvPr id="1037" name="Group 22"/>
          <p:cNvGrpSpPr/>
          <p:nvPr/>
        </p:nvGrpSpPr>
        <p:grpSpPr>
          <a:xfrm>
            <a:off x="152400" y="228600"/>
            <a:ext cx="838200" cy="838200"/>
            <a:chOff x="18" y="144"/>
            <a:chExt cx="510" cy="480"/>
          </a:xfrm>
        </p:grpSpPr>
        <p:sp>
          <p:nvSpPr>
            <p:cNvPr id="5" name="AutoShape 23"/>
            <p:cNvSpPr>
              <a:spLocks noChangeArrowheads="1"/>
            </p:cNvSpPr>
            <p:nvPr/>
          </p:nvSpPr>
          <p:spPr bwMode="gray">
            <a:xfrm>
              <a:off x="18" y="258"/>
              <a:ext cx="288" cy="240"/>
            </a:xfrm>
            <a:prstGeom prst="hexagon">
              <a:avLst>
                <a:gd name="adj" fmla="val 30000"/>
                <a:gd name="vf" fmla="val 115470"/>
              </a:avLst>
            </a:prstGeom>
            <a:solidFill>
              <a:schemeClr val="hlink"/>
            </a:solidFill>
            <a:ln w="28575">
              <a:solidFill>
                <a:schemeClr val="bg1"/>
              </a:solidFill>
              <a:miter lim="800000"/>
            </a:ln>
            <a:effectLst>
              <a:outerShdw dist="56796" dir="1593903" algn="ctr" rotWithShape="0">
                <a:srgbClr val="666633">
                  <a:alpha val="50000"/>
                </a:srgb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8" name="AutoShape 24"/>
            <p:cNvSpPr>
              <a:spLocks noChangeArrowheads="1"/>
            </p:cNvSpPr>
            <p:nvPr/>
          </p:nvSpPr>
          <p:spPr bwMode="gray">
            <a:xfrm>
              <a:off x="240" y="144"/>
              <a:ext cx="288" cy="240"/>
            </a:xfrm>
            <a:prstGeom prst="hexagon">
              <a:avLst>
                <a:gd name="adj" fmla="val 30000"/>
                <a:gd name="vf" fmla="val 115470"/>
              </a:avLst>
            </a:prstGeom>
            <a:solidFill>
              <a:schemeClr val="accent2"/>
            </a:solidFill>
            <a:ln w="28575">
              <a:solidFill>
                <a:schemeClr val="bg1"/>
              </a:solidFill>
              <a:miter lim="800000"/>
            </a:ln>
            <a:effectLst>
              <a:outerShdw dist="56796" dir="1593903" algn="ctr" rotWithShape="0">
                <a:srgbClr val="666633">
                  <a:alpha val="50000"/>
                </a:srgb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9" name="AutoShape 25"/>
            <p:cNvSpPr>
              <a:spLocks noChangeArrowheads="1"/>
            </p:cNvSpPr>
            <p:nvPr/>
          </p:nvSpPr>
          <p:spPr bwMode="gray">
            <a:xfrm>
              <a:off x="240" y="384"/>
              <a:ext cx="288" cy="240"/>
            </a:xfrm>
            <a:prstGeom prst="hexagon">
              <a:avLst>
                <a:gd name="adj" fmla="val 30000"/>
                <a:gd name="vf" fmla="val 115470"/>
              </a:avLst>
            </a:prstGeom>
            <a:solidFill>
              <a:schemeClr val="accent1"/>
            </a:solidFill>
            <a:ln w="28575">
              <a:solidFill>
                <a:schemeClr val="bg1"/>
              </a:solidFill>
              <a:miter lim="800000"/>
            </a:ln>
            <a:effectLst>
              <a:outerShdw dist="56796" dir="1593903" algn="ctr" rotWithShape="0">
                <a:srgbClr val="666633">
                  <a:alpha val="50000"/>
                </a:srgb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grpSp>
      <p:sp>
        <p:nvSpPr>
          <p:cNvPr id="6" name="Rectangle 2"/>
          <p:cNvSpPr>
            <a:spLocks noGrp="1"/>
          </p:cNvSpPr>
          <p:nvPr>
            <p:ph type="title"/>
          </p:nvPr>
        </p:nvSpPr>
        <p:spPr>
          <a:xfrm>
            <a:off x="1143000" y="381000"/>
            <a:ext cx="6705600" cy="563563"/>
          </a:xfrm>
          <a:prstGeom prst="rect">
            <a:avLst/>
          </a:prstGeom>
          <a:noFill/>
          <a:ln w="9525">
            <a:noFill/>
          </a:ln>
        </p:spPr>
        <p:txBody>
          <a:bodyPr anchor="ctr" anchorCtr="0"/>
          <a:lstStyle/>
          <a:p>
            <a:pPr lvl="0"/>
            <a:r>
              <a:rPr lang="en-US" altLang="en-US" dirty="0"/>
              <a:t>Click to edit Master title style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200" kern="1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anose="020B0604030504040204" pitchFamily="34" charset="0"/>
        </a:defRPr>
      </a:lvl2pPr>
      <a:lvl3pPr algn="l" rtl="0" eaLnBrk="0" fontAlgn="base" hangingPunct="0">
        <a:spcBef>
          <a:spcPct val="0"/>
        </a:spcBef>
        <a:spcAft>
          <a:spcPct val="0"/>
        </a:spcAft>
        <a:defRPr sz="3200">
          <a:solidFill>
            <a:schemeClr val="bg1"/>
          </a:solidFill>
          <a:latin typeface="Verdana" panose="020B0604030504040204" pitchFamily="34" charset="0"/>
        </a:defRPr>
      </a:lvl3pPr>
      <a:lvl4pPr algn="l" rtl="0" eaLnBrk="0" fontAlgn="base" hangingPunct="0">
        <a:spcBef>
          <a:spcPct val="0"/>
        </a:spcBef>
        <a:spcAft>
          <a:spcPct val="0"/>
        </a:spcAft>
        <a:defRPr sz="3200">
          <a:solidFill>
            <a:schemeClr val="bg1"/>
          </a:solidFill>
          <a:latin typeface="Verdana" panose="020B0604030504040204" pitchFamily="34" charset="0"/>
        </a:defRPr>
      </a:lvl4pPr>
      <a:lvl5pPr algn="l" rtl="0" eaLnBrk="0" fontAlgn="base" hangingPunct="0">
        <a:spcBef>
          <a:spcPct val="0"/>
        </a:spcBef>
        <a:spcAft>
          <a:spcPct val="0"/>
        </a:spcAft>
        <a:defRPr sz="3200">
          <a:solidFill>
            <a:schemeClr val="bg1"/>
          </a:solidFill>
          <a:latin typeface="Verdana" panose="020B0604030504040204" pitchFamily="34" charset="0"/>
        </a:defRPr>
      </a:lvl5pPr>
      <a:lvl6pPr marL="457200" algn="l" rtl="0" eaLnBrk="1" fontAlgn="base" hangingPunct="1">
        <a:spcBef>
          <a:spcPct val="0"/>
        </a:spcBef>
        <a:spcAft>
          <a:spcPct val="0"/>
        </a:spcAft>
        <a:defRPr sz="3200">
          <a:solidFill>
            <a:schemeClr val="bg1"/>
          </a:solidFill>
          <a:latin typeface="Verdana" panose="020B0604030504040204" pitchFamily="34" charset="0"/>
        </a:defRPr>
      </a:lvl6pPr>
      <a:lvl7pPr marL="914400" algn="l" rtl="0" eaLnBrk="1" fontAlgn="base" hangingPunct="1">
        <a:spcBef>
          <a:spcPct val="0"/>
        </a:spcBef>
        <a:spcAft>
          <a:spcPct val="0"/>
        </a:spcAft>
        <a:defRPr sz="3200">
          <a:solidFill>
            <a:schemeClr val="bg1"/>
          </a:solidFill>
          <a:latin typeface="Verdana" panose="020B0604030504040204" pitchFamily="34" charset="0"/>
        </a:defRPr>
      </a:lvl7pPr>
      <a:lvl8pPr marL="1371600" algn="l" rtl="0" eaLnBrk="1" fontAlgn="base" hangingPunct="1">
        <a:spcBef>
          <a:spcPct val="0"/>
        </a:spcBef>
        <a:spcAft>
          <a:spcPct val="0"/>
        </a:spcAft>
        <a:defRPr sz="3200">
          <a:solidFill>
            <a:schemeClr val="bg1"/>
          </a:solidFill>
          <a:latin typeface="Verdana" panose="020B0604030504040204" pitchFamily="34" charset="0"/>
        </a:defRPr>
      </a:lvl8pPr>
      <a:lvl9pPr marL="1828800" algn="l" rtl="0" eaLnBrk="1" fontAlgn="base" hangingPunct="1">
        <a:spcBef>
          <a:spcPct val="0"/>
        </a:spcBef>
        <a:spcAft>
          <a:spcPct val="0"/>
        </a:spcAft>
        <a:defRPr sz="3200">
          <a:solidFill>
            <a:schemeClr val="bg1"/>
          </a:solidFill>
          <a:latin typeface="Verdana" panose="020B0604030504040204"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ct val="20000"/>
        </a:spcBef>
        <a:spcAft>
          <a:spcPct val="0"/>
        </a:spcAft>
        <a:buClr>
          <a:schemeClr val="tx1"/>
        </a:buClr>
        <a:buChar char="•"/>
        <a:defRPr sz="2400" kern="1200">
          <a:solidFill>
            <a:schemeClr val="tx1"/>
          </a:solidFill>
          <a:latin typeface="Arial" panose="020B0604020202020204" pitchFamily="34"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Title 1"/>
          <p:cNvSpPr>
            <a:spLocks noGrp="1"/>
          </p:cNvSpPr>
          <p:nvPr>
            <p:ph type="title"/>
          </p:nvPr>
        </p:nvSpPr>
        <p:spPr/>
        <p:txBody>
          <a:bodyPr anchor="ctr" anchorCtr="0"/>
          <a:lstStyle/>
          <a:p>
            <a:r>
              <a:rPr lang="en-US" altLang="zh-CN"/>
              <a:t>CHƯƠNG 4</a:t>
            </a:r>
          </a:p>
        </p:txBody>
      </p:sp>
      <p:sp>
        <p:nvSpPr>
          <p:cNvPr id="3074" name="Content Placeholder 2"/>
          <p:cNvSpPr>
            <a:spLocks noGrp="1"/>
          </p:cNvSpPr>
          <p:nvPr>
            <p:ph idx="1"/>
          </p:nvPr>
        </p:nvSpPr>
        <p:spPr/>
        <p:txBody>
          <a:bodyPr anchor="t" anchorCtr="0"/>
          <a:lstStyle/>
          <a:p>
            <a:pPr marL="0" indent="0" algn="ctr">
              <a:buNone/>
            </a:pPr>
            <a:endParaRPr lang="en-US" altLang="zh-CN" sz="6600" dirty="0">
              <a:sym typeface="+mn-ea"/>
            </a:endParaRPr>
          </a:p>
          <a:p>
            <a:pPr marL="0" indent="0" algn="ctr">
              <a:buNone/>
            </a:pPr>
            <a:r>
              <a:rPr lang="en-US" altLang="zh-CN" sz="6600" dirty="0">
                <a:solidFill>
                  <a:srgbClr val="FF0000"/>
                </a:solidFill>
                <a:sym typeface="+mn-ea"/>
              </a:rPr>
              <a:t>LUẬT </a:t>
            </a:r>
          </a:p>
          <a:p>
            <a:pPr marL="0" indent="0" algn="ctr">
              <a:buNone/>
            </a:pPr>
            <a:r>
              <a:rPr lang="en-US" altLang="zh-CN" sz="6600" dirty="0">
                <a:solidFill>
                  <a:srgbClr val="FF0000"/>
                </a:solidFill>
                <a:sym typeface="+mn-ea"/>
              </a:rPr>
              <a:t>SỞ HỮU TRÍ TUỆ </a:t>
            </a:r>
            <a:endParaRPr lang="en-US" altLang="zh-CN" sz="6600" dirty="0">
              <a:solidFill>
                <a:srgbClr val="FF0000"/>
              </a:solidFill>
            </a:endParaRPr>
          </a:p>
          <a:p>
            <a:pPr marL="0" indent="0" algn="ctr">
              <a:buNone/>
            </a:pPr>
            <a:endParaRPr lang="en-US" altLang="zh-CN" sz="6600"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zh-CN" sz="3600">
                <a:sym typeface="+mn-ea"/>
              </a:rPr>
              <a:t>Luật Sở hữu trí tuệ số 50/2005/QH11 ngày 29 tháng 11 năm 2005 của Quốc hội, có hiệu lực kể từ ngày 01 tháng 7 năm 2006</a:t>
            </a:r>
          </a:p>
          <a:p>
            <a:endParaRPr lang="en-US" altLang="zh-CN" sz="3600">
              <a:sym typeface="+mn-ea"/>
            </a:endParaRPr>
          </a:p>
          <a:p>
            <a:pPr marL="0" indent="0">
              <a:buNone/>
            </a:pPr>
            <a:r>
              <a:rPr lang="en-US" altLang="zh-CN" sz="3600">
                <a:solidFill>
                  <a:srgbClr val="FF0000"/>
                </a:solidFill>
                <a:sym typeface="+mn-ea"/>
              </a:rPr>
              <a:t>được sửa đổi, bổ sung như sau</a:t>
            </a:r>
            <a:endParaRPr lang="en-US" altLang="zh-CN" sz="3600"/>
          </a:p>
          <a:p>
            <a:endParaRPr lang="en-US" altLang="zh-CN" sz="3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zh-CN" dirty="0">
                <a:solidFill>
                  <a:srgbClr val="FF0000"/>
                </a:solidFill>
                <a:sym typeface="+mn-ea"/>
              </a:rPr>
              <a:t>1. </a:t>
            </a:r>
            <a:r>
              <a:rPr lang="en-US" altLang="zh-CN" dirty="0" err="1">
                <a:solidFill>
                  <a:srgbClr val="FF0000"/>
                </a:solidFill>
                <a:sym typeface="+mn-ea"/>
              </a:rPr>
              <a:t>Luật</a:t>
            </a:r>
            <a:r>
              <a:rPr lang="en-US" altLang="zh-CN" dirty="0">
                <a:solidFill>
                  <a:srgbClr val="FF0000"/>
                </a:solidFill>
                <a:sym typeface="+mn-ea"/>
              </a:rPr>
              <a:t> </a:t>
            </a:r>
            <a:r>
              <a:rPr lang="en-US" altLang="zh-CN" dirty="0" err="1">
                <a:solidFill>
                  <a:srgbClr val="FF0000"/>
                </a:solidFill>
                <a:sym typeface="+mn-ea"/>
              </a:rPr>
              <a:t>số</a:t>
            </a:r>
            <a:r>
              <a:rPr lang="en-US" altLang="zh-CN" dirty="0">
                <a:solidFill>
                  <a:srgbClr val="FF0000"/>
                </a:solidFill>
                <a:sym typeface="+mn-ea"/>
              </a:rPr>
              <a:t> 36/2009/QH12 </a:t>
            </a:r>
            <a:r>
              <a:rPr lang="en-US" altLang="zh-CN" dirty="0" err="1">
                <a:solidFill>
                  <a:srgbClr val="FF0000"/>
                </a:solidFill>
                <a:sym typeface="+mn-ea"/>
              </a:rPr>
              <a:t>ngày</a:t>
            </a:r>
            <a:r>
              <a:rPr lang="en-US" altLang="zh-CN" dirty="0">
                <a:solidFill>
                  <a:srgbClr val="FF0000"/>
                </a:solidFill>
                <a:sym typeface="+mn-ea"/>
              </a:rPr>
              <a:t> 19 </a:t>
            </a:r>
            <a:r>
              <a:rPr lang="en-US" altLang="zh-CN" dirty="0" err="1">
                <a:solidFill>
                  <a:srgbClr val="FF0000"/>
                </a:solidFill>
                <a:sym typeface="+mn-ea"/>
              </a:rPr>
              <a:t>tháng</a:t>
            </a:r>
            <a:r>
              <a:rPr lang="en-US" altLang="zh-CN" dirty="0">
                <a:solidFill>
                  <a:srgbClr val="FF0000"/>
                </a:solidFill>
                <a:sym typeface="+mn-ea"/>
              </a:rPr>
              <a:t> 6 </a:t>
            </a:r>
            <a:r>
              <a:rPr lang="en-US" altLang="zh-CN" dirty="0" err="1">
                <a:solidFill>
                  <a:srgbClr val="FF0000"/>
                </a:solidFill>
                <a:sym typeface="+mn-ea"/>
              </a:rPr>
              <a:t>năm</a:t>
            </a:r>
            <a:r>
              <a:rPr lang="en-US" altLang="zh-CN" dirty="0">
                <a:solidFill>
                  <a:srgbClr val="FF0000"/>
                </a:solidFill>
                <a:sym typeface="+mn-ea"/>
              </a:rPr>
              <a:t> 2009 </a:t>
            </a:r>
            <a:r>
              <a:rPr lang="en-US" altLang="zh-CN" dirty="0" err="1">
                <a:solidFill>
                  <a:srgbClr val="FF0000"/>
                </a:solidFill>
                <a:sym typeface="+mn-ea"/>
              </a:rPr>
              <a:t>của</a:t>
            </a:r>
            <a:r>
              <a:rPr lang="en-US" altLang="zh-CN" dirty="0">
                <a:solidFill>
                  <a:srgbClr val="FF0000"/>
                </a:solidFill>
                <a:sym typeface="+mn-ea"/>
              </a:rPr>
              <a:t> Quốc </a:t>
            </a:r>
            <a:r>
              <a:rPr lang="en-US" altLang="zh-CN" dirty="0" err="1">
                <a:solidFill>
                  <a:srgbClr val="FF0000"/>
                </a:solidFill>
                <a:sym typeface="+mn-ea"/>
              </a:rPr>
              <a:t>hội</a:t>
            </a:r>
            <a:r>
              <a:rPr lang="en-US" altLang="zh-CN" dirty="0">
                <a:solidFill>
                  <a:srgbClr val="FF0000"/>
                </a:solidFill>
                <a:sym typeface="+mn-ea"/>
              </a:rPr>
              <a:t> </a:t>
            </a:r>
            <a:r>
              <a:rPr lang="en-US" altLang="zh-CN" dirty="0" err="1">
                <a:solidFill>
                  <a:srgbClr val="FF0000"/>
                </a:solidFill>
                <a:sym typeface="+mn-ea"/>
              </a:rPr>
              <a:t>sửa</a:t>
            </a:r>
            <a:r>
              <a:rPr lang="en-US" altLang="zh-CN" dirty="0">
                <a:solidFill>
                  <a:srgbClr val="FF0000"/>
                </a:solidFill>
                <a:sym typeface="+mn-ea"/>
              </a:rPr>
              <a:t> </a:t>
            </a:r>
            <a:r>
              <a:rPr lang="en-US" altLang="zh-CN" dirty="0" err="1">
                <a:solidFill>
                  <a:srgbClr val="FF0000"/>
                </a:solidFill>
                <a:sym typeface="+mn-ea"/>
              </a:rPr>
              <a:t>đổi</a:t>
            </a:r>
            <a:r>
              <a:rPr lang="en-US" altLang="zh-CN" dirty="0">
                <a:solidFill>
                  <a:srgbClr val="FF0000"/>
                </a:solidFill>
                <a:sym typeface="+mn-ea"/>
              </a:rPr>
              <a:t>, </a:t>
            </a:r>
            <a:r>
              <a:rPr lang="en-US" altLang="zh-CN" dirty="0" err="1">
                <a:solidFill>
                  <a:srgbClr val="FF0000"/>
                </a:solidFill>
                <a:sym typeface="+mn-ea"/>
              </a:rPr>
              <a:t>bổ</a:t>
            </a:r>
            <a:r>
              <a:rPr lang="en-US" altLang="zh-CN" dirty="0">
                <a:solidFill>
                  <a:srgbClr val="FF0000"/>
                </a:solidFill>
                <a:sym typeface="+mn-ea"/>
              </a:rPr>
              <a:t> sung </a:t>
            </a:r>
            <a:r>
              <a:rPr lang="en-US" altLang="zh-CN" dirty="0" err="1">
                <a:solidFill>
                  <a:srgbClr val="FF0000"/>
                </a:solidFill>
                <a:sym typeface="+mn-ea"/>
              </a:rPr>
              <a:t>một</a:t>
            </a:r>
            <a:r>
              <a:rPr lang="en-US" altLang="zh-CN" dirty="0">
                <a:solidFill>
                  <a:srgbClr val="FF0000"/>
                </a:solidFill>
                <a:sym typeface="+mn-ea"/>
              </a:rPr>
              <a:t> </a:t>
            </a:r>
            <a:r>
              <a:rPr lang="en-US" altLang="zh-CN" dirty="0" err="1">
                <a:solidFill>
                  <a:srgbClr val="FF0000"/>
                </a:solidFill>
                <a:sym typeface="+mn-ea"/>
              </a:rPr>
              <a:t>số</a:t>
            </a:r>
            <a:r>
              <a:rPr lang="en-US" altLang="zh-CN" dirty="0">
                <a:solidFill>
                  <a:srgbClr val="FF0000"/>
                </a:solidFill>
                <a:sym typeface="+mn-ea"/>
              </a:rPr>
              <a:t> </a:t>
            </a:r>
            <a:r>
              <a:rPr lang="en-US" altLang="zh-CN" dirty="0" err="1">
                <a:solidFill>
                  <a:srgbClr val="FF0000"/>
                </a:solidFill>
                <a:sym typeface="+mn-ea"/>
              </a:rPr>
              <a:t>điều</a:t>
            </a:r>
            <a:r>
              <a:rPr lang="en-US" altLang="zh-CN" dirty="0">
                <a:solidFill>
                  <a:srgbClr val="FF0000"/>
                </a:solidFill>
                <a:sym typeface="+mn-ea"/>
              </a:rPr>
              <a:t> </a:t>
            </a:r>
            <a:r>
              <a:rPr lang="en-US" altLang="zh-CN" dirty="0" err="1">
                <a:solidFill>
                  <a:srgbClr val="FF0000"/>
                </a:solidFill>
                <a:sym typeface="+mn-ea"/>
              </a:rPr>
              <a:t>của</a:t>
            </a:r>
            <a:r>
              <a:rPr lang="en-US" altLang="zh-CN" dirty="0">
                <a:solidFill>
                  <a:srgbClr val="FF0000"/>
                </a:solidFill>
                <a:sym typeface="+mn-ea"/>
              </a:rPr>
              <a:t> </a:t>
            </a:r>
            <a:r>
              <a:rPr lang="en-US" altLang="zh-CN" dirty="0" err="1">
                <a:solidFill>
                  <a:srgbClr val="FF0000"/>
                </a:solidFill>
                <a:sym typeface="+mn-ea"/>
              </a:rPr>
              <a:t>Luật</a:t>
            </a:r>
            <a:r>
              <a:rPr lang="en-US" altLang="zh-CN" dirty="0">
                <a:solidFill>
                  <a:srgbClr val="FF0000"/>
                </a:solidFill>
                <a:sym typeface="+mn-ea"/>
              </a:rPr>
              <a:t> </a:t>
            </a:r>
            <a:r>
              <a:rPr lang="en-US" altLang="zh-CN" dirty="0" err="1">
                <a:solidFill>
                  <a:srgbClr val="FF0000"/>
                </a:solidFill>
                <a:sym typeface="+mn-ea"/>
              </a:rPr>
              <a:t>Sở</a:t>
            </a:r>
            <a:r>
              <a:rPr lang="en-US" altLang="zh-CN" dirty="0">
                <a:solidFill>
                  <a:srgbClr val="FF0000"/>
                </a:solidFill>
                <a:sym typeface="+mn-ea"/>
              </a:rPr>
              <a:t> </a:t>
            </a:r>
            <a:r>
              <a:rPr lang="en-US" altLang="zh-CN" dirty="0" err="1">
                <a:solidFill>
                  <a:srgbClr val="FF0000"/>
                </a:solidFill>
                <a:sym typeface="+mn-ea"/>
              </a:rPr>
              <a:t>hữu</a:t>
            </a:r>
            <a:r>
              <a:rPr lang="en-US" altLang="zh-CN" dirty="0">
                <a:solidFill>
                  <a:srgbClr val="FF0000"/>
                </a:solidFill>
                <a:sym typeface="+mn-ea"/>
              </a:rPr>
              <a:t> </a:t>
            </a:r>
            <a:r>
              <a:rPr lang="en-US" altLang="zh-CN" dirty="0" err="1">
                <a:solidFill>
                  <a:srgbClr val="FF0000"/>
                </a:solidFill>
                <a:sym typeface="+mn-ea"/>
              </a:rPr>
              <a:t>trí</a:t>
            </a:r>
            <a:r>
              <a:rPr lang="en-US" altLang="zh-CN" dirty="0">
                <a:solidFill>
                  <a:srgbClr val="FF0000"/>
                </a:solidFill>
                <a:sym typeface="+mn-ea"/>
              </a:rPr>
              <a:t> </a:t>
            </a:r>
            <a:r>
              <a:rPr lang="en-US" altLang="zh-CN" dirty="0" err="1">
                <a:solidFill>
                  <a:srgbClr val="FF0000"/>
                </a:solidFill>
                <a:sym typeface="+mn-ea"/>
              </a:rPr>
              <a:t>tuệ</a:t>
            </a:r>
            <a:r>
              <a:rPr lang="en-US" altLang="zh-CN" dirty="0">
                <a:solidFill>
                  <a:srgbClr val="FF0000"/>
                </a:solidFill>
                <a:sym typeface="+mn-ea"/>
              </a:rPr>
              <a:t>, </a:t>
            </a:r>
            <a:r>
              <a:rPr lang="en-US" altLang="zh-CN" dirty="0" err="1">
                <a:solidFill>
                  <a:srgbClr val="FF0000"/>
                </a:solidFill>
                <a:sym typeface="+mn-ea"/>
              </a:rPr>
              <a:t>có</a:t>
            </a:r>
            <a:r>
              <a:rPr lang="en-US" altLang="zh-CN" dirty="0">
                <a:solidFill>
                  <a:srgbClr val="FF0000"/>
                </a:solidFill>
                <a:sym typeface="+mn-ea"/>
              </a:rPr>
              <a:t> </a:t>
            </a:r>
            <a:r>
              <a:rPr lang="en-US" altLang="zh-CN" dirty="0" err="1">
                <a:solidFill>
                  <a:srgbClr val="FF0000"/>
                </a:solidFill>
                <a:sym typeface="+mn-ea"/>
              </a:rPr>
              <a:t>hiệu</a:t>
            </a:r>
            <a:r>
              <a:rPr lang="en-US" altLang="zh-CN" dirty="0">
                <a:solidFill>
                  <a:srgbClr val="FF0000"/>
                </a:solidFill>
                <a:sym typeface="+mn-ea"/>
              </a:rPr>
              <a:t> </a:t>
            </a:r>
            <a:r>
              <a:rPr lang="en-US" altLang="zh-CN" dirty="0" err="1">
                <a:solidFill>
                  <a:srgbClr val="FF0000"/>
                </a:solidFill>
                <a:sym typeface="+mn-ea"/>
              </a:rPr>
              <a:t>lực</a:t>
            </a:r>
            <a:r>
              <a:rPr lang="en-US" altLang="zh-CN" dirty="0">
                <a:solidFill>
                  <a:srgbClr val="FF0000"/>
                </a:solidFill>
                <a:sym typeface="+mn-ea"/>
              </a:rPr>
              <a:t> </a:t>
            </a:r>
            <a:r>
              <a:rPr lang="en-US" altLang="zh-CN" dirty="0" err="1">
                <a:solidFill>
                  <a:srgbClr val="FF0000"/>
                </a:solidFill>
                <a:sym typeface="+mn-ea"/>
              </a:rPr>
              <a:t>kể</a:t>
            </a:r>
            <a:r>
              <a:rPr lang="en-US" altLang="zh-CN" dirty="0">
                <a:solidFill>
                  <a:srgbClr val="FF0000"/>
                </a:solidFill>
                <a:sym typeface="+mn-ea"/>
              </a:rPr>
              <a:t> </a:t>
            </a:r>
            <a:r>
              <a:rPr lang="en-US" altLang="zh-CN" dirty="0" err="1">
                <a:solidFill>
                  <a:srgbClr val="FF0000"/>
                </a:solidFill>
                <a:sym typeface="+mn-ea"/>
              </a:rPr>
              <a:t>từ</a:t>
            </a:r>
            <a:r>
              <a:rPr lang="en-US" altLang="zh-CN" dirty="0">
                <a:solidFill>
                  <a:srgbClr val="FF0000"/>
                </a:solidFill>
                <a:sym typeface="+mn-ea"/>
              </a:rPr>
              <a:t> </a:t>
            </a:r>
            <a:r>
              <a:rPr lang="en-US" altLang="zh-CN" dirty="0" err="1">
                <a:solidFill>
                  <a:srgbClr val="FF0000"/>
                </a:solidFill>
                <a:sym typeface="+mn-ea"/>
              </a:rPr>
              <a:t>ngày</a:t>
            </a:r>
            <a:r>
              <a:rPr lang="en-US" altLang="zh-CN" dirty="0">
                <a:solidFill>
                  <a:srgbClr val="FF0000"/>
                </a:solidFill>
                <a:sym typeface="+mn-ea"/>
              </a:rPr>
              <a:t> 01 </a:t>
            </a:r>
            <a:r>
              <a:rPr lang="en-US" altLang="zh-CN" dirty="0" err="1">
                <a:solidFill>
                  <a:srgbClr val="FF0000"/>
                </a:solidFill>
                <a:sym typeface="+mn-ea"/>
              </a:rPr>
              <a:t>tháng</a:t>
            </a:r>
            <a:r>
              <a:rPr lang="en-US" altLang="zh-CN" dirty="0">
                <a:solidFill>
                  <a:srgbClr val="FF0000"/>
                </a:solidFill>
                <a:sym typeface="+mn-ea"/>
              </a:rPr>
              <a:t> 01 </a:t>
            </a:r>
            <a:r>
              <a:rPr lang="en-US" altLang="zh-CN" dirty="0" err="1">
                <a:solidFill>
                  <a:srgbClr val="FF0000"/>
                </a:solidFill>
                <a:sym typeface="+mn-ea"/>
              </a:rPr>
              <a:t>năm</a:t>
            </a:r>
            <a:r>
              <a:rPr lang="en-US" altLang="zh-CN" dirty="0">
                <a:solidFill>
                  <a:srgbClr val="FF0000"/>
                </a:solidFill>
                <a:sym typeface="+mn-ea"/>
              </a:rPr>
              <a:t> 2010;</a:t>
            </a:r>
            <a:endParaRPr lang="en-US" altLang="zh-CN" dirty="0">
              <a:solidFill>
                <a:srgbClr val="FF0000"/>
              </a:solidFill>
            </a:endParaRPr>
          </a:p>
          <a:p>
            <a:endParaRPr lang="en-US" altLang="zh-CN"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zh-CN">
                <a:solidFill>
                  <a:srgbClr val="FF0000"/>
                </a:solidFill>
                <a:sym typeface="+mn-ea"/>
              </a:rPr>
              <a:t>2. Luật số 42/2019/QH14 ngày 14 tháng 6 năm 2019 của Quốc hội sửa đổi, bổ sung một số điều của Luật Kinh doanh bảo hiểm, Luật Sở hữu trí tuệ, có hiệu lực kể từ ngày 01 tháng 11 năm 2019;</a:t>
            </a:r>
            <a:endParaRPr lang="en-US" altLang="zh-CN">
              <a:solidFill>
                <a:srgbClr val="FF0000"/>
              </a:solidFill>
            </a:endParaRPr>
          </a:p>
          <a:p>
            <a:endParaRPr lang="en-US" altLang="zh-CN"/>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zh-CN">
                <a:solidFill>
                  <a:srgbClr val="FF0000"/>
                </a:solidFill>
                <a:sym typeface="+mn-ea"/>
              </a:rPr>
              <a:t>3. Luật số 07/2022/QH15 ngày 16 tháng 6 năm 2022 của Quốc hội sửa đổi, bổ sung một số điều của Luật Sở hữu trí tuệ, có hiệu lực kể từ ngày 01 tháng 01 năm 2023.</a:t>
            </a:r>
            <a:endParaRPr lang="en-US" altLang="zh-CN">
              <a:solidFill>
                <a:srgbClr val="FF0000"/>
              </a:solidFill>
            </a:endParaRPr>
          </a:p>
          <a:p>
            <a:endParaRPr lang="en-US" altLang="zh-CN">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Grp="1"/>
          </p:cNvSpPr>
          <p:nvPr>
            <p:ph type="title"/>
          </p:nvPr>
        </p:nvSpPr>
        <p:spPr/>
        <p:txBody>
          <a:bodyPr vert="horz" wrap="square" lIns="91440" tIns="45720" rIns="91440" bIns="45720" anchor="ctr" anchorCtr="0"/>
          <a:lstStyle/>
          <a:p>
            <a:pPr eaLnBrk="1" hangingPunct="1"/>
            <a:br>
              <a:rPr lang="en-US" altLang="en-US" dirty="0">
                <a:latin typeface="Times New Roman" panose="02020603050405020304" pitchFamily="18" charset="0"/>
              </a:rPr>
            </a:br>
            <a:r>
              <a:rPr lang="en-US" altLang="en-US" dirty="0">
                <a:solidFill>
                  <a:srgbClr val="FF0000"/>
                </a:solidFill>
                <a:latin typeface="Times New Roman" panose="02020603050405020304" pitchFamily="18" charset="0"/>
              </a:rPr>
              <a:t>Cơ cấu của luật</a:t>
            </a:r>
            <a:br>
              <a:rPr lang="en-US" altLang="en-US" dirty="0">
                <a:latin typeface="Times New Roman" panose="02020603050405020304" pitchFamily="18" charset="0"/>
              </a:rPr>
            </a:br>
            <a:endParaRPr lang="en-US" altLang="en-US" dirty="0"/>
          </a:p>
        </p:txBody>
      </p:sp>
      <p:sp>
        <p:nvSpPr>
          <p:cNvPr id="4098" name="Rectangle 3"/>
          <p:cNvSpPr>
            <a:spLocks noGrp="1"/>
          </p:cNvSpPr>
          <p:nvPr>
            <p:ph idx="1"/>
          </p:nvPr>
        </p:nvSpPr>
        <p:spPr>
          <a:xfrm>
            <a:off x="250825" y="1392238"/>
            <a:ext cx="8713788" cy="4852987"/>
          </a:xfrm>
        </p:spPr>
        <p:txBody>
          <a:bodyPr vert="horz" wrap="square" lIns="91440" tIns="45720" rIns="91440" bIns="45720" anchor="t" anchorCtr="0"/>
          <a:lstStyle/>
          <a:p>
            <a:r>
              <a:rPr lang="en-US" altLang="en-US" b="0" dirty="0">
                <a:latin typeface="Times New Roman" panose="02020603050405020304" pitchFamily="18" charset="0"/>
              </a:rPr>
              <a:t>Luật Sở hữu trí tuệ số 50/2005/QH11 ngày 29 tháng 11 năm 2005 của Quốc hội, có hiệu lực kể từ ngày 01 tháng 7 năm 2006, được sửa đổi, bổ sung 3 lần. </a:t>
            </a:r>
          </a:p>
          <a:p>
            <a:r>
              <a:rPr lang="en-US" altLang="en-US" b="0" dirty="0">
                <a:highlight>
                  <a:srgbClr val="FFFF00"/>
                </a:highlight>
                <a:latin typeface="Times New Roman" panose="02020603050405020304" pitchFamily="18" charset="0"/>
              </a:rPr>
              <a:t>Văn bản hợp nhất số 11/VBHN-VPQH Luật Sở hữu trí tuệ do Tổng Thư ký Quốc hội, Chủ nhiệm Văn phòng Quốc hội Bùi Văn Cường ký xác thực ngày 08/7/2022.</a:t>
            </a:r>
          </a:p>
          <a:p>
            <a:r>
              <a:rPr lang="en-US" altLang="en-US" b="0" dirty="0">
                <a:latin typeface="Times New Roman" panose="02020603050405020304" pitchFamily="18" charset="0"/>
              </a:rPr>
              <a:t>https://quochoi.vn/tintuc/Pages/tin-hoat-dong-cua-quoc-hoi.aspx?ItemID=72721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Title 1"/>
          <p:cNvSpPr>
            <a:spLocks noGrp="1"/>
          </p:cNvSpPr>
          <p:nvPr>
            <p:ph type="title"/>
          </p:nvPr>
        </p:nvSpPr>
        <p:spPr/>
        <p:txBody>
          <a:bodyPr anchor="ctr" anchorCtr="0"/>
          <a:lstStyle/>
          <a:p>
            <a:r>
              <a:rPr lang="en-US" altLang="zh-CN" dirty="0" err="1">
                <a:solidFill>
                  <a:srgbClr val="FF0000"/>
                </a:solidFill>
                <a:sym typeface="+mn-ea"/>
              </a:rPr>
              <a:t>Điều</a:t>
            </a:r>
            <a:r>
              <a:rPr lang="en-US" altLang="zh-CN" dirty="0">
                <a:solidFill>
                  <a:srgbClr val="FF0000"/>
                </a:solidFill>
                <a:sym typeface="+mn-ea"/>
              </a:rPr>
              <a:t> 1. Phạm vi </a:t>
            </a:r>
            <a:r>
              <a:rPr lang="en-US" altLang="zh-CN" dirty="0" err="1">
                <a:solidFill>
                  <a:srgbClr val="FF0000"/>
                </a:solidFill>
                <a:sym typeface="+mn-ea"/>
              </a:rPr>
              <a:t>điều</a:t>
            </a:r>
            <a:r>
              <a:rPr lang="en-US" altLang="zh-CN" dirty="0">
                <a:solidFill>
                  <a:srgbClr val="FF0000"/>
                </a:solidFill>
                <a:sym typeface="+mn-ea"/>
              </a:rPr>
              <a:t> </a:t>
            </a:r>
            <a:r>
              <a:rPr lang="en-US" altLang="zh-CN" dirty="0" err="1">
                <a:solidFill>
                  <a:srgbClr val="FF0000"/>
                </a:solidFill>
                <a:sym typeface="+mn-ea"/>
              </a:rPr>
              <a:t>chỉnh</a:t>
            </a:r>
            <a:endParaRPr lang="en-US" altLang="zh-CN" dirty="0"/>
          </a:p>
        </p:txBody>
      </p:sp>
      <p:sp>
        <p:nvSpPr>
          <p:cNvPr id="5122" name="Content Placeholder 2"/>
          <p:cNvSpPr>
            <a:spLocks noGrp="1"/>
          </p:cNvSpPr>
          <p:nvPr>
            <p:ph idx="1"/>
          </p:nvPr>
        </p:nvSpPr>
        <p:spPr/>
        <p:txBody>
          <a:bodyPr anchor="t" anchorCtr="0"/>
          <a:lstStyle/>
          <a:p>
            <a:r>
              <a:rPr lang="en-US" altLang="zh-CN" sz="3600" dirty="0" err="1">
                <a:solidFill>
                  <a:srgbClr val="FF0000"/>
                </a:solidFill>
              </a:rPr>
              <a:t>Luật</a:t>
            </a:r>
            <a:r>
              <a:rPr lang="en-US" altLang="zh-CN" sz="3600" dirty="0">
                <a:solidFill>
                  <a:srgbClr val="FF0000"/>
                </a:solidFill>
              </a:rPr>
              <a:t> SHTT </a:t>
            </a:r>
            <a:r>
              <a:rPr lang="en-US" altLang="zh-CN" sz="3600" dirty="0" err="1">
                <a:solidFill>
                  <a:srgbClr val="FF0000"/>
                </a:solidFill>
              </a:rPr>
              <a:t>quy</a:t>
            </a:r>
            <a:r>
              <a:rPr lang="en-US" altLang="zh-CN" sz="3600" dirty="0">
                <a:solidFill>
                  <a:srgbClr val="FF0000"/>
                </a:solidFill>
              </a:rPr>
              <a:t> </a:t>
            </a:r>
            <a:r>
              <a:rPr lang="en-US" altLang="zh-CN" sz="3600" dirty="0" err="1">
                <a:solidFill>
                  <a:srgbClr val="FF0000"/>
                </a:solidFill>
              </a:rPr>
              <a:t>định</a:t>
            </a:r>
            <a:r>
              <a:rPr lang="en-US" altLang="zh-CN" sz="3600" dirty="0">
                <a:solidFill>
                  <a:srgbClr val="FF0000"/>
                </a:solidFill>
              </a:rPr>
              <a:t> </a:t>
            </a:r>
            <a:r>
              <a:rPr lang="en-US" altLang="zh-CN" sz="3600" dirty="0" err="1">
                <a:solidFill>
                  <a:srgbClr val="FF0000"/>
                </a:solidFill>
              </a:rPr>
              <a:t>về</a:t>
            </a:r>
            <a:r>
              <a:rPr lang="en-US" altLang="zh-CN" sz="3600" dirty="0">
                <a:solidFill>
                  <a:srgbClr val="FF0000"/>
                </a:solidFill>
              </a:rPr>
              <a:t> </a:t>
            </a:r>
            <a:r>
              <a:rPr lang="en-US" altLang="zh-CN" sz="3600" dirty="0" err="1">
                <a:solidFill>
                  <a:srgbClr val="FF0000"/>
                </a:solidFill>
                <a:highlight>
                  <a:srgbClr val="FFFF00"/>
                </a:highlight>
              </a:rPr>
              <a:t>quyền</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tác</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giả</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quyền</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liên</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quan</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đến</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quyền</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tác</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giả</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quyền</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sở</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hữu</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công</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nghiệp</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quyền</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đối</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với</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giống</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cây</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trồng</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và</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việc</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bảo</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hộ</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các</a:t>
            </a:r>
            <a:r>
              <a:rPr lang="en-US" altLang="zh-CN" sz="3600" dirty="0">
                <a:solidFill>
                  <a:srgbClr val="FF0000"/>
                </a:solidFill>
                <a:highlight>
                  <a:srgbClr val="FFFF00"/>
                </a:highlight>
              </a:rPr>
              <a:t> </a:t>
            </a:r>
            <a:r>
              <a:rPr lang="en-US" altLang="zh-CN" sz="3600" dirty="0" err="1">
                <a:solidFill>
                  <a:srgbClr val="FF0000"/>
                </a:solidFill>
                <a:highlight>
                  <a:srgbClr val="FFFF00"/>
                </a:highlight>
              </a:rPr>
              <a:t>quyền</a:t>
            </a:r>
            <a:r>
              <a:rPr lang="en-US" altLang="zh-CN" sz="3600" dirty="0">
                <a:solidFill>
                  <a:srgbClr val="FF0000"/>
                </a:solidFill>
              </a:rPr>
              <a:t> </a:t>
            </a:r>
            <a:r>
              <a:rPr lang="en-US" altLang="zh-CN" sz="3600" dirty="0" err="1">
                <a:solidFill>
                  <a:srgbClr val="FF0000"/>
                </a:solidFill>
              </a:rPr>
              <a:t>đó</a:t>
            </a:r>
            <a:r>
              <a:rPr lang="en-US" altLang="zh-CN" sz="3600" dirty="0">
                <a:solidFill>
                  <a:srgbClr val="FF0000"/>
                </a:solidFill>
              </a:rPr>
              <a:t>.</a:t>
            </a:r>
          </a:p>
          <a:p>
            <a:endParaRPr lang="en-US" altLang="zh-CN" sz="3600" dirty="0">
              <a:solidFill>
                <a:srgbClr val="FF0000"/>
              </a:solidFill>
            </a:endParaRPr>
          </a:p>
          <a:p>
            <a:endParaRPr lang="en-US" altLang="zh-CN" sz="3600" dirty="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p:txBody>
          <a:bodyPr anchor="ctr" anchorCtr="0"/>
          <a:lstStyle/>
          <a:p>
            <a:endParaRPr lang="en-US" altLang="zh-CN"/>
          </a:p>
        </p:txBody>
      </p:sp>
      <p:sp>
        <p:nvSpPr>
          <p:cNvPr id="6146" name="Content Placeholder 2"/>
          <p:cNvSpPr>
            <a:spLocks noGrp="1"/>
          </p:cNvSpPr>
          <p:nvPr>
            <p:ph idx="1"/>
          </p:nvPr>
        </p:nvSpPr>
        <p:spPr/>
        <p:txBody>
          <a:bodyPr anchor="t" anchorCtr="0"/>
          <a:lstStyle/>
          <a:p>
            <a:r>
              <a:rPr lang="en-US" altLang="zh-CN" dirty="0" err="1">
                <a:solidFill>
                  <a:srgbClr val="FF0000"/>
                </a:solidFill>
              </a:rPr>
              <a:t>Điều</a:t>
            </a:r>
            <a:r>
              <a:rPr lang="en-US" altLang="zh-CN" dirty="0">
                <a:solidFill>
                  <a:srgbClr val="FF0000"/>
                </a:solidFill>
              </a:rPr>
              <a:t> 2. </a:t>
            </a:r>
            <a:r>
              <a:rPr lang="en-US" altLang="zh-CN" dirty="0" err="1">
                <a:solidFill>
                  <a:srgbClr val="FF0000"/>
                </a:solidFill>
              </a:rPr>
              <a:t>Đối</a:t>
            </a:r>
            <a:r>
              <a:rPr lang="en-US" altLang="zh-CN" dirty="0">
                <a:solidFill>
                  <a:srgbClr val="FF0000"/>
                </a:solidFill>
              </a:rPr>
              <a:t> </a:t>
            </a:r>
            <a:r>
              <a:rPr lang="en-US" altLang="zh-CN" dirty="0" err="1">
                <a:solidFill>
                  <a:srgbClr val="FF0000"/>
                </a:solidFill>
              </a:rPr>
              <a:t>tượng</a:t>
            </a:r>
            <a:r>
              <a:rPr lang="en-US" altLang="zh-CN" dirty="0">
                <a:solidFill>
                  <a:srgbClr val="FF0000"/>
                </a:solidFill>
              </a:rPr>
              <a:t> </a:t>
            </a:r>
            <a:r>
              <a:rPr lang="en-US" altLang="zh-CN" dirty="0" err="1">
                <a:solidFill>
                  <a:srgbClr val="FF0000"/>
                </a:solidFill>
              </a:rPr>
              <a:t>áp</a:t>
            </a:r>
            <a:r>
              <a:rPr lang="en-US" altLang="zh-CN" dirty="0">
                <a:solidFill>
                  <a:srgbClr val="FF0000"/>
                </a:solidFill>
              </a:rPr>
              <a:t> </a:t>
            </a:r>
            <a:r>
              <a:rPr lang="en-US" altLang="zh-CN" dirty="0" err="1">
                <a:solidFill>
                  <a:srgbClr val="FF0000"/>
                </a:solidFill>
              </a:rPr>
              <a:t>dụng</a:t>
            </a:r>
            <a:endParaRPr lang="en-US" altLang="zh-CN" dirty="0">
              <a:solidFill>
                <a:srgbClr val="FF0000"/>
              </a:solidFill>
            </a:endParaRPr>
          </a:p>
          <a:p>
            <a:endParaRPr lang="en-US" altLang="zh-CN" dirty="0">
              <a:solidFill>
                <a:srgbClr val="FF0000"/>
              </a:solidFill>
            </a:endParaRPr>
          </a:p>
          <a:p>
            <a:r>
              <a:rPr lang="en-US" altLang="zh-CN" dirty="0" err="1">
                <a:solidFill>
                  <a:srgbClr val="FF0000"/>
                </a:solidFill>
              </a:rPr>
              <a:t>Luật</a:t>
            </a:r>
            <a:r>
              <a:rPr lang="en-US" altLang="zh-CN" dirty="0">
                <a:solidFill>
                  <a:srgbClr val="FF0000"/>
                </a:solidFill>
              </a:rPr>
              <a:t> </a:t>
            </a:r>
            <a:r>
              <a:rPr lang="en-US" altLang="zh-CN" dirty="0" err="1">
                <a:solidFill>
                  <a:srgbClr val="FF0000"/>
                </a:solidFill>
              </a:rPr>
              <a:t>này</a:t>
            </a:r>
            <a:r>
              <a:rPr lang="en-US" altLang="zh-CN" dirty="0">
                <a:solidFill>
                  <a:srgbClr val="FF0000"/>
                </a:solidFill>
              </a:rPr>
              <a:t> </a:t>
            </a:r>
            <a:r>
              <a:rPr lang="en-US" altLang="zh-CN" dirty="0" err="1">
                <a:solidFill>
                  <a:srgbClr val="FF0000"/>
                </a:solidFill>
              </a:rPr>
              <a:t>áp</a:t>
            </a:r>
            <a:r>
              <a:rPr lang="en-US" altLang="zh-CN" dirty="0">
                <a:solidFill>
                  <a:srgbClr val="FF0000"/>
                </a:solidFill>
              </a:rPr>
              <a:t> </a:t>
            </a:r>
            <a:r>
              <a:rPr lang="en-US" altLang="zh-CN" dirty="0" err="1">
                <a:solidFill>
                  <a:srgbClr val="FF0000"/>
                </a:solidFill>
              </a:rPr>
              <a:t>dụng</a:t>
            </a:r>
            <a:r>
              <a:rPr lang="en-US" altLang="zh-CN" dirty="0">
                <a:solidFill>
                  <a:srgbClr val="FF0000"/>
                </a:solidFill>
              </a:rPr>
              <a:t> </a:t>
            </a:r>
            <a:r>
              <a:rPr lang="en-US" altLang="zh-CN" dirty="0" err="1">
                <a:solidFill>
                  <a:srgbClr val="FF0000"/>
                </a:solidFill>
              </a:rPr>
              <a:t>đối</a:t>
            </a:r>
            <a:r>
              <a:rPr lang="en-US" altLang="zh-CN" dirty="0">
                <a:solidFill>
                  <a:srgbClr val="FF0000"/>
                </a:solidFill>
              </a:rPr>
              <a:t> </a:t>
            </a:r>
            <a:r>
              <a:rPr lang="en-US" altLang="zh-CN" dirty="0" err="1">
                <a:solidFill>
                  <a:srgbClr val="FF0000"/>
                </a:solidFill>
              </a:rPr>
              <a:t>với</a:t>
            </a:r>
            <a:r>
              <a:rPr lang="en-US" altLang="zh-CN" dirty="0">
                <a:solidFill>
                  <a:srgbClr val="FF0000"/>
                </a:solidFill>
              </a:rPr>
              <a:t> </a:t>
            </a:r>
            <a:r>
              <a:rPr lang="en-US" altLang="zh-CN" dirty="0" err="1">
                <a:solidFill>
                  <a:srgbClr val="FF0000"/>
                </a:solidFill>
              </a:rPr>
              <a:t>tổ</a:t>
            </a:r>
            <a:r>
              <a:rPr lang="en-US" altLang="zh-CN" dirty="0">
                <a:solidFill>
                  <a:srgbClr val="FF0000"/>
                </a:solidFill>
              </a:rPr>
              <a:t> </a:t>
            </a:r>
            <a:r>
              <a:rPr lang="en-US" altLang="zh-CN" dirty="0" err="1">
                <a:solidFill>
                  <a:srgbClr val="FF0000"/>
                </a:solidFill>
              </a:rPr>
              <a:t>chức</a:t>
            </a:r>
            <a:r>
              <a:rPr lang="en-US" altLang="zh-CN" dirty="0">
                <a:solidFill>
                  <a:srgbClr val="FF0000"/>
                </a:solidFill>
              </a:rPr>
              <a:t>, </a:t>
            </a:r>
            <a:r>
              <a:rPr lang="en-US" altLang="zh-CN" dirty="0" err="1">
                <a:solidFill>
                  <a:srgbClr val="FF0000"/>
                </a:solidFill>
              </a:rPr>
              <a:t>cá</a:t>
            </a:r>
            <a:r>
              <a:rPr lang="en-US" altLang="zh-CN" dirty="0">
                <a:solidFill>
                  <a:srgbClr val="FF0000"/>
                </a:solidFill>
              </a:rPr>
              <a:t> </a:t>
            </a:r>
            <a:r>
              <a:rPr lang="en-US" altLang="zh-CN" dirty="0" err="1">
                <a:solidFill>
                  <a:srgbClr val="FF0000"/>
                </a:solidFill>
              </a:rPr>
              <a:t>nhân</a:t>
            </a:r>
            <a:r>
              <a:rPr lang="en-US" altLang="zh-CN" dirty="0">
                <a:solidFill>
                  <a:srgbClr val="FF0000"/>
                </a:solidFill>
              </a:rPr>
              <a:t> Việt Nam; </a:t>
            </a:r>
            <a:r>
              <a:rPr lang="en-US" altLang="zh-CN" dirty="0" err="1">
                <a:solidFill>
                  <a:srgbClr val="FF0000"/>
                </a:solidFill>
              </a:rPr>
              <a:t>tổ</a:t>
            </a:r>
            <a:r>
              <a:rPr lang="en-US" altLang="zh-CN" dirty="0">
                <a:solidFill>
                  <a:srgbClr val="FF0000"/>
                </a:solidFill>
              </a:rPr>
              <a:t> </a:t>
            </a:r>
            <a:r>
              <a:rPr lang="en-US" altLang="zh-CN" dirty="0" err="1">
                <a:solidFill>
                  <a:srgbClr val="FF0000"/>
                </a:solidFill>
              </a:rPr>
              <a:t>chức</a:t>
            </a:r>
            <a:r>
              <a:rPr lang="en-US" altLang="zh-CN" dirty="0">
                <a:solidFill>
                  <a:srgbClr val="FF0000"/>
                </a:solidFill>
              </a:rPr>
              <a:t>, </a:t>
            </a:r>
            <a:r>
              <a:rPr lang="en-US" altLang="zh-CN" dirty="0" err="1">
                <a:solidFill>
                  <a:srgbClr val="FF0000"/>
                </a:solidFill>
              </a:rPr>
              <a:t>cá</a:t>
            </a:r>
            <a:r>
              <a:rPr lang="en-US" altLang="zh-CN" dirty="0">
                <a:solidFill>
                  <a:srgbClr val="FF0000"/>
                </a:solidFill>
              </a:rPr>
              <a:t> </a:t>
            </a:r>
            <a:r>
              <a:rPr lang="en-US" altLang="zh-CN" dirty="0" err="1">
                <a:solidFill>
                  <a:srgbClr val="FF0000"/>
                </a:solidFill>
              </a:rPr>
              <a:t>nhân</a:t>
            </a:r>
            <a:r>
              <a:rPr lang="en-US" altLang="zh-CN" dirty="0">
                <a:solidFill>
                  <a:srgbClr val="FF0000"/>
                </a:solidFill>
              </a:rPr>
              <a:t> </a:t>
            </a:r>
            <a:r>
              <a:rPr lang="en-US" altLang="zh-CN" dirty="0" err="1">
                <a:solidFill>
                  <a:srgbClr val="FF0000"/>
                </a:solidFill>
              </a:rPr>
              <a:t>nước</a:t>
            </a:r>
            <a:r>
              <a:rPr lang="en-US" altLang="zh-CN" dirty="0">
                <a:solidFill>
                  <a:srgbClr val="FF0000"/>
                </a:solidFill>
              </a:rPr>
              <a:t> </a:t>
            </a:r>
            <a:r>
              <a:rPr lang="en-US" altLang="zh-CN" dirty="0" err="1">
                <a:solidFill>
                  <a:srgbClr val="FF0000"/>
                </a:solidFill>
              </a:rPr>
              <a:t>ngoài</a:t>
            </a:r>
            <a:r>
              <a:rPr lang="en-US" altLang="zh-CN" dirty="0">
                <a:solidFill>
                  <a:srgbClr val="FF0000"/>
                </a:solidFill>
              </a:rPr>
              <a:t> </a:t>
            </a:r>
            <a:r>
              <a:rPr lang="en-US" altLang="zh-CN" dirty="0" err="1">
                <a:solidFill>
                  <a:srgbClr val="FF0000"/>
                </a:solidFill>
              </a:rPr>
              <a:t>đáp</a:t>
            </a:r>
            <a:r>
              <a:rPr lang="en-US" altLang="zh-CN" dirty="0">
                <a:solidFill>
                  <a:srgbClr val="FF0000"/>
                </a:solidFill>
              </a:rPr>
              <a:t> </a:t>
            </a:r>
            <a:r>
              <a:rPr lang="en-US" altLang="zh-CN" dirty="0" err="1">
                <a:solidFill>
                  <a:srgbClr val="FF0000"/>
                </a:solidFill>
              </a:rPr>
              <a:t>ứng</a:t>
            </a:r>
            <a:r>
              <a:rPr lang="en-US" altLang="zh-CN" dirty="0">
                <a:solidFill>
                  <a:srgbClr val="FF0000"/>
                </a:solidFill>
              </a:rPr>
              <a:t> </a:t>
            </a:r>
            <a:r>
              <a:rPr lang="en-US" altLang="zh-CN" dirty="0" err="1">
                <a:solidFill>
                  <a:srgbClr val="FF0000"/>
                </a:solidFill>
              </a:rPr>
              <a:t>các</a:t>
            </a:r>
            <a:r>
              <a:rPr lang="en-US" altLang="zh-CN" dirty="0">
                <a:solidFill>
                  <a:srgbClr val="FF0000"/>
                </a:solidFill>
              </a:rPr>
              <a:t> </a:t>
            </a:r>
            <a:r>
              <a:rPr lang="en-US" altLang="zh-CN" dirty="0" err="1">
                <a:solidFill>
                  <a:srgbClr val="FF0000"/>
                </a:solidFill>
              </a:rPr>
              <a:t>điều</a:t>
            </a:r>
            <a:r>
              <a:rPr lang="en-US" altLang="zh-CN" dirty="0">
                <a:solidFill>
                  <a:srgbClr val="FF0000"/>
                </a:solidFill>
              </a:rPr>
              <a:t> </a:t>
            </a:r>
            <a:r>
              <a:rPr lang="en-US" altLang="zh-CN" dirty="0" err="1">
                <a:solidFill>
                  <a:srgbClr val="FF0000"/>
                </a:solidFill>
              </a:rPr>
              <a:t>kiện</a:t>
            </a:r>
            <a:r>
              <a:rPr lang="en-US" altLang="zh-CN" dirty="0">
                <a:solidFill>
                  <a:srgbClr val="FF0000"/>
                </a:solidFill>
              </a:rPr>
              <a:t> </a:t>
            </a:r>
            <a:r>
              <a:rPr lang="en-US" altLang="zh-CN" dirty="0" err="1">
                <a:solidFill>
                  <a:srgbClr val="FF0000"/>
                </a:solidFill>
              </a:rPr>
              <a:t>quy</a:t>
            </a:r>
            <a:r>
              <a:rPr lang="en-US" altLang="zh-CN" dirty="0">
                <a:solidFill>
                  <a:srgbClr val="FF0000"/>
                </a:solidFill>
              </a:rPr>
              <a:t> </a:t>
            </a:r>
            <a:r>
              <a:rPr lang="en-US" altLang="zh-CN" dirty="0" err="1">
                <a:solidFill>
                  <a:srgbClr val="FF0000"/>
                </a:solidFill>
              </a:rPr>
              <a:t>định</a:t>
            </a:r>
            <a:r>
              <a:rPr lang="en-US" altLang="zh-CN" dirty="0">
                <a:solidFill>
                  <a:srgbClr val="FF0000"/>
                </a:solidFill>
              </a:rPr>
              <a:t> </a:t>
            </a:r>
            <a:r>
              <a:rPr lang="en-US" altLang="zh-CN" dirty="0" err="1">
                <a:solidFill>
                  <a:srgbClr val="FF0000"/>
                </a:solidFill>
              </a:rPr>
              <a:t>tại</a:t>
            </a:r>
            <a:r>
              <a:rPr lang="en-US" altLang="zh-CN" dirty="0">
                <a:solidFill>
                  <a:srgbClr val="FF0000"/>
                </a:solidFill>
              </a:rPr>
              <a:t> </a:t>
            </a:r>
            <a:r>
              <a:rPr lang="en-US" altLang="zh-CN" dirty="0" err="1">
                <a:solidFill>
                  <a:srgbClr val="FF0000"/>
                </a:solidFill>
              </a:rPr>
              <a:t>Luật</a:t>
            </a:r>
            <a:r>
              <a:rPr lang="en-US" altLang="zh-CN" dirty="0">
                <a:solidFill>
                  <a:srgbClr val="FF0000"/>
                </a:solidFill>
              </a:rPr>
              <a:t> </a:t>
            </a:r>
            <a:r>
              <a:rPr lang="en-US" altLang="zh-CN" dirty="0" err="1">
                <a:solidFill>
                  <a:srgbClr val="FF0000"/>
                </a:solidFill>
              </a:rPr>
              <a:t>này</a:t>
            </a:r>
            <a:r>
              <a:rPr lang="en-US" altLang="zh-CN" dirty="0">
                <a:solidFill>
                  <a:srgbClr val="FF0000"/>
                </a:solidFill>
              </a:rPr>
              <a:t> </a:t>
            </a:r>
            <a:r>
              <a:rPr lang="en-US" altLang="zh-CN" dirty="0" err="1">
                <a:solidFill>
                  <a:srgbClr val="FF0000"/>
                </a:solidFill>
              </a:rPr>
              <a:t>và</a:t>
            </a:r>
            <a:r>
              <a:rPr lang="en-US" altLang="zh-CN" dirty="0">
                <a:solidFill>
                  <a:srgbClr val="FF0000"/>
                </a:solidFill>
              </a:rPr>
              <a:t> </a:t>
            </a:r>
            <a:r>
              <a:rPr lang="en-US" altLang="zh-CN" dirty="0" err="1">
                <a:solidFill>
                  <a:srgbClr val="FF0000"/>
                </a:solidFill>
              </a:rPr>
              <a:t>điều</a:t>
            </a:r>
            <a:r>
              <a:rPr lang="en-US" altLang="zh-CN" dirty="0">
                <a:solidFill>
                  <a:srgbClr val="FF0000"/>
                </a:solidFill>
              </a:rPr>
              <a:t> </a:t>
            </a:r>
            <a:r>
              <a:rPr lang="en-US" altLang="zh-CN" dirty="0" err="1">
                <a:solidFill>
                  <a:srgbClr val="FF0000"/>
                </a:solidFill>
              </a:rPr>
              <a:t>ước</a:t>
            </a:r>
            <a:r>
              <a:rPr lang="en-US" altLang="zh-CN" dirty="0">
                <a:solidFill>
                  <a:srgbClr val="FF0000"/>
                </a:solidFill>
              </a:rPr>
              <a:t> </a:t>
            </a:r>
            <a:r>
              <a:rPr lang="en-US" altLang="zh-CN" dirty="0" err="1">
                <a:solidFill>
                  <a:srgbClr val="FF0000"/>
                </a:solidFill>
              </a:rPr>
              <a:t>quốc</a:t>
            </a:r>
            <a:r>
              <a:rPr lang="en-US" altLang="zh-CN" dirty="0">
                <a:solidFill>
                  <a:srgbClr val="FF0000"/>
                </a:solidFill>
              </a:rPr>
              <a:t> </a:t>
            </a:r>
            <a:r>
              <a:rPr lang="en-US" altLang="zh-CN" dirty="0" err="1">
                <a:solidFill>
                  <a:srgbClr val="FF0000"/>
                </a:solidFill>
              </a:rPr>
              <a:t>tế</a:t>
            </a:r>
            <a:r>
              <a:rPr lang="en-US" altLang="zh-CN" dirty="0">
                <a:solidFill>
                  <a:srgbClr val="FF0000"/>
                </a:solidFill>
              </a:rPr>
              <a:t> </a:t>
            </a:r>
            <a:r>
              <a:rPr lang="en-US" altLang="zh-CN" dirty="0" err="1">
                <a:solidFill>
                  <a:srgbClr val="FF0000"/>
                </a:solidFill>
              </a:rPr>
              <a:t>mà</a:t>
            </a:r>
            <a:r>
              <a:rPr lang="en-US" altLang="zh-CN" dirty="0">
                <a:solidFill>
                  <a:srgbClr val="FF0000"/>
                </a:solidFill>
              </a:rPr>
              <a:t> </a:t>
            </a:r>
            <a:r>
              <a:rPr lang="en-US" altLang="zh-CN" dirty="0" err="1">
                <a:solidFill>
                  <a:srgbClr val="FF0000"/>
                </a:solidFill>
              </a:rPr>
              <a:t>Cộng</a:t>
            </a:r>
            <a:r>
              <a:rPr lang="en-US" altLang="zh-CN" dirty="0">
                <a:solidFill>
                  <a:srgbClr val="FF0000"/>
                </a:solidFill>
              </a:rPr>
              <a:t> </a:t>
            </a:r>
            <a:r>
              <a:rPr lang="en-US" altLang="zh-CN" dirty="0" err="1">
                <a:solidFill>
                  <a:srgbClr val="FF0000"/>
                </a:solidFill>
              </a:rPr>
              <a:t>hòa</a:t>
            </a:r>
            <a:r>
              <a:rPr lang="en-US" altLang="zh-CN" dirty="0">
                <a:solidFill>
                  <a:srgbClr val="FF0000"/>
                </a:solidFill>
              </a:rPr>
              <a:t> </a:t>
            </a:r>
            <a:r>
              <a:rPr lang="en-US" altLang="zh-CN" dirty="0" err="1">
                <a:solidFill>
                  <a:srgbClr val="FF0000"/>
                </a:solidFill>
              </a:rPr>
              <a:t>xã</a:t>
            </a:r>
            <a:r>
              <a:rPr lang="en-US" altLang="zh-CN" dirty="0">
                <a:solidFill>
                  <a:srgbClr val="FF0000"/>
                </a:solidFill>
              </a:rPr>
              <a:t> </a:t>
            </a:r>
            <a:r>
              <a:rPr lang="en-US" altLang="zh-CN" dirty="0" err="1">
                <a:solidFill>
                  <a:srgbClr val="FF0000"/>
                </a:solidFill>
              </a:rPr>
              <a:t>hội</a:t>
            </a:r>
            <a:r>
              <a:rPr lang="en-US" altLang="zh-CN" dirty="0">
                <a:solidFill>
                  <a:srgbClr val="FF0000"/>
                </a:solidFill>
              </a:rPr>
              <a:t> </a:t>
            </a:r>
            <a:r>
              <a:rPr lang="en-US" altLang="zh-CN" dirty="0" err="1">
                <a:solidFill>
                  <a:srgbClr val="FF0000"/>
                </a:solidFill>
              </a:rPr>
              <a:t>chủ</a:t>
            </a:r>
            <a:r>
              <a:rPr lang="en-US" altLang="zh-CN" dirty="0">
                <a:solidFill>
                  <a:srgbClr val="FF0000"/>
                </a:solidFill>
              </a:rPr>
              <a:t> </a:t>
            </a:r>
            <a:r>
              <a:rPr lang="en-US" altLang="zh-CN" dirty="0" err="1">
                <a:solidFill>
                  <a:srgbClr val="FF0000"/>
                </a:solidFill>
              </a:rPr>
              <a:t>nghĩa</a:t>
            </a:r>
            <a:r>
              <a:rPr lang="en-US" altLang="zh-CN" dirty="0">
                <a:solidFill>
                  <a:srgbClr val="FF0000"/>
                </a:solidFill>
              </a:rPr>
              <a:t> Việt Nam </a:t>
            </a:r>
            <a:r>
              <a:rPr lang="en-US" altLang="zh-CN" dirty="0" err="1">
                <a:solidFill>
                  <a:srgbClr val="FF0000"/>
                </a:solidFill>
              </a:rPr>
              <a:t>là</a:t>
            </a:r>
            <a:r>
              <a:rPr lang="en-US" altLang="zh-CN" dirty="0">
                <a:solidFill>
                  <a:srgbClr val="FF0000"/>
                </a:solidFill>
              </a:rPr>
              <a:t> </a:t>
            </a:r>
            <a:r>
              <a:rPr lang="en-US" altLang="zh-CN" dirty="0" err="1">
                <a:solidFill>
                  <a:srgbClr val="FF0000"/>
                </a:solidFill>
              </a:rPr>
              <a:t>thành</a:t>
            </a:r>
            <a:r>
              <a:rPr lang="en-US" altLang="zh-CN" dirty="0">
                <a:solidFill>
                  <a:srgbClr val="FF0000"/>
                </a:solidFill>
              </a:rPr>
              <a:t> </a:t>
            </a:r>
            <a:r>
              <a:rPr lang="en-US" altLang="zh-CN" dirty="0" err="1">
                <a:solidFill>
                  <a:srgbClr val="FF0000"/>
                </a:solidFill>
              </a:rPr>
              <a:t>viên</a:t>
            </a:r>
            <a:r>
              <a:rPr lang="en-US" altLang="zh-CN" dirty="0">
                <a:solidFill>
                  <a:srgbClr val="FF0000"/>
                </a:solidFill>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p:cNvSpPr>
            <a:spLocks noGrp="1"/>
          </p:cNvSpPr>
          <p:nvPr>
            <p:ph type="title"/>
          </p:nvPr>
        </p:nvSpPr>
        <p:spPr/>
        <p:txBody>
          <a:bodyPr anchor="ctr" anchorCtr="0"/>
          <a:lstStyle/>
          <a:p>
            <a:endParaRPr lang="en-US" altLang="zh-CN"/>
          </a:p>
        </p:txBody>
      </p:sp>
      <p:sp>
        <p:nvSpPr>
          <p:cNvPr id="7170" name="Content Placeholder 2"/>
          <p:cNvSpPr>
            <a:spLocks noGrp="1"/>
          </p:cNvSpPr>
          <p:nvPr>
            <p:ph idx="1"/>
          </p:nvPr>
        </p:nvSpPr>
        <p:spPr/>
        <p:txBody>
          <a:bodyPr anchor="t" anchorCtr="0"/>
          <a:lstStyle/>
          <a:p>
            <a:r>
              <a:rPr lang="en-US" altLang="zh-CN" dirty="0" err="1">
                <a:solidFill>
                  <a:srgbClr val="FF0000"/>
                </a:solidFill>
              </a:rPr>
              <a:t>Điều</a:t>
            </a:r>
            <a:r>
              <a:rPr lang="en-US" altLang="zh-CN" dirty="0">
                <a:solidFill>
                  <a:srgbClr val="FF0000"/>
                </a:solidFill>
              </a:rPr>
              <a:t> 3. </a:t>
            </a:r>
            <a:r>
              <a:rPr lang="en-US" altLang="zh-CN" dirty="0" err="1">
                <a:solidFill>
                  <a:srgbClr val="FF0000"/>
                </a:solidFill>
              </a:rPr>
              <a:t>Đối</a:t>
            </a:r>
            <a:r>
              <a:rPr lang="en-US" altLang="zh-CN" dirty="0">
                <a:solidFill>
                  <a:srgbClr val="FF0000"/>
                </a:solidFill>
              </a:rPr>
              <a:t> </a:t>
            </a:r>
            <a:r>
              <a:rPr lang="en-US" altLang="zh-CN" dirty="0" err="1">
                <a:solidFill>
                  <a:srgbClr val="FF0000"/>
                </a:solidFill>
              </a:rPr>
              <a:t>tượng</a:t>
            </a:r>
            <a:r>
              <a:rPr lang="en-US" altLang="zh-CN" dirty="0">
                <a:solidFill>
                  <a:srgbClr val="FF0000"/>
                </a:solidFill>
              </a:rPr>
              <a:t> </a:t>
            </a:r>
            <a:r>
              <a:rPr lang="en-US" altLang="zh-CN" dirty="0" err="1">
                <a:solidFill>
                  <a:srgbClr val="FF0000"/>
                </a:solidFill>
              </a:rPr>
              <a:t>quyền</a:t>
            </a:r>
            <a:r>
              <a:rPr lang="en-US" altLang="zh-CN" dirty="0">
                <a:solidFill>
                  <a:srgbClr val="FF0000"/>
                </a:solidFill>
              </a:rPr>
              <a:t> </a:t>
            </a:r>
            <a:r>
              <a:rPr lang="en-US" altLang="zh-CN" dirty="0" err="1">
                <a:solidFill>
                  <a:srgbClr val="FF0000"/>
                </a:solidFill>
              </a:rPr>
              <a:t>sở</a:t>
            </a:r>
            <a:r>
              <a:rPr lang="en-US" altLang="zh-CN" dirty="0">
                <a:solidFill>
                  <a:srgbClr val="FF0000"/>
                </a:solidFill>
              </a:rPr>
              <a:t> </a:t>
            </a:r>
            <a:r>
              <a:rPr lang="en-US" altLang="zh-CN" dirty="0" err="1">
                <a:solidFill>
                  <a:srgbClr val="FF0000"/>
                </a:solidFill>
              </a:rPr>
              <a:t>hữu</a:t>
            </a:r>
            <a:r>
              <a:rPr lang="en-US" altLang="zh-CN" dirty="0">
                <a:solidFill>
                  <a:srgbClr val="FF0000"/>
                </a:solidFill>
              </a:rPr>
              <a:t> </a:t>
            </a:r>
            <a:r>
              <a:rPr lang="en-US" altLang="zh-CN" dirty="0" err="1">
                <a:solidFill>
                  <a:srgbClr val="FF0000"/>
                </a:solidFill>
              </a:rPr>
              <a:t>trí</a:t>
            </a:r>
            <a:r>
              <a:rPr lang="en-US" altLang="zh-CN" dirty="0">
                <a:solidFill>
                  <a:srgbClr val="FF0000"/>
                </a:solidFill>
              </a:rPr>
              <a:t> </a:t>
            </a:r>
            <a:r>
              <a:rPr lang="en-US" altLang="zh-CN" dirty="0" err="1">
                <a:solidFill>
                  <a:srgbClr val="FF0000"/>
                </a:solidFill>
              </a:rPr>
              <a:t>tuệ</a:t>
            </a:r>
            <a:endParaRPr lang="en-US" altLang="zh-CN" dirty="0">
              <a:solidFill>
                <a:srgbClr val="FF0000"/>
              </a:solidFill>
            </a:endParaRPr>
          </a:p>
          <a:p>
            <a:endParaRPr lang="en-US" altLang="zh-CN" dirty="0">
              <a:solidFill>
                <a:srgbClr val="FF0000"/>
              </a:solidFill>
            </a:endParaRPr>
          </a:p>
          <a:p>
            <a:r>
              <a:rPr lang="en-US" altLang="zh-CN" dirty="0">
                <a:solidFill>
                  <a:srgbClr val="FF0000"/>
                </a:solidFill>
              </a:rPr>
              <a:t>1. </a:t>
            </a:r>
            <a:r>
              <a:rPr lang="en-US" altLang="zh-CN" dirty="0" err="1">
                <a:solidFill>
                  <a:srgbClr val="FF0000"/>
                </a:solidFill>
              </a:rPr>
              <a:t>Đối</a:t>
            </a:r>
            <a:r>
              <a:rPr lang="en-US" altLang="zh-CN" dirty="0">
                <a:solidFill>
                  <a:srgbClr val="FF0000"/>
                </a:solidFill>
              </a:rPr>
              <a:t> </a:t>
            </a:r>
            <a:r>
              <a:rPr lang="en-US" altLang="zh-CN" dirty="0" err="1">
                <a:solidFill>
                  <a:srgbClr val="FF0000"/>
                </a:solidFill>
              </a:rPr>
              <a:t>tượng</a:t>
            </a:r>
            <a:r>
              <a:rPr lang="en-US" altLang="zh-CN" dirty="0">
                <a:solidFill>
                  <a:srgbClr val="FF0000"/>
                </a:solidFill>
              </a:rPr>
              <a:t> </a:t>
            </a:r>
            <a:r>
              <a:rPr lang="en-US" altLang="zh-CN" dirty="0" err="1">
                <a:solidFill>
                  <a:srgbClr val="FF0000"/>
                </a:solidFill>
              </a:rPr>
              <a:t>quyền</a:t>
            </a:r>
            <a:r>
              <a:rPr lang="en-US" altLang="zh-CN" dirty="0">
                <a:solidFill>
                  <a:srgbClr val="FF0000"/>
                </a:solidFill>
              </a:rPr>
              <a:t> </a:t>
            </a:r>
            <a:r>
              <a:rPr lang="en-US" altLang="zh-CN" dirty="0" err="1">
                <a:solidFill>
                  <a:srgbClr val="FF0000"/>
                </a:solidFill>
              </a:rPr>
              <a:t>tác</a:t>
            </a:r>
            <a:r>
              <a:rPr lang="en-US" altLang="zh-CN" dirty="0">
                <a:solidFill>
                  <a:srgbClr val="FF0000"/>
                </a:solidFill>
              </a:rPr>
              <a:t> </a:t>
            </a:r>
            <a:r>
              <a:rPr lang="en-US" altLang="zh-CN" dirty="0" err="1">
                <a:solidFill>
                  <a:srgbClr val="FF0000"/>
                </a:solidFill>
              </a:rPr>
              <a:t>giả</a:t>
            </a:r>
            <a:r>
              <a:rPr lang="en-US" altLang="zh-CN" dirty="0">
                <a:solidFill>
                  <a:srgbClr val="FF0000"/>
                </a:solidFill>
              </a:rPr>
              <a:t> bao </a:t>
            </a:r>
            <a:r>
              <a:rPr lang="en-US" altLang="zh-CN" dirty="0" err="1">
                <a:solidFill>
                  <a:srgbClr val="FF0000"/>
                </a:solidFill>
              </a:rPr>
              <a:t>gồm</a:t>
            </a:r>
            <a:r>
              <a:rPr lang="en-US" altLang="zh-CN" dirty="0">
                <a:solidFill>
                  <a:srgbClr val="FF0000"/>
                </a:solidFill>
              </a:rPr>
              <a:t> </a:t>
            </a:r>
            <a:r>
              <a:rPr lang="en-US" altLang="zh-CN" dirty="0" err="1">
                <a:solidFill>
                  <a:srgbClr val="FF0000"/>
                </a:solidFill>
                <a:highlight>
                  <a:srgbClr val="FFFF00"/>
                </a:highlight>
              </a:rPr>
              <a:t>tác</a:t>
            </a:r>
            <a:r>
              <a:rPr lang="en-US" altLang="zh-CN" dirty="0">
                <a:solidFill>
                  <a:srgbClr val="FF0000"/>
                </a:solidFill>
                <a:highlight>
                  <a:srgbClr val="FFFF00"/>
                </a:highlight>
              </a:rPr>
              <a:t> </a:t>
            </a:r>
            <a:r>
              <a:rPr lang="en-US" altLang="zh-CN" dirty="0" err="1">
                <a:solidFill>
                  <a:srgbClr val="FF0000"/>
                </a:solidFill>
                <a:highlight>
                  <a:srgbClr val="FFFF00"/>
                </a:highlight>
              </a:rPr>
              <a:t>phẩm</a:t>
            </a:r>
            <a:r>
              <a:rPr lang="en-US" altLang="zh-CN" dirty="0">
                <a:solidFill>
                  <a:srgbClr val="FF0000"/>
                </a:solidFill>
                <a:highlight>
                  <a:srgbClr val="FFFF00"/>
                </a:highlight>
              </a:rPr>
              <a:t> </a:t>
            </a:r>
            <a:r>
              <a:rPr lang="en-US" altLang="zh-CN" dirty="0" err="1">
                <a:solidFill>
                  <a:srgbClr val="FF0000"/>
                </a:solidFill>
                <a:highlight>
                  <a:srgbClr val="FFFF00"/>
                </a:highlight>
              </a:rPr>
              <a:t>văn</a:t>
            </a:r>
            <a:r>
              <a:rPr lang="en-US" altLang="zh-CN" dirty="0">
                <a:solidFill>
                  <a:srgbClr val="FF0000"/>
                </a:solidFill>
                <a:highlight>
                  <a:srgbClr val="FFFF00"/>
                </a:highlight>
              </a:rPr>
              <a:t> </a:t>
            </a:r>
            <a:r>
              <a:rPr lang="en-US" altLang="zh-CN" dirty="0" err="1">
                <a:solidFill>
                  <a:srgbClr val="FF0000"/>
                </a:solidFill>
                <a:highlight>
                  <a:srgbClr val="FFFF00"/>
                </a:highlight>
              </a:rPr>
              <a:t>học</a:t>
            </a:r>
            <a:r>
              <a:rPr lang="en-US" altLang="zh-CN" dirty="0">
                <a:solidFill>
                  <a:srgbClr val="FF0000"/>
                </a:solidFill>
                <a:highlight>
                  <a:srgbClr val="FFFF00"/>
                </a:highlight>
              </a:rPr>
              <a:t>, </a:t>
            </a:r>
            <a:r>
              <a:rPr lang="en-US" altLang="zh-CN" dirty="0" err="1">
                <a:solidFill>
                  <a:srgbClr val="FF0000"/>
                </a:solidFill>
                <a:highlight>
                  <a:srgbClr val="FFFF00"/>
                </a:highlight>
              </a:rPr>
              <a:t>nghệ</a:t>
            </a:r>
            <a:r>
              <a:rPr lang="en-US" altLang="zh-CN" dirty="0">
                <a:solidFill>
                  <a:srgbClr val="FF0000"/>
                </a:solidFill>
                <a:highlight>
                  <a:srgbClr val="FFFF00"/>
                </a:highlight>
              </a:rPr>
              <a:t> </a:t>
            </a:r>
            <a:r>
              <a:rPr lang="en-US" altLang="zh-CN" dirty="0" err="1">
                <a:solidFill>
                  <a:srgbClr val="FF0000"/>
                </a:solidFill>
                <a:highlight>
                  <a:srgbClr val="FFFF00"/>
                </a:highlight>
              </a:rPr>
              <a:t>thuật</a:t>
            </a:r>
            <a:r>
              <a:rPr lang="en-US" altLang="zh-CN" dirty="0">
                <a:solidFill>
                  <a:srgbClr val="FF0000"/>
                </a:solidFill>
                <a:highlight>
                  <a:srgbClr val="FFFF00"/>
                </a:highlight>
              </a:rPr>
              <a:t>, khoa </a:t>
            </a:r>
            <a:r>
              <a:rPr lang="en-US" altLang="zh-CN" dirty="0" err="1">
                <a:solidFill>
                  <a:srgbClr val="FF0000"/>
                </a:solidFill>
                <a:highlight>
                  <a:srgbClr val="FFFF00"/>
                </a:highlight>
              </a:rPr>
              <a:t>học</a:t>
            </a:r>
            <a:r>
              <a:rPr lang="en-US" altLang="zh-CN" dirty="0">
                <a:solidFill>
                  <a:srgbClr val="FF0000"/>
                </a:solidFill>
              </a:rPr>
              <a:t>; </a:t>
            </a:r>
            <a:r>
              <a:rPr lang="en-US" altLang="zh-CN" dirty="0" err="1">
                <a:solidFill>
                  <a:srgbClr val="FF0000"/>
                </a:solidFill>
              </a:rPr>
              <a:t>đối</a:t>
            </a:r>
            <a:r>
              <a:rPr lang="en-US" altLang="zh-CN" dirty="0">
                <a:solidFill>
                  <a:srgbClr val="FF0000"/>
                </a:solidFill>
              </a:rPr>
              <a:t> </a:t>
            </a:r>
            <a:r>
              <a:rPr lang="en-US" altLang="zh-CN" dirty="0" err="1">
                <a:solidFill>
                  <a:srgbClr val="FF0000"/>
                </a:solidFill>
              </a:rPr>
              <a:t>tượng</a:t>
            </a:r>
            <a:r>
              <a:rPr lang="en-US" altLang="zh-CN" dirty="0">
                <a:solidFill>
                  <a:srgbClr val="FF0000"/>
                </a:solidFill>
              </a:rPr>
              <a:t> </a:t>
            </a:r>
            <a:r>
              <a:rPr lang="en-US" altLang="zh-CN" dirty="0" err="1">
                <a:solidFill>
                  <a:srgbClr val="FF0000"/>
                </a:solidFill>
              </a:rPr>
              <a:t>quyền</a:t>
            </a:r>
            <a:r>
              <a:rPr lang="en-US" altLang="zh-CN" dirty="0">
                <a:solidFill>
                  <a:srgbClr val="FF0000"/>
                </a:solidFill>
              </a:rPr>
              <a:t> </a:t>
            </a:r>
            <a:r>
              <a:rPr lang="en-US" altLang="zh-CN" dirty="0" err="1">
                <a:solidFill>
                  <a:srgbClr val="FF0000"/>
                </a:solidFill>
              </a:rPr>
              <a:t>liên</a:t>
            </a:r>
            <a:r>
              <a:rPr lang="en-US" altLang="zh-CN" dirty="0">
                <a:solidFill>
                  <a:srgbClr val="FF0000"/>
                </a:solidFill>
              </a:rPr>
              <a:t> </a:t>
            </a:r>
            <a:r>
              <a:rPr lang="en-US" altLang="zh-CN" dirty="0" err="1">
                <a:solidFill>
                  <a:srgbClr val="FF0000"/>
                </a:solidFill>
              </a:rPr>
              <a:t>quan</a:t>
            </a:r>
            <a:r>
              <a:rPr lang="en-US" altLang="zh-CN" dirty="0">
                <a:solidFill>
                  <a:srgbClr val="FF0000"/>
                </a:solidFill>
              </a:rPr>
              <a:t> </a:t>
            </a:r>
            <a:r>
              <a:rPr lang="en-US" altLang="zh-CN" dirty="0" err="1">
                <a:solidFill>
                  <a:srgbClr val="FF0000"/>
                </a:solidFill>
              </a:rPr>
              <a:t>đến</a:t>
            </a:r>
            <a:r>
              <a:rPr lang="en-US" altLang="zh-CN" dirty="0">
                <a:solidFill>
                  <a:srgbClr val="FF0000"/>
                </a:solidFill>
              </a:rPr>
              <a:t> </a:t>
            </a:r>
            <a:r>
              <a:rPr lang="en-US" altLang="zh-CN" dirty="0" err="1">
                <a:solidFill>
                  <a:srgbClr val="FF0000"/>
                </a:solidFill>
              </a:rPr>
              <a:t>quyền</a:t>
            </a:r>
            <a:r>
              <a:rPr lang="en-US" altLang="zh-CN" dirty="0">
                <a:solidFill>
                  <a:srgbClr val="FF0000"/>
                </a:solidFill>
              </a:rPr>
              <a:t> </a:t>
            </a:r>
            <a:r>
              <a:rPr lang="en-US" altLang="zh-CN" dirty="0" err="1">
                <a:solidFill>
                  <a:srgbClr val="FF0000"/>
                </a:solidFill>
              </a:rPr>
              <a:t>tác</a:t>
            </a:r>
            <a:r>
              <a:rPr lang="en-US" altLang="zh-CN" dirty="0">
                <a:solidFill>
                  <a:srgbClr val="FF0000"/>
                </a:solidFill>
              </a:rPr>
              <a:t> </a:t>
            </a:r>
            <a:r>
              <a:rPr lang="en-US" altLang="zh-CN" dirty="0" err="1">
                <a:solidFill>
                  <a:srgbClr val="FF0000"/>
                </a:solidFill>
              </a:rPr>
              <a:t>giả</a:t>
            </a:r>
            <a:r>
              <a:rPr lang="en-US" altLang="zh-CN" dirty="0">
                <a:solidFill>
                  <a:srgbClr val="FF0000"/>
                </a:solidFill>
              </a:rPr>
              <a:t> bao </a:t>
            </a:r>
            <a:r>
              <a:rPr lang="en-US" altLang="zh-CN" dirty="0" err="1">
                <a:solidFill>
                  <a:srgbClr val="FF0000"/>
                </a:solidFill>
              </a:rPr>
              <a:t>gồm</a:t>
            </a:r>
            <a:r>
              <a:rPr lang="en-US" altLang="zh-CN" dirty="0">
                <a:solidFill>
                  <a:srgbClr val="FF0000"/>
                </a:solidFill>
              </a:rPr>
              <a:t> </a:t>
            </a:r>
            <a:r>
              <a:rPr lang="en-US" altLang="zh-CN" dirty="0" err="1">
                <a:solidFill>
                  <a:srgbClr val="FF0000"/>
                </a:solidFill>
              </a:rPr>
              <a:t>cuộc</a:t>
            </a:r>
            <a:r>
              <a:rPr lang="en-US" altLang="zh-CN" dirty="0">
                <a:solidFill>
                  <a:srgbClr val="FF0000"/>
                </a:solidFill>
              </a:rPr>
              <a:t> </a:t>
            </a:r>
            <a:r>
              <a:rPr lang="en-US" altLang="zh-CN" dirty="0" err="1">
                <a:solidFill>
                  <a:srgbClr val="FF0000"/>
                </a:solidFill>
              </a:rPr>
              <a:t>biểu</a:t>
            </a:r>
            <a:r>
              <a:rPr lang="en-US" altLang="zh-CN" dirty="0">
                <a:solidFill>
                  <a:srgbClr val="FF0000"/>
                </a:solidFill>
              </a:rPr>
              <a:t> </a:t>
            </a:r>
            <a:r>
              <a:rPr lang="en-US" altLang="zh-CN" dirty="0" err="1">
                <a:solidFill>
                  <a:srgbClr val="FF0000"/>
                </a:solidFill>
              </a:rPr>
              <a:t>diễn</a:t>
            </a:r>
            <a:r>
              <a:rPr lang="en-US" altLang="zh-CN" dirty="0">
                <a:solidFill>
                  <a:srgbClr val="FF0000"/>
                </a:solidFill>
              </a:rPr>
              <a:t>, </a:t>
            </a:r>
            <a:r>
              <a:rPr lang="en-US" altLang="zh-CN" dirty="0" err="1">
                <a:solidFill>
                  <a:srgbClr val="FF0000"/>
                </a:solidFill>
              </a:rPr>
              <a:t>bản</a:t>
            </a:r>
            <a:r>
              <a:rPr lang="en-US" altLang="zh-CN" dirty="0">
                <a:solidFill>
                  <a:srgbClr val="FF0000"/>
                </a:solidFill>
              </a:rPr>
              <a:t> </a:t>
            </a:r>
            <a:r>
              <a:rPr lang="en-US" altLang="zh-CN" dirty="0" err="1">
                <a:solidFill>
                  <a:srgbClr val="FF0000"/>
                </a:solidFill>
              </a:rPr>
              <a:t>ghi</a:t>
            </a:r>
            <a:r>
              <a:rPr lang="en-US" altLang="zh-CN" dirty="0">
                <a:solidFill>
                  <a:srgbClr val="FF0000"/>
                </a:solidFill>
              </a:rPr>
              <a:t> </a:t>
            </a:r>
            <a:r>
              <a:rPr lang="en-US" altLang="zh-CN" dirty="0" err="1">
                <a:solidFill>
                  <a:srgbClr val="FF0000"/>
                </a:solidFill>
              </a:rPr>
              <a:t>âm</a:t>
            </a:r>
            <a:r>
              <a:rPr lang="en-US" altLang="zh-CN" dirty="0">
                <a:solidFill>
                  <a:srgbClr val="FF0000"/>
                </a:solidFill>
              </a:rPr>
              <a:t>, </a:t>
            </a:r>
            <a:r>
              <a:rPr lang="en-US" altLang="zh-CN" dirty="0" err="1">
                <a:solidFill>
                  <a:srgbClr val="FF0000"/>
                </a:solidFill>
              </a:rPr>
              <a:t>ghi</a:t>
            </a:r>
            <a:r>
              <a:rPr lang="en-US" altLang="zh-CN" dirty="0">
                <a:solidFill>
                  <a:srgbClr val="FF0000"/>
                </a:solidFill>
              </a:rPr>
              <a:t> </a:t>
            </a:r>
            <a:r>
              <a:rPr lang="en-US" altLang="zh-CN" dirty="0" err="1">
                <a:solidFill>
                  <a:srgbClr val="FF0000"/>
                </a:solidFill>
              </a:rPr>
              <a:t>hình</a:t>
            </a:r>
            <a:r>
              <a:rPr lang="en-US" altLang="zh-CN" dirty="0">
                <a:solidFill>
                  <a:srgbClr val="FF0000"/>
                </a:solidFill>
              </a:rPr>
              <a:t>, </a:t>
            </a:r>
            <a:r>
              <a:rPr lang="en-US" altLang="zh-CN" dirty="0" err="1">
                <a:solidFill>
                  <a:srgbClr val="FF0000"/>
                </a:solidFill>
              </a:rPr>
              <a:t>chương</a:t>
            </a:r>
            <a:r>
              <a:rPr lang="en-US" altLang="zh-CN" dirty="0">
                <a:solidFill>
                  <a:srgbClr val="FF0000"/>
                </a:solidFill>
              </a:rPr>
              <a:t> </a:t>
            </a:r>
            <a:r>
              <a:rPr lang="en-US" altLang="zh-CN" dirty="0" err="1">
                <a:solidFill>
                  <a:srgbClr val="FF0000"/>
                </a:solidFill>
              </a:rPr>
              <a:t>trình</a:t>
            </a:r>
            <a:r>
              <a:rPr lang="en-US" altLang="zh-CN" dirty="0">
                <a:solidFill>
                  <a:srgbClr val="FF0000"/>
                </a:solidFill>
              </a:rPr>
              <a:t> </a:t>
            </a:r>
            <a:r>
              <a:rPr lang="en-US" altLang="zh-CN" dirty="0" err="1">
                <a:solidFill>
                  <a:srgbClr val="FF0000"/>
                </a:solidFill>
              </a:rPr>
              <a:t>phát</a:t>
            </a:r>
            <a:r>
              <a:rPr lang="en-US" altLang="zh-CN" dirty="0">
                <a:solidFill>
                  <a:srgbClr val="FF0000"/>
                </a:solidFill>
              </a:rPr>
              <a:t> </a:t>
            </a:r>
            <a:r>
              <a:rPr lang="en-US" altLang="zh-CN" dirty="0" err="1">
                <a:solidFill>
                  <a:srgbClr val="FF0000"/>
                </a:solidFill>
              </a:rPr>
              <a:t>sóng</a:t>
            </a:r>
            <a:r>
              <a:rPr lang="en-US" altLang="zh-CN" dirty="0">
                <a:solidFill>
                  <a:srgbClr val="FF0000"/>
                </a:solidFill>
              </a:rPr>
              <a:t>, </a:t>
            </a:r>
            <a:r>
              <a:rPr lang="en-US" altLang="zh-CN" dirty="0" err="1">
                <a:solidFill>
                  <a:srgbClr val="FF0000"/>
                </a:solidFill>
              </a:rPr>
              <a:t>tín</a:t>
            </a:r>
            <a:r>
              <a:rPr lang="en-US" altLang="zh-CN" dirty="0">
                <a:solidFill>
                  <a:srgbClr val="FF0000"/>
                </a:solidFill>
              </a:rPr>
              <a:t> </a:t>
            </a:r>
            <a:r>
              <a:rPr lang="en-US" altLang="zh-CN" dirty="0" err="1">
                <a:solidFill>
                  <a:srgbClr val="FF0000"/>
                </a:solidFill>
              </a:rPr>
              <a:t>hiệu</a:t>
            </a:r>
            <a:r>
              <a:rPr lang="en-US" altLang="zh-CN" dirty="0">
                <a:solidFill>
                  <a:srgbClr val="FF0000"/>
                </a:solidFill>
              </a:rPr>
              <a:t> </a:t>
            </a:r>
            <a:r>
              <a:rPr lang="en-US" altLang="zh-CN" dirty="0" err="1">
                <a:solidFill>
                  <a:srgbClr val="FF0000"/>
                </a:solidFill>
              </a:rPr>
              <a:t>vệ</a:t>
            </a:r>
            <a:r>
              <a:rPr lang="en-US" altLang="zh-CN" dirty="0">
                <a:solidFill>
                  <a:srgbClr val="FF0000"/>
                </a:solidFill>
              </a:rPr>
              <a:t> </a:t>
            </a:r>
            <a:r>
              <a:rPr lang="en-US" altLang="zh-CN" dirty="0" err="1">
                <a:solidFill>
                  <a:srgbClr val="FF0000"/>
                </a:solidFill>
              </a:rPr>
              <a:t>tinh</a:t>
            </a:r>
            <a:r>
              <a:rPr lang="en-US" altLang="zh-CN" dirty="0">
                <a:solidFill>
                  <a:srgbClr val="FF0000"/>
                </a:solidFill>
              </a:rPr>
              <a:t> </a:t>
            </a:r>
            <a:r>
              <a:rPr lang="en-US" altLang="zh-CN" dirty="0" err="1">
                <a:solidFill>
                  <a:srgbClr val="FF0000"/>
                </a:solidFill>
              </a:rPr>
              <a:t>mang</a:t>
            </a:r>
            <a:r>
              <a:rPr lang="en-US" altLang="zh-CN" dirty="0">
                <a:solidFill>
                  <a:srgbClr val="FF0000"/>
                </a:solidFill>
              </a:rPr>
              <a:t> </a:t>
            </a:r>
            <a:r>
              <a:rPr lang="en-US" altLang="zh-CN" dirty="0" err="1">
                <a:solidFill>
                  <a:srgbClr val="FF0000"/>
                </a:solidFill>
              </a:rPr>
              <a:t>chương</a:t>
            </a:r>
            <a:r>
              <a:rPr lang="en-US" altLang="zh-CN" dirty="0">
                <a:solidFill>
                  <a:srgbClr val="FF0000"/>
                </a:solidFill>
              </a:rPr>
              <a:t> </a:t>
            </a:r>
            <a:r>
              <a:rPr lang="en-US" altLang="zh-CN" dirty="0" err="1">
                <a:solidFill>
                  <a:srgbClr val="FF0000"/>
                </a:solidFill>
              </a:rPr>
              <a:t>trình</a:t>
            </a:r>
            <a:r>
              <a:rPr lang="en-US" altLang="zh-CN" dirty="0">
                <a:solidFill>
                  <a:srgbClr val="FF0000"/>
                </a:solidFill>
              </a:rPr>
              <a:t> </a:t>
            </a:r>
            <a:r>
              <a:rPr lang="en-US" altLang="zh-CN" dirty="0" err="1">
                <a:solidFill>
                  <a:srgbClr val="FF0000"/>
                </a:solidFill>
              </a:rPr>
              <a:t>được</a:t>
            </a:r>
            <a:r>
              <a:rPr lang="en-US" altLang="zh-CN" dirty="0">
                <a:solidFill>
                  <a:srgbClr val="FF0000"/>
                </a:solidFill>
              </a:rPr>
              <a:t> </a:t>
            </a:r>
            <a:r>
              <a:rPr lang="en-US" altLang="zh-CN" dirty="0" err="1">
                <a:solidFill>
                  <a:srgbClr val="FF0000"/>
                </a:solidFill>
              </a:rPr>
              <a:t>mã</a:t>
            </a:r>
            <a:r>
              <a:rPr lang="en-US" altLang="zh-CN" dirty="0">
                <a:solidFill>
                  <a:srgbClr val="FF0000"/>
                </a:solidFill>
              </a:rPr>
              <a:t> </a:t>
            </a:r>
            <a:r>
              <a:rPr lang="en-US" altLang="zh-CN" dirty="0" err="1">
                <a:solidFill>
                  <a:srgbClr val="FF0000"/>
                </a:solidFill>
              </a:rPr>
              <a:t>hoá</a:t>
            </a:r>
            <a:r>
              <a:rPr lang="en-US" altLang="zh-CN" dirty="0">
                <a:solidFill>
                  <a:srgbClr val="FF0000"/>
                </a:solidFill>
              </a:rPr>
              <a:t>.</a:t>
            </a:r>
          </a:p>
          <a:p>
            <a:endParaRPr lang="en-US" altLang="zh-CN" dirty="0">
              <a:solidFill>
                <a:srgbClr val="FF0000"/>
              </a:solidFill>
            </a:endParaRPr>
          </a:p>
          <a:p>
            <a:endParaRPr lang="en-US" altLang="zh-CN" dirty="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Title 1"/>
          <p:cNvSpPr>
            <a:spLocks noGrp="1"/>
          </p:cNvSpPr>
          <p:nvPr>
            <p:ph type="title"/>
          </p:nvPr>
        </p:nvSpPr>
        <p:spPr/>
        <p:txBody>
          <a:bodyPr anchor="ctr" anchorCtr="0"/>
          <a:lstStyle/>
          <a:p>
            <a:endParaRPr lang="en-US" altLang="zh-CN"/>
          </a:p>
        </p:txBody>
      </p:sp>
      <p:sp>
        <p:nvSpPr>
          <p:cNvPr id="8194" name="Content Placeholder 2"/>
          <p:cNvSpPr>
            <a:spLocks noGrp="1"/>
          </p:cNvSpPr>
          <p:nvPr>
            <p:ph idx="1"/>
          </p:nvPr>
        </p:nvSpPr>
        <p:spPr/>
        <p:txBody>
          <a:bodyPr anchor="t" anchorCtr="0"/>
          <a:lstStyle/>
          <a:p>
            <a:r>
              <a:rPr lang="en-US" altLang="zh-CN" dirty="0">
                <a:solidFill>
                  <a:srgbClr val="FF0000"/>
                </a:solidFill>
              </a:rPr>
              <a:t>2. </a:t>
            </a:r>
            <a:r>
              <a:rPr lang="en-US" altLang="zh-CN" dirty="0" err="1">
                <a:solidFill>
                  <a:srgbClr val="FF0000"/>
                </a:solidFill>
              </a:rPr>
              <a:t>Đối</a:t>
            </a:r>
            <a:r>
              <a:rPr lang="en-US" altLang="zh-CN" dirty="0">
                <a:solidFill>
                  <a:srgbClr val="FF0000"/>
                </a:solidFill>
              </a:rPr>
              <a:t> </a:t>
            </a:r>
            <a:r>
              <a:rPr lang="en-US" altLang="zh-CN" dirty="0" err="1">
                <a:solidFill>
                  <a:srgbClr val="FF0000"/>
                </a:solidFill>
              </a:rPr>
              <a:t>tượng</a:t>
            </a:r>
            <a:r>
              <a:rPr lang="en-US" altLang="zh-CN" dirty="0">
                <a:solidFill>
                  <a:srgbClr val="FF0000"/>
                </a:solidFill>
              </a:rPr>
              <a:t> </a:t>
            </a:r>
            <a:r>
              <a:rPr lang="en-US" altLang="zh-CN" dirty="0" err="1">
                <a:solidFill>
                  <a:srgbClr val="FF0000"/>
                </a:solidFill>
              </a:rPr>
              <a:t>quyền</a:t>
            </a:r>
            <a:r>
              <a:rPr lang="en-US" altLang="zh-CN" dirty="0">
                <a:solidFill>
                  <a:srgbClr val="FF0000"/>
                </a:solidFill>
              </a:rPr>
              <a:t> </a:t>
            </a:r>
            <a:r>
              <a:rPr lang="en-US" altLang="zh-CN" dirty="0" err="1">
                <a:solidFill>
                  <a:srgbClr val="FF0000"/>
                </a:solidFill>
              </a:rPr>
              <a:t>sở</a:t>
            </a:r>
            <a:r>
              <a:rPr lang="en-US" altLang="zh-CN" dirty="0">
                <a:solidFill>
                  <a:srgbClr val="FF0000"/>
                </a:solidFill>
              </a:rPr>
              <a:t> </a:t>
            </a:r>
            <a:r>
              <a:rPr lang="en-US" altLang="zh-CN" dirty="0" err="1">
                <a:solidFill>
                  <a:srgbClr val="FF0000"/>
                </a:solidFill>
              </a:rPr>
              <a:t>hữu</a:t>
            </a:r>
            <a:r>
              <a:rPr lang="en-US" altLang="zh-CN" dirty="0">
                <a:solidFill>
                  <a:srgbClr val="FF0000"/>
                </a:solidFill>
              </a:rPr>
              <a:t> </a:t>
            </a:r>
            <a:r>
              <a:rPr lang="en-US" altLang="zh-CN" dirty="0" err="1">
                <a:solidFill>
                  <a:srgbClr val="FF0000"/>
                </a:solidFill>
              </a:rPr>
              <a:t>công</a:t>
            </a:r>
            <a:r>
              <a:rPr lang="en-US" altLang="zh-CN" dirty="0">
                <a:solidFill>
                  <a:srgbClr val="FF0000"/>
                </a:solidFill>
              </a:rPr>
              <a:t> </a:t>
            </a:r>
            <a:r>
              <a:rPr lang="en-US" altLang="zh-CN" dirty="0" err="1">
                <a:solidFill>
                  <a:srgbClr val="FF0000"/>
                </a:solidFill>
              </a:rPr>
              <a:t>nghiệp</a:t>
            </a:r>
            <a:r>
              <a:rPr lang="en-US" altLang="zh-CN" dirty="0">
                <a:solidFill>
                  <a:srgbClr val="FF0000"/>
                </a:solidFill>
              </a:rPr>
              <a:t> bao </a:t>
            </a:r>
            <a:r>
              <a:rPr lang="en-US" altLang="zh-CN" dirty="0" err="1">
                <a:solidFill>
                  <a:srgbClr val="FF0000"/>
                </a:solidFill>
              </a:rPr>
              <a:t>gồm</a:t>
            </a:r>
            <a:r>
              <a:rPr lang="en-US" altLang="zh-CN" dirty="0">
                <a:solidFill>
                  <a:srgbClr val="FF0000"/>
                </a:solidFill>
              </a:rPr>
              <a:t> </a:t>
            </a:r>
            <a:r>
              <a:rPr lang="en-US" altLang="zh-CN" dirty="0" err="1">
                <a:solidFill>
                  <a:srgbClr val="FF0000"/>
                </a:solidFill>
                <a:highlight>
                  <a:srgbClr val="FFFF00"/>
                </a:highlight>
              </a:rPr>
              <a:t>sáng</a:t>
            </a:r>
            <a:r>
              <a:rPr lang="en-US" altLang="zh-CN" dirty="0">
                <a:solidFill>
                  <a:srgbClr val="FF0000"/>
                </a:solidFill>
                <a:highlight>
                  <a:srgbClr val="FFFF00"/>
                </a:highlight>
              </a:rPr>
              <a:t> </a:t>
            </a:r>
            <a:r>
              <a:rPr lang="en-US" altLang="zh-CN" dirty="0" err="1">
                <a:solidFill>
                  <a:srgbClr val="FF0000"/>
                </a:solidFill>
                <a:highlight>
                  <a:srgbClr val="FFFF00"/>
                </a:highlight>
              </a:rPr>
              <a:t>chế</a:t>
            </a:r>
            <a:r>
              <a:rPr lang="en-US" altLang="zh-CN" dirty="0">
                <a:solidFill>
                  <a:srgbClr val="FF0000"/>
                </a:solidFill>
                <a:highlight>
                  <a:srgbClr val="FFFF00"/>
                </a:highlight>
              </a:rPr>
              <a:t>, </a:t>
            </a:r>
            <a:r>
              <a:rPr lang="en-US" altLang="zh-CN" dirty="0" err="1">
                <a:solidFill>
                  <a:srgbClr val="FF0000"/>
                </a:solidFill>
                <a:highlight>
                  <a:srgbClr val="FFFF00"/>
                </a:highlight>
              </a:rPr>
              <a:t>kiểu</a:t>
            </a:r>
            <a:r>
              <a:rPr lang="en-US" altLang="zh-CN" dirty="0">
                <a:solidFill>
                  <a:srgbClr val="FF0000"/>
                </a:solidFill>
                <a:highlight>
                  <a:srgbClr val="FFFF00"/>
                </a:highlight>
              </a:rPr>
              <a:t> </a:t>
            </a:r>
            <a:r>
              <a:rPr lang="en-US" altLang="zh-CN" dirty="0" err="1">
                <a:solidFill>
                  <a:srgbClr val="FF0000"/>
                </a:solidFill>
                <a:highlight>
                  <a:srgbClr val="FFFF00"/>
                </a:highlight>
              </a:rPr>
              <a:t>dáng</a:t>
            </a:r>
            <a:r>
              <a:rPr lang="en-US" altLang="zh-CN" dirty="0">
                <a:solidFill>
                  <a:srgbClr val="FF0000"/>
                </a:solidFill>
                <a:highlight>
                  <a:srgbClr val="FFFF00"/>
                </a:highlight>
              </a:rPr>
              <a:t> </a:t>
            </a:r>
            <a:r>
              <a:rPr lang="en-US" altLang="zh-CN" dirty="0" err="1">
                <a:solidFill>
                  <a:srgbClr val="FF0000"/>
                </a:solidFill>
                <a:highlight>
                  <a:srgbClr val="FFFF00"/>
                </a:highlight>
              </a:rPr>
              <a:t>công</a:t>
            </a:r>
            <a:r>
              <a:rPr lang="en-US" altLang="zh-CN" dirty="0">
                <a:solidFill>
                  <a:srgbClr val="FF0000"/>
                </a:solidFill>
                <a:highlight>
                  <a:srgbClr val="FFFF00"/>
                </a:highlight>
              </a:rPr>
              <a:t> </a:t>
            </a:r>
            <a:r>
              <a:rPr lang="en-US" altLang="zh-CN" dirty="0" err="1">
                <a:solidFill>
                  <a:srgbClr val="FF0000"/>
                </a:solidFill>
                <a:highlight>
                  <a:srgbClr val="FFFF00"/>
                </a:highlight>
              </a:rPr>
              <a:t>nghiệp</a:t>
            </a:r>
            <a:r>
              <a:rPr lang="en-US" altLang="zh-CN" dirty="0">
                <a:solidFill>
                  <a:srgbClr val="FF0000"/>
                </a:solidFill>
                <a:highlight>
                  <a:srgbClr val="FFFF00"/>
                </a:highlight>
              </a:rPr>
              <a:t>, </a:t>
            </a:r>
            <a:r>
              <a:rPr lang="en-US" altLang="zh-CN" dirty="0" err="1">
                <a:solidFill>
                  <a:srgbClr val="FF0000"/>
                </a:solidFill>
                <a:highlight>
                  <a:srgbClr val="FFFF00"/>
                </a:highlight>
              </a:rPr>
              <a:t>thiết</a:t>
            </a:r>
            <a:r>
              <a:rPr lang="en-US" altLang="zh-CN" dirty="0">
                <a:solidFill>
                  <a:srgbClr val="FF0000"/>
                </a:solidFill>
                <a:highlight>
                  <a:srgbClr val="FFFF00"/>
                </a:highlight>
              </a:rPr>
              <a:t> </a:t>
            </a:r>
            <a:r>
              <a:rPr lang="en-US" altLang="zh-CN" dirty="0" err="1">
                <a:solidFill>
                  <a:srgbClr val="FF0000"/>
                </a:solidFill>
                <a:highlight>
                  <a:srgbClr val="FFFF00"/>
                </a:highlight>
              </a:rPr>
              <a:t>kế</a:t>
            </a:r>
            <a:r>
              <a:rPr lang="en-US" altLang="zh-CN" dirty="0">
                <a:solidFill>
                  <a:srgbClr val="FF0000"/>
                </a:solidFill>
                <a:highlight>
                  <a:srgbClr val="FFFF00"/>
                </a:highlight>
              </a:rPr>
              <a:t> </a:t>
            </a:r>
            <a:r>
              <a:rPr lang="en-US" altLang="zh-CN" dirty="0" err="1">
                <a:solidFill>
                  <a:srgbClr val="FF0000"/>
                </a:solidFill>
                <a:highlight>
                  <a:srgbClr val="FFFF00"/>
                </a:highlight>
              </a:rPr>
              <a:t>bố</a:t>
            </a:r>
            <a:r>
              <a:rPr lang="en-US" altLang="zh-CN" dirty="0">
                <a:solidFill>
                  <a:srgbClr val="FF0000"/>
                </a:solidFill>
                <a:highlight>
                  <a:srgbClr val="FFFF00"/>
                </a:highlight>
              </a:rPr>
              <a:t> </a:t>
            </a:r>
            <a:r>
              <a:rPr lang="en-US" altLang="zh-CN" dirty="0" err="1">
                <a:solidFill>
                  <a:srgbClr val="FF0000"/>
                </a:solidFill>
                <a:highlight>
                  <a:srgbClr val="FFFF00"/>
                </a:highlight>
              </a:rPr>
              <a:t>trí</a:t>
            </a:r>
            <a:r>
              <a:rPr lang="en-US" altLang="zh-CN" dirty="0">
                <a:solidFill>
                  <a:srgbClr val="FF0000"/>
                </a:solidFill>
                <a:highlight>
                  <a:srgbClr val="FFFF00"/>
                </a:highlight>
              </a:rPr>
              <a:t> </a:t>
            </a:r>
            <a:r>
              <a:rPr lang="en-US" altLang="zh-CN" dirty="0" err="1">
                <a:solidFill>
                  <a:srgbClr val="FF0000"/>
                </a:solidFill>
                <a:highlight>
                  <a:srgbClr val="FFFF00"/>
                </a:highlight>
              </a:rPr>
              <a:t>mạch</a:t>
            </a:r>
            <a:r>
              <a:rPr lang="en-US" altLang="zh-CN" dirty="0">
                <a:solidFill>
                  <a:srgbClr val="FF0000"/>
                </a:solidFill>
                <a:highlight>
                  <a:srgbClr val="FFFF00"/>
                </a:highlight>
              </a:rPr>
              <a:t> </a:t>
            </a:r>
            <a:r>
              <a:rPr lang="en-US" altLang="zh-CN" dirty="0" err="1">
                <a:solidFill>
                  <a:srgbClr val="FF0000"/>
                </a:solidFill>
                <a:highlight>
                  <a:srgbClr val="FFFF00"/>
                </a:highlight>
              </a:rPr>
              <a:t>tích</a:t>
            </a:r>
            <a:r>
              <a:rPr lang="en-US" altLang="zh-CN" dirty="0">
                <a:solidFill>
                  <a:srgbClr val="FF0000"/>
                </a:solidFill>
                <a:highlight>
                  <a:srgbClr val="FFFF00"/>
                </a:highlight>
              </a:rPr>
              <a:t> </a:t>
            </a:r>
            <a:r>
              <a:rPr lang="en-US" altLang="zh-CN" dirty="0" err="1">
                <a:solidFill>
                  <a:srgbClr val="FF0000"/>
                </a:solidFill>
                <a:highlight>
                  <a:srgbClr val="FFFF00"/>
                </a:highlight>
              </a:rPr>
              <a:t>hợp</a:t>
            </a:r>
            <a:r>
              <a:rPr lang="en-US" altLang="zh-CN" dirty="0">
                <a:solidFill>
                  <a:srgbClr val="FF0000"/>
                </a:solidFill>
                <a:highlight>
                  <a:srgbClr val="FFFF00"/>
                </a:highlight>
              </a:rPr>
              <a:t> </a:t>
            </a:r>
            <a:r>
              <a:rPr lang="en-US" altLang="zh-CN" dirty="0" err="1">
                <a:solidFill>
                  <a:srgbClr val="FF0000"/>
                </a:solidFill>
                <a:highlight>
                  <a:srgbClr val="FFFF00"/>
                </a:highlight>
              </a:rPr>
              <a:t>bán</a:t>
            </a:r>
            <a:r>
              <a:rPr lang="en-US" altLang="zh-CN" dirty="0">
                <a:solidFill>
                  <a:srgbClr val="FF0000"/>
                </a:solidFill>
                <a:highlight>
                  <a:srgbClr val="FFFF00"/>
                </a:highlight>
              </a:rPr>
              <a:t> </a:t>
            </a:r>
            <a:r>
              <a:rPr lang="en-US" altLang="zh-CN" dirty="0" err="1">
                <a:solidFill>
                  <a:srgbClr val="FF0000"/>
                </a:solidFill>
                <a:highlight>
                  <a:srgbClr val="FFFF00"/>
                </a:highlight>
              </a:rPr>
              <a:t>dẫn</a:t>
            </a:r>
            <a:r>
              <a:rPr lang="en-US" altLang="zh-CN" dirty="0">
                <a:solidFill>
                  <a:srgbClr val="FF0000"/>
                </a:solidFill>
                <a:highlight>
                  <a:srgbClr val="FFFF00"/>
                </a:highlight>
              </a:rPr>
              <a:t>, </a:t>
            </a:r>
            <a:r>
              <a:rPr lang="en-US" altLang="zh-CN" dirty="0" err="1">
                <a:solidFill>
                  <a:srgbClr val="FF0000"/>
                </a:solidFill>
                <a:highlight>
                  <a:srgbClr val="FFFF00"/>
                </a:highlight>
              </a:rPr>
              <a:t>bí</a:t>
            </a:r>
            <a:r>
              <a:rPr lang="en-US" altLang="zh-CN" dirty="0">
                <a:solidFill>
                  <a:srgbClr val="FF0000"/>
                </a:solidFill>
                <a:highlight>
                  <a:srgbClr val="FFFF00"/>
                </a:highlight>
              </a:rPr>
              <a:t> </a:t>
            </a:r>
            <a:r>
              <a:rPr lang="en-US" altLang="zh-CN" dirty="0" err="1">
                <a:solidFill>
                  <a:srgbClr val="FF0000"/>
                </a:solidFill>
                <a:highlight>
                  <a:srgbClr val="FFFF00"/>
                </a:highlight>
              </a:rPr>
              <a:t>mật</a:t>
            </a:r>
            <a:r>
              <a:rPr lang="en-US" altLang="zh-CN" dirty="0">
                <a:solidFill>
                  <a:srgbClr val="FF0000"/>
                </a:solidFill>
                <a:highlight>
                  <a:srgbClr val="FFFF00"/>
                </a:highlight>
              </a:rPr>
              <a:t> </a:t>
            </a:r>
            <a:r>
              <a:rPr lang="en-US" altLang="zh-CN" dirty="0" err="1">
                <a:solidFill>
                  <a:srgbClr val="FF0000"/>
                </a:solidFill>
                <a:highlight>
                  <a:srgbClr val="FFFF00"/>
                </a:highlight>
              </a:rPr>
              <a:t>kinh</a:t>
            </a:r>
            <a:r>
              <a:rPr lang="en-US" altLang="zh-CN" dirty="0">
                <a:solidFill>
                  <a:srgbClr val="FF0000"/>
                </a:solidFill>
                <a:highlight>
                  <a:srgbClr val="FFFF00"/>
                </a:highlight>
              </a:rPr>
              <a:t> </a:t>
            </a:r>
            <a:r>
              <a:rPr lang="en-US" altLang="zh-CN" dirty="0" err="1">
                <a:solidFill>
                  <a:srgbClr val="FF0000"/>
                </a:solidFill>
                <a:highlight>
                  <a:srgbClr val="FFFF00"/>
                </a:highlight>
              </a:rPr>
              <a:t>doanh</a:t>
            </a:r>
            <a:r>
              <a:rPr lang="en-US" altLang="zh-CN" dirty="0">
                <a:solidFill>
                  <a:srgbClr val="FF0000"/>
                </a:solidFill>
                <a:highlight>
                  <a:srgbClr val="FFFF00"/>
                </a:highlight>
              </a:rPr>
              <a:t>, </a:t>
            </a:r>
            <a:r>
              <a:rPr lang="en-US" altLang="zh-CN" dirty="0" err="1">
                <a:solidFill>
                  <a:srgbClr val="FF0000"/>
                </a:solidFill>
                <a:highlight>
                  <a:srgbClr val="FFFF00"/>
                </a:highlight>
              </a:rPr>
              <a:t>nhãn</a:t>
            </a:r>
            <a:r>
              <a:rPr lang="en-US" altLang="zh-CN" dirty="0">
                <a:solidFill>
                  <a:srgbClr val="FF0000"/>
                </a:solidFill>
                <a:highlight>
                  <a:srgbClr val="FFFF00"/>
                </a:highlight>
              </a:rPr>
              <a:t> </a:t>
            </a:r>
            <a:r>
              <a:rPr lang="en-US" altLang="zh-CN" dirty="0" err="1">
                <a:solidFill>
                  <a:srgbClr val="FF0000"/>
                </a:solidFill>
                <a:highlight>
                  <a:srgbClr val="FFFF00"/>
                </a:highlight>
              </a:rPr>
              <a:t>hiệu</a:t>
            </a:r>
            <a:r>
              <a:rPr lang="en-US" altLang="zh-CN" dirty="0">
                <a:solidFill>
                  <a:srgbClr val="FF0000"/>
                </a:solidFill>
                <a:highlight>
                  <a:srgbClr val="FFFF00"/>
                </a:highlight>
              </a:rPr>
              <a:t>, </a:t>
            </a:r>
            <a:r>
              <a:rPr lang="en-US" altLang="zh-CN" dirty="0" err="1">
                <a:solidFill>
                  <a:srgbClr val="FF0000"/>
                </a:solidFill>
                <a:highlight>
                  <a:srgbClr val="FFFF00"/>
                </a:highlight>
              </a:rPr>
              <a:t>tên</a:t>
            </a:r>
            <a:r>
              <a:rPr lang="en-US" altLang="zh-CN" dirty="0">
                <a:solidFill>
                  <a:srgbClr val="FF0000"/>
                </a:solidFill>
                <a:highlight>
                  <a:srgbClr val="FFFF00"/>
                </a:highlight>
              </a:rPr>
              <a:t> </a:t>
            </a:r>
            <a:r>
              <a:rPr lang="en-US" altLang="zh-CN" dirty="0" err="1">
                <a:solidFill>
                  <a:srgbClr val="FF0000"/>
                </a:solidFill>
                <a:highlight>
                  <a:srgbClr val="FFFF00"/>
                </a:highlight>
              </a:rPr>
              <a:t>thương</a:t>
            </a:r>
            <a:r>
              <a:rPr lang="en-US" altLang="zh-CN" dirty="0">
                <a:solidFill>
                  <a:srgbClr val="FF0000"/>
                </a:solidFill>
                <a:highlight>
                  <a:srgbClr val="FFFF00"/>
                </a:highlight>
              </a:rPr>
              <a:t> </a:t>
            </a:r>
            <a:r>
              <a:rPr lang="en-US" altLang="zh-CN" dirty="0" err="1">
                <a:solidFill>
                  <a:srgbClr val="FF0000"/>
                </a:solidFill>
                <a:highlight>
                  <a:srgbClr val="FFFF00"/>
                </a:highlight>
              </a:rPr>
              <a:t>mại</a:t>
            </a:r>
            <a:r>
              <a:rPr lang="en-US" altLang="zh-CN" dirty="0">
                <a:solidFill>
                  <a:srgbClr val="FF0000"/>
                </a:solidFill>
                <a:highlight>
                  <a:srgbClr val="FFFF00"/>
                </a:highlight>
              </a:rPr>
              <a:t> </a:t>
            </a:r>
            <a:r>
              <a:rPr lang="en-US" altLang="zh-CN" dirty="0" err="1">
                <a:solidFill>
                  <a:srgbClr val="FF0000"/>
                </a:solidFill>
                <a:highlight>
                  <a:srgbClr val="FFFF00"/>
                </a:highlight>
              </a:rPr>
              <a:t>và</a:t>
            </a:r>
            <a:r>
              <a:rPr lang="en-US" altLang="zh-CN" dirty="0">
                <a:solidFill>
                  <a:srgbClr val="FF0000"/>
                </a:solidFill>
                <a:highlight>
                  <a:srgbClr val="FFFF00"/>
                </a:highlight>
              </a:rPr>
              <a:t> </a:t>
            </a:r>
            <a:r>
              <a:rPr lang="en-US" altLang="zh-CN" dirty="0" err="1">
                <a:solidFill>
                  <a:srgbClr val="FF0000"/>
                </a:solidFill>
                <a:highlight>
                  <a:srgbClr val="FFFF00"/>
                </a:highlight>
              </a:rPr>
              <a:t>chỉ</a:t>
            </a:r>
            <a:r>
              <a:rPr lang="en-US" altLang="zh-CN" dirty="0">
                <a:solidFill>
                  <a:srgbClr val="FF0000"/>
                </a:solidFill>
                <a:highlight>
                  <a:srgbClr val="FFFF00"/>
                </a:highlight>
              </a:rPr>
              <a:t> </a:t>
            </a:r>
            <a:r>
              <a:rPr lang="en-US" altLang="zh-CN" dirty="0" err="1">
                <a:solidFill>
                  <a:srgbClr val="FF0000"/>
                </a:solidFill>
                <a:highlight>
                  <a:srgbClr val="FFFF00"/>
                </a:highlight>
              </a:rPr>
              <a:t>dẫn</a:t>
            </a:r>
            <a:r>
              <a:rPr lang="en-US" altLang="zh-CN" dirty="0">
                <a:solidFill>
                  <a:srgbClr val="FF0000"/>
                </a:solidFill>
                <a:highlight>
                  <a:srgbClr val="FFFF00"/>
                </a:highlight>
              </a:rPr>
              <a:t> </a:t>
            </a:r>
            <a:r>
              <a:rPr lang="en-US" altLang="zh-CN" dirty="0" err="1">
                <a:solidFill>
                  <a:srgbClr val="FF0000"/>
                </a:solidFill>
                <a:highlight>
                  <a:srgbClr val="FFFF00"/>
                </a:highlight>
              </a:rPr>
              <a:t>địa</a:t>
            </a:r>
            <a:r>
              <a:rPr lang="en-US" altLang="zh-CN" dirty="0">
                <a:solidFill>
                  <a:srgbClr val="FF0000"/>
                </a:solidFill>
                <a:highlight>
                  <a:srgbClr val="FFFF00"/>
                </a:highlight>
              </a:rPr>
              <a:t> </a:t>
            </a:r>
            <a:r>
              <a:rPr lang="en-US" altLang="zh-CN" dirty="0" err="1">
                <a:solidFill>
                  <a:srgbClr val="FF0000"/>
                </a:solidFill>
                <a:highlight>
                  <a:srgbClr val="FFFF00"/>
                </a:highlight>
              </a:rPr>
              <a:t>lý</a:t>
            </a:r>
            <a:r>
              <a:rPr lang="en-US" altLang="zh-CN" dirty="0">
                <a:solidFill>
                  <a:srgbClr val="FF0000"/>
                </a:solidFill>
              </a:rPr>
              <a:t>.</a:t>
            </a:r>
          </a:p>
          <a:p>
            <a:endParaRPr lang="en-US" altLang="zh-CN" dirty="0">
              <a:solidFill>
                <a:srgbClr val="FF0000"/>
              </a:solidFill>
            </a:endParaRPr>
          </a:p>
          <a:p>
            <a:endParaRPr lang="en-US" altLang="zh-CN" dirty="0">
              <a:solidFill>
                <a:srgbClr val="FF0000"/>
              </a:solidFill>
            </a:endParaRPr>
          </a:p>
          <a:p>
            <a:endParaRPr lang="en-US" altLang="zh-CN" dirty="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https://vnexpress.net/duy-loi-khoi-kien-vong-xep-truong-tho-2684196.html</a:t>
            </a:r>
          </a:p>
          <a:p>
            <a:endParaRPr lang="en-US"/>
          </a:p>
          <a:p>
            <a:r>
              <a:rPr lang="en-US"/>
              <a:t>https://nld.com.vn/kinh-te/nhan-hieu-binh-minh-co-toi-hai-chu-232336.htm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503805" y="345440"/>
            <a:ext cx="3956685" cy="64185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p:txBody>
          <a:bodyPr anchor="ctr" anchorCtr="0"/>
          <a:lstStyle/>
          <a:p>
            <a:endParaRPr lang="en-US" altLang="zh-CN"/>
          </a:p>
        </p:txBody>
      </p:sp>
      <p:sp>
        <p:nvSpPr>
          <p:cNvPr id="9218" name="Content Placeholder 2"/>
          <p:cNvSpPr>
            <a:spLocks noGrp="1"/>
          </p:cNvSpPr>
          <p:nvPr>
            <p:ph idx="1"/>
          </p:nvPr>
        </p:nvSpPr>
        <p:spPr/>
        <p:txBody>
          <a:bodyPr anchor="t" anchorCtr="0"/>
          <a:lstStyle/>
          <a:p>
            <a:r>
              <a:rPr lang="en-US" altLang="zh-CN" dirty="0">
                <a:solidFill>
                  <a:srgbClr val="FF0000"/>
                </a:solidFill>
              </a:rPr>
              <a:t>3. </a:t>
            </a:r>
            <a:r>
              <a:rPr lang="en-US" altLang="zh-CN" dirty="0" err="1">
                <a:solidFill>
                  <a:srgbClr val="FF0000"/>
                </a:solidFill>
              </a:rPr>
              <a:t>Đối</a:t>
            </a:r>
            <a:r>
              <a:rPr lang="en-US" altLang="zh-CN" dirty="0">
                <a:solidFill>
                  <a:srgbClr val="FF0000"/>
                </a:solidFill>
              </a:rPr>
              <a:t> </a:t>
            </a:r>
            <a:r>
              <a:rPr lang="en-US" altLang="zh-CN" dirty="0" err="1">
                <a:solidFill>
                  <a:srgbClr val="FF0000"/>
                </a:solidFill>
              </a:rPr>
              <a:t>tượng</a:t>
            </a:r>
            <a:r>
              <a:rPr lang="en-US" altLang="zh-CN" dirty="0">
                <a:solidFill>
                  <a:srgbClr val="FF0000"/>
                </a:solidFill>
              </a:rPr>
              <a:t> </a:t>
            </a:r>
            <a:r>
              <a:rPr lang="en-US" altLang="zh-CN" dirty="0" err="1">
                <a:solidFill>
                  <a:srgbClr val="FF0000"/>
                </a:solidFill>
              </a:rPr>
              <a:t>quyền</a:t>
            </a:r>
            <a:r>
              <a:rPr lang="en-US" altLang="zh-CN" dirty="0">
                <a:solidFill>
                  <a:srgbClr val="FF0000"/>
                </a:solidFill>
              </a:rPr>
              <a:t> </a:t>
            </a:r>
            <a:r>
              <a:rPr lang="en-US" altLang="zh-CN" dirty="0" err="1">
                <a:solidFill>
                  <a:srgbClr val="FF0000"/>
                </a:solidFill>
              </a:rPr>
              <a:t>đối</a:t>
            </a:r>
            <a:r>
              <a:rPr lang="en-US" altLang="zh-CN" dirty="0">
                <a:solidFill>
                  <a:srgbClr val="FF0000"/>
                </a:solidFill>
              </a:rPr>
              <a:t> </a:t>
            </a:r>
            <a:r>
              <a:rPr lang="en-US" altLang="zh-CN" dirty="0" err="1">
                <a:solidFill>
                  <a:srgbClr val="FF0000"/>
                </a:solidFill>
              </a:rPr>
              <a:t>với</a:t>
            </a:r>
            <a:r>
              <a:rPr lang="en-US" altLang="zh-CN" dirty="0">
                <a:solidFill>
                  <a:srgbClr val="FF0000"/>
                </a:solidFill>
              </a:rPr>
              <a:t> </a:t>
            </a:r>
            <a:r>
              <a:rPr lang="en-US" altLang="zh-CN" dirty="0" err="1">
                <a:solidFill>
                  <a:srgbClr val="FF0000"/>
                </a:solidFill>
                <a:highlight>
                  <a:srgbClr val="FFFF00"/>
                </a:highlight>
              </a:rPr>
              <a:t>giống</a:t>
            </a:r>
            <a:r>
              <a:rPr lang="en-US" altLang="zh-CN" dirty="0">
                <a:solidFill>
                  <a:srgbClr val="FF0000"/>
                </a:solidFill>
                <a:highlight>
                  <a:srgbClr val="FFFF00"/>
                </a:highlight>
              </a:rPr>
              <a:t> </a:t>
            </a:r>
            <a:r>
              <a:rPr lang="en-US" altLang="zh-CN" dirty="0" err="1">
                <a:solidFill>
                  <a:srgbClr val="FF0000"/>
                </a:solidFill>
                <a:highlight>
                  <a:srgbClr val="FFFF00"/>
                </a:highlight>
              </a:rPr>
              <a:t>cây</a:t>
            </a:r>
            <a:r>
              <a:rPr lang="en-US" altLang="zh-CN" dirty="0">
                <a:solidFill>
                  <a:srgbClr val="FF0000"/>
                </a:solidFill>
                <a:highlight>
                  <a:srgbClr val="FFFF00"/>
                </a:highlight>
              </a:rPr>
              <a:t> </a:t>
            </a:r>
            <a:r>
              <a:rPr lang="en-US" altLang="zh-CN" dirty="0" err="1">
                <a:solidFill>
                  <a:srgbClr val="FF0000"/>
                </a:solidFill>
                <a:highlight>
                  <a:srgbClr val="FFFF00"/>
                </a:highlight>
              </a:rPr>
              <a:t>trồng</a:t>
            </a:r>
            <a:r>
              <a:rPr lang="en-US" altLang="zh-CN" dirty="0">
                <a:solidFill>
                  <a:srgbClr val="FF0000"/>
                </a:solidFill>
                <a:highlight>
                  <a:srgbClr val="FFFF00"/>
                </a:highlight>
              </a:rPr>
              <a:t> </a:t>
            </a:r>
            <a:r>
              <a:rPr lang="en-US" altLang="zh-CN" dirty="0" err="1">
                <a:solidFill>
                  <a:srgbClr val="FF0000"/>
                </a:solidFill>
              </a:rPr>
              <a:t>là</a:t>
            </a:r>
            <a:r>
              <a:rPr lang="en-US" altLang="zh-CN" dirty="0">
                <a:solidFill>
                  <a:srgbClr val="FF0000"/>
                </a:solidFill>
              </a:rPr>
              <a:t> </a:t>
            </a:r>
            <a:r>
              <a:rPr lang="en-US" altLang="zh-CN" dirty="0" err="1">
                <a:solidFill>
                  <a:srgbClr val="FF0000"/>
                </a:solidFill>
              </a:rPr>
              <a:t>vật</a:t>
            </a:r>
            <a:r>
              <a:rPr lang="en-US" altLang="zh-CN" dirty="0">
                <a:solidFill>
                  <a:srgbClr val="FF0000"/>
                </a:solidFill>
              </a:rPr>
              <a:t> </a:t>
            </a:r>
            <a:r>
              <a:rPr lang="en-US" altLang="zh-CN" dirty="0" err="1">
                <a:solidFill>
                  <a:srgbClr val="FF0000"/>
                </a:solidFill>
              </a:rPr>
              <a:t>liệu</a:t>
            </a:r>
            <a:r>
              <a:rPr lang="en-US" altLang="zh-CN" dirty="0">
                <a:solidFill>
                  <a:srgbClr val="FF0000"/>
                </a:solidFill>
              </a:rPr>
              <a:t> </a:t>
            </a:r>
            <a:r>
              <a:rPr lang="en-US" altLang="zh-CN" dirty="0" err="1">
                <a:solidFill>
                  <a:srgbClr val="FF0000"/>
                </a:solidFill>
              </a:rPr>
              <a:t>nhân</a:t>
            </a:r>
            <a:r>
              <a:rPr lang="en-US" altLang="zh-CN" dirty="0">
                <a:solidFill>
                  <a:srgbClr val="FF0000"/>
                </a:solidFill>
              </a:rPr>
              <a:t> </a:t>
            </a:r>
            <a:r>
              <a:rPr lang="en-US" altLang="zh-CN" dirty="0" err="1">
                <a:solidFill>
                  <a:srgbClr val="FF0000"/>
                </a:solidFill>
              </a:rPr>
              <a:t>giống</a:t>
            </a:r>
            <a:r>
              <a:rPr lang="en-US" altLang="zh-CN" dirty="0">
                <a:solidFill>
                  <a:srgbClr val="FF0000"/>
                </a:solidFill>
              </a:rPr>
              <a:t> </a:t>
            </a:r>
            <a:r>
              <a:rPr lang="en-US" altLang="zh-CN" dirty="0" err="1">
                <a:solidFill>
                  <a:srgbClr val="FF0000"/>
                </a:solidFill>
              </a:rPr>
              <a:t>và</a:t>
            </a:r>
            <a:r>
              <a:rPr lang="en-US" altLang="zh-CN" dirty="0">
                <a:solidFill>
                  <a:srgbClr val="FF0000"/>
                </a:solidFill>
              </a:rPr>
              <a:t> </a:t>
            </a:r>
            <a:r>
              <a:rPr lang="en-US" altLang="zh-CN" dirty="0" err="1">
                <a:solidFill>
                  <a:srgbClr val="FF0000"/>
                </a:solidFill>
              </a:rPr>
              <a:t>vật</a:t>
            </a:r>
            <a:r>
              <a:rPr lang="en-US" altLang="zh-CN" dirty="0">
                <a:solidFill>
                  <a:srgbClr val="FF0000"/>
                </a:solidFill>
              </a:rPr>
              <a:t> </a:t>
            </a:r>
            <a:r>
              <a:rPr lang="en-US" altLang="zh-CN" dirty="0" err="1">
                <a:solidFill>
                  <a:srgbClr val="FF0000"/>
                </a:solidFill>
              </a:rPr>
              <a:t>liệu</a:t>
            </a:r>
            <a:r>
              <a:rPr lang="en-US" altLang="zh-CN" dirty="0">
                <a:solidFill>
                  <a:srgbClr val="FF0000"/>
                </a:solidFill>
              </a:rPr>
              <a:t> </a:t>
            </a:r>
            <a:r>
              <a:rPr lang="en-US" altLang="zh-CN" dirty="0" err="1">
                <a:solidFill>
                  <a:srgbClr val="FF0000"/>
                </a:solidFill>
              </a:rPr>
              <a:t>thu</a:t>
            </a:r>
            <a:r>
              <a:rPr lang="en-US" altLang="zh-CN" dirty="0">
                <a:solidFill>
                  <a:srgbClr val="FF0000"/>
                </a:solidFill>
              </a:rPr>
              <a:t> </a:t>
            </a:r>
            <a:r>
              <a:rPr lang="en-US" altLang="zh-CN" dirty="0" err="1">
                <a:solidFill>
                  <a:srgbClr val="FF0000"/>
                </a:solidFill>
              </a:rPr>
              <a:t>hoạch</a:t>
            </a:r>
            <a:r>
              <a:rPr lang="en-US" altLang="zh-CN" dirty="0">
                <a:solidFill>
                  <a:srgbClr val="FF0000"/>
                </a:solidFill>
              </a:rPr>
              <a:t>.</a:t>
            </a:r>
          </a:p>
          <a:p>
            <a:endParaRPr lang="en-US" altLang="zh-CN" dirty="0"/>
          </a:p>
          <a:p>
            <a:endParaRPr lang="en-US" altLang="zh-CN" dirty="0"/>
          </a:p>
          <a:p>
            <a:r>
              <a:rPr lang="en-US" altLang="zh-CN" dirty="0" err="1"/>
              <a:t>Gạo</a:t>
            </a:r>
            <a:r>
              <a:rPr lang="en-US" altLang="zh-CN" dirty="0"/>
              <a:t> ST25, </a:t>
            </a:r>
            <a:r>
              <a:rPr lang="en-US" altLang="zh-CN" dirty="0" err="1"/>
              <a:t>Gạo</a:t>
            </a:r>
            <a:r>
              <a:rPr lang="en-US" altLang="zh-CN" dirty="0"/>
              <a:t> </a:t>
            </a:r>
            <a:r>
              <a:rPr lang="en-US" altLang="zh-CN" dirty="0" err="1"/>
              <a:t>ông</a:t>
            </a:r>
            <a:r>
              <a:rPr lang="en-US" altLang="zh-CN" dirty="0"/>
              <a:t> Cua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p:cNvSpPr>
            <a:spLocks noGrp="1"/>
          </p:cNvSpPr>
          <p:nvPr>
            <p:ph type="title"/>
          </p:nvPr>
        </p:nvSpPr>
        <p:spPr/>
        <p:txBody>
          <a:bodyPr anchor="ctr" anchorCtr="0"/>
          <a:lstStyle/>
          <a:p>
            <a:endParaRPr lang="en-US" altLang="zh-CN"/>
          </a:p>
        </p:txBody>
      </p:sp>
      <p:sp>
        <p:nvSpPr>
          <p:cNvPr id="10242" name="Content Placeholder 2"/>
          <p:cNvSpPr>
            <a:spLocks noGrp="1"/>
          </p:cNvSpPr>
          <p:nvPr>
            <p:ph idx="1"/>
          </p:nvPr>
        </p:nvSpPr>
        <p:spPr/>
        <p:txBody>
          <a:bodyPr anchor="t" anchorCtr="0"/>
          <a:lstStyle/>
          <a:p>
            <a:r>
              <a:rPr lang="en-US" altLang="zh-CN" dirty="0" err="1">
                <a:solidFill>
                  <a:srgbClr val="FF0000"/>
                </a:solidFill>
                <a:highlight>
                  <a:srgbClr val="FFFF00"/>
                </a:highlight>
                <a:latin typeface="Times New Roman" panose="02020603050405020304" pitchFamily="18" charset="0"/>
              </a:rPr>
              <a:t>Điều</a:t>
            </a:r>
            <a:r>
              <a:rPr lang="en-US" altLang="zh-CN" dirty="0">
                <a:solidFill>
                  <a:srgbClr val="FF0000"/>
                </a:solidFill>
                <a:highlight>
                  <a:srgbClr val="FFFF00"/>
                </a:highlight>
                <a:latin typeface="Times New Roman" panose="02020603050405020304" pitchFamily="18" charset="0"/>
              </a:rPr>
              <a:t> 6. </a:t>
            </a:r>
            <a:r>
              <a:rPr lang="en-US" altLang="zh-CN" dirty="0" err="1">
                <a:solidFill>
                  <a:srgbClr val="FF0000"/>
                </a:solidFill>
                <a:highlight>
                  <a:srgbClr val="FFFF00"/>
                </a:highlight>
                <a:latin typeface="Times New Roman" panose="02020603050405020304" pitchFamily="18" charset="0"/>
              </a:rPr>
              <a:t>Căn</a:t>
            </a:r>
            <a:r>
              <a:rPr lang="en-US" altLang="zh-CN" dirty="0">
                <a:solidFill>
                  <a:srgbClr val="FF0000"/>
                </a:solidFill>
                <a:highlight>
                  <a:srgbClr val="FFFF00"/>
                </a:highlight>
                <a:latin typeface="Times New Roman" panose="02020603050405020304" pitchFamily="18" charset="0"/>
              </a:rPr>
              <a:t> </a:t>
            </a:r>
            <a:r>
              <a:rPr lang="en-US" altLang="zh-CN" dirty="0" err="1">
                <a:solidFill>
                  <a:srgbClr val="FF0000"/>
                </a:solidFill>
                <a:highlight>
                  <a:srgbClr val="FFFF00"/>
                </a:highlight>
                <a:latin typeface="Times New Roman" panose="02020603050405020304" pitchFamily="18" charset="0"/>
              </a:rPr>
              <a:t>cứ</a:t>
            </a:r>
            <a:r>
              <a:rPr lang="en-US" altLang="zh-CN" dirty="0">
                <a:solidFill>
                  <a:srgbClr val="FF0000"/>
                </a:solidFill>
                <a:highlight>
                  <a:srgbClr val="FFFF00"/>
                </a:highlight>
                <a:latin typeface="Times New Roman" panose="02020603050405020304" pitchFamily="18" charset="0"/>
              </a:rPr>
              <a:t> </a:t>
            </a:r>
            <a:r>
              <a:rPr lang="en-US" altLang="zh-CN" dirty="0" err="1">
                <a:solidFill>
                  <a:srgbClr val="FF0000"/>
                </a:solidFill>
                <a:highlight>
                  <a:srgbClr val="FFFF00"/>
                </a:highlight>
                <a:latin typeface="Times New Roman" panose="02020603050405020304" pitchFamily="18" charset="0"/>
              </a:rPr>
              <a:t>phát</a:t>
            </a:r>
            <a:r>
              <a:rPr lang="en-US" altLang="zh-CN" dirty="0">
                <a:solidFill>
                  <a:srgbClr val="FF0000"/>
                </a:solidFill>
                <a:highlight>
                  <a:srgbClr val="FFFF00"/>
                </a:highlight>
                <a:latin typeface="Times New Roman" panose="02020603050405020304" pitchFamily="18" charset="0"/>
              </a:rPr>
              <a:t> </a:t>
            </a:r>
            <a:r>
              <a:rPr lang="en-US" altLang="zh-CN" dirty="0" err="1">
                <a:solidFill>
                  <a:srgbClr val="FF0000"/>
                </a:solidFill>
                <a:highlight>
                  <a:srgbClr val="FFFF00"/>
                </a:highlight>
                <a:latin typeface="Times New Roman" panose="02020603050405020304" pitchFamily="18" charset="0"/>
              </a:rPr>
              <a:t>sinh</a:t>
            </a:r>
            <a:r>
              <a:rPr lang="en-US" altLang="zh-CN" dirty="0">
                <a:solidFill>
                  <a:srgbClr val="FF0000"/>
                </a:solidFill>
                <a:highlight>
                  <a:srgbClr val="FFFF00"/>
                </a:highlight>
                <a:latin typeface="Times New Roman" panose="02020603050405020304" pitchFamily="18" charset="0"/>
              </a:rPr>
              <a:t>, </a:t>
            </a:r>
            <a:r>
              <a:rPr lang="en-US" altLang="zh-CN" dirty="0" err="1">
                <a:solidFill>
                  <a:srgbClr val="FF0000"/>
                </a:solidFill>
                <a:highlight>
                  <a:srgbClr val="FFFF00"/>
                </a:highlight>
                <a:latin typeface="Times New Roman" panose="02020603050405020304" pitchFamily="18" charset="0"/>
              </a:rPr>
              <a:t>xác</a:t>
            </a:r>
            <a:r>
              <a:rPr lang="en-US" altLang="zh-CN" dirty="0">
                <a:solidFill>
                  <a:srgbClr val="FF0000"/>
                </a:solidFill>
                <a:highlight>
                  <a:srgbClr val="FFFF00"/>
                </a:highlight>
                <a:latin typeface="Times New Roman" panose="02020603050405020304" pitchFamily="18" charset="0"/>
              </a:rPr>
              <a:t> </a:t>
            </a:r>
            <a:r>
              <a:rPr lang="en-US" altLang="zh-CN" dirty="0" err="1">
                <a:solidFill>
                  <a:srgbClr val="FF0000"/>
                </a:solidFill>
                <a:highlight>
                  <a:srgbClr val="FFFF00"/>
                </a:highlight>
                <a:latin typeface="Times New Roman" panose="02020603050405020304" pitchFamily="18" charset="0"/>
              </a:rPr>
              <a:t>lập</a:t>
            </a:r>
            <a:r>
              <a:rPr lang="en-US" altLang="zh-CN" dirty="0">
                <a:solidFill>
                  <a:srgbClr val="FF0000"/>
                </a:solidFill>
                <a:highlight>
                  <a:srgbClr val="FFFF00"/>
                </a:highlight>
                <a:latin typeface="Times New Roman" panose="02020603050405020304" pitchFamily="18" charset="0"/>
              </a:rPr>
              <a:t> </a:t>
            </a:r>
            <a:r>
              <a:rPr lang="en-US" altLang="zh-CN" dirty="0" err="1">
                <a:solidFill>
                  <a:srgbClr val="FF0000"/>
                </a:solidFill>
                <a:highlight>
                  <a:srgbClr val="FFFF00"/>
                </a:highlight>
                <a:latin typeface="Times New Roman" panose="02020603050405020304" pitchFamily="18" charset="0"/>
              </a:rPr>
              <a:t>quyền</a:t>
            </a:r>
            <a:r>
              <a:rPr lang="en-US" altLang="zh-CN" dirty="0">
                <a:solidFill>
                  <a:srgbClr val="FF0000"/>
                </a:solidFill>
                <a:highlight>
                  <a:srgbClr val="FFFF00"/>
                </a:highlight>
                <a:latin typeface="Times New Roman" panose="02020603050405020304" pitchFamily="18" charset="0"/>
              </a:rPr>
              <a:t> </a:t>
            </a:r>
            <a:r>
              <a:rPr lang="en-US" altLang="zh-CN" dirty="0" err="1">
                <a:solidFill>
                  <a:srgbClr val="FF0000"/>
                </a:solidFill>
                <a:highlight>
                  <a:srgbClr val="FFFF00"/>
                </a:highlight>
                <a:latin typeface="Times New Roman" panose="02020603050405020304" pitchFamily="18" charset="0"/>
              </a:rPr>
              <a:t>sở</a:t>
            </a:r>
            <a:r>
              <a:rPr lang="en-US" altLang="zh-CN" dirty="0">
                <a:solidFill>
                  <a:srgbClr val="FF0000"/>
                </a:solidFill>
                <a:highlight>
                  <a:srgbClr val="FFFF00"/>
                </a:highlight>
                <a:latin typeface="Times New Roman" panose="02020603050405020304" pitchFamily="18" charset="0"/>
              </a:rPr>
              <a:t> </a:t>
            </a:r>
            <a:r>
              <a:rPr lang="en-US" altLang="zh-CN" dirty="0" err="1">
                <a:solidFill>
                  <a:srgbClr val="FF0000"/>
                </a:solidFill>
                <a:highlight>
                  <a:srgbClr val="FFFF00"/>
                </a:highlight>
                <a:latin typeface="Times New Roman" panose="02020603050405020304" pitchFamily="18" charset="0"/>
              </a:rPr>
              <a:t>hữu</a:t>
            </a:r>
            <a:r>
              <a:rPr lang="en-US" altLang="zh-CN" dirty="0">
                <a:solidFill>
                  <a:srgbClr val="FF0000"/>
                </a:solidFill>
                <a:highlight>
                  <a:srgbClr val="FFFF00"/>
                </a:highlight>
                <a:latin typeface="Times New Roman" panose="02020603050405020304" pitchFamily="18" charset="0"/>
              </a:rPr>
              <a:t> </a:t>
            </a:r>
            <a:r>
              <a:rPr lang="en-US" altLang="zh-CN" dirty="0" err="1">
                <a:solidFill>
                  <a:srgbClr val="FF0000"/>
                </a:solidFill>
                <a:highlight>
                  <a:srgbClr val="FFFF00"/>
                </a:highlight>
                <a:latin typeface="Times New Roman" panose="02020603050405020304" pitchFamily="18" charset="0"/>
              </a:rPr>
              <a:t>trí</a:t>
            </a:r>
            <a:r>
              <a:rPr lang="en-US" altLang="zh-CN" dirty="0">
                <a:solidFill>
                  <a:srgbClr val="FF0000"/>
                </a:solidFill>
                <a:highlight>
                  <a:srgbClr val="FFFF00"/>
                </a:highlight>
                <a:latin typeface="Times New Roman" panose="02020603050405020304" pitchFamily="18" charset="0"/>
              </a:rPr>
              <a:t> </a:t>
            </a:r>
            <a:r>
              <a:rPr lang="en-US" altLang="zh-CN" dirty="0" err="1">
                <a:solidFill>
                  <a:srgbClr val="FF0000"/>
                </a:solidFill>
                <a:highlight>
                  <a:srgbClr val="FFFF00"/>
                </a:highlight>
                <a:latin typeface="Times New Roman" panose="02020603050405020304" pitchFamily="18" charset="0"/>
              </a:rPr>
              <a:t>tuệ</a:t>
            </a:r>
            <a:endParaRPr lang="en-US" altLang="zh-CN" dirty="0">
              <a:solidFill>
                <a:srgbClr val="FF0000"/>
              </a:solidFill>
              <a:highlight>
                <a:srgbClr val="FFFF00"/>
              </a:highlight>
              <a:latin typeface="Times New Roman" panose="02020603050405020304" pitchFamily="18" charset="0"/>
            </a:endParaRPr>
          </a:p>
          <a:p>
            <a:r>
              <a:rPr lang="en-US" altLang="zh-CN" dirty="0">
                <a:latin typeface="Times New Roman" panose="02020603050405020304" pitchFamily="18" charset="0"/>
              </a:rPr>
              <a:t>1. Quyền </a:t>
            </a:r>
            <a:r>
              <a:rPr lang="en-US" altLang="zh-CN" dirty="0" err="1">
                <a:latin typeface="Times New Roman" panose="02020603050405020304" pitchFamily="18" charset="0"/>
              </a:rPr>
              <a:t>tác</a:t>
            </a:r>
            <a:r>
              <a:rPr lang="en-US" altLang="zh-CN" dirty="0">
                <a:latin typeface="Times New Roman" panose="02020603050405020304" pitchFamily="18" charset="0"/>
              </a:rPr>
              <a:t> </a:t>
            </a:r>
            <a:r>
              <a:rPr lang="en-US" altLang="zh-CN" dirty="0" err="1">
                <a:latin typeface="Times New Roman" panose="02020603050405020304" pitchFamily="18" charset="0"/>
              </a:rPr>
              <a:t>giả</a:t>
            </a:r>
            <a:r>
              <a:rPr lang="en-US" altLang="zh-CN" dirty="0">
                <a:latin typeface="Times New Roman" panose="02020603050405020304" pitchFamily="18" charset="0"/>
              </a:rPr>
              <a:t> </a:t>
            </a:r>
            <a:r>
              <a:rPr lang="en-US" altLang="zh-CN" dirty="0" err="1">
                <a:latin typeface="Times New Roman" panose="02020603050405020304" pitchFamily="18" charset="0"/>
              </a:rPr>
              <a:t>phát</a:t>
            </a:r>
            <a:r>
              <a:rPr lang="en-US" altLang="zh-CN" dirty="0">
                <a:latin typeface="Times New Roman" panose="02020603050405020304" pitchFamily="18" charset="0"/>
              </a:rPr>
              <a:t> </a:t>
            </a:r>
            <a:r>
              <a:rPr lang="en-US" altLang="zh-CN" dirty="0" err="1">
                <a:latin typeface="Times New Roman" panose="02020603050405020304" pitchFamily="18" charset="0"/>
              </a:rPr>
              <a:t>sinh</a:t>
            </a:r>
            <a:r>
              <a:rPr lang="en-US" altLang="zh-CN" dirty="0">
                <a:latin typeface="Times New Roman" panose="02020603050405020304" pitchFamily="18" charset="0"/>
              </a:rPr>
              <a:t> </a:t>
            </a:r>
            <a:r>
              <a:rPr lang="en-US" altLang="zh-CN" dirty="0" err="1">
                <a:latin typeface="Times New Roman" panose="02020603050405020304" pitchFamily="18" charset="0"/>
              </a:rPr>
              <a:t>kể</a:t>
            </a:r>
            <a:r>
              <a:rPr lang="en-US" altLang="zh-CN" dirty="0">
                <a:latin typeface="Times New Roman" panose="02020603050405020304" pitchFamily="18" charset="0"/>
              </a:rPr>
              <a:t> </a:t>
            </a:r>
            <a:r>
              <a:rPr lang="en-US" altLang="zh-CN" dirty="0" err="1">
                <a:solidFill>
                  <a:srgbClr val="FF0000"/>
                </a:solidFill>
                <a:latin typeface="Times New Roman" panose="02020603050405020304" pitchFamily="18" charset="0"/>
              </a:rPr>
              <a:t>từ</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khi</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tác</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phẩm</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được</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sáng</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tạo</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và</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được</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thể</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hiện</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dưới</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một</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hình</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thức</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vật</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chất</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nhất</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định</a:t>
            </a:r>
            <a:r>
              <a:rPr lang="en-US" altLang="zh-CN" dirty="0">
                <a:latin typeface="Times New Roman" panose="02020603050405020304" pitchFamily="18" charset="0"/>
              </a:rPr>
              <a:t>, </a:t>
            </a:r>
          </a:p>
          <a:p>
            <a:r>
              <a:rPr lang="en-US" altLang="zh-CN" dirty="0" err="1">
                <a:latin typeface="Times New Roman" panose="02020603050405020304" pitchFamily="18" charset="0"/>
              </a:rPr>
              <a:t>không</a:t>
            </a:r>
            <a:r>
              <a:rPr lang="en-US" altLang="zh-CN" dirty="0">
                <a:latin typeface="Times New Roman" panose="02020603050405020304" pitchFamily="18" charset="0"/>
              </a:rPr>
              <a:t> </a:t>
            </a:r>
            <a:r>
              <a:rPr lang="en-US" altLang="zh-CN" dirty="0" err="1">
                <a:latin typeface="Times New Roman" panose="02020603050405020304" pitchFamily="18" charset="0"/>
              </a:rPr>
              <a:t>phân</a:t>
            </a:r>
            <a:r>
              <a:rPr lang="en-US" altLang="zh-CN" dirty="0">
                <a:latin typeface="Times New Roman" panose="02020603050405020304" pitchFamily="18" charset="0"/>
              </a:rPr>
              <a:t> </a:t>
            </a:r>
            <a:r>
              <a:rPr lang="en-US" altLang="zh-CN" dirty="0" err="1">
                <a:latin typeface="Times New Roman" panose="02020603050405020304" pitchFamily="18" charset="0"/>
              </a:rPr>
              <a:t>biệt</a:t>
            </a:r>
            <a:r>
              <a:rPr lang="en-US" altLang="zh-CN" dirty="0">
                <a:latin typeface="Times New Roman" panose="02020603050405020304" pitchFamily="18" charset="0"/>
              </a:rPr>
              <a:t> </a:t>
            </a:r>
            <a:r>
              <a:rPr lang="en-US" altLang="zh-CN" dirty="0" err="1">
                <a:latin typeface="Times New Roman" panose="02020603050405020304" pitchFamily="18" charset="0"/>
              </a:rPr>
              <a:t>nội</a:t>
            </a:r>
            <a:r>
              <a:rPr lang="en-US" altLang="zh-CN" dirty="0">
                <a:latin typeface="Times New Roman" panose="02020603050405020304" pitchFamily="18" charset="0"/>
              </a:rPr>
              <a:t> dung, </a:t>
            </a:r>
            <a:r>
              <a:rPr lang="en-US" altLang="zh-CN" dirty="0" err="1">
                <a:latin typeface="Times New Roman" panose="02020603050405020304" pitchFamily="18" charset="0"/>
              </a:rPr>
              <a:t>chất</a:t>
            </a:r>
            <a:r>
              <a:rPr lang="en-US" altLang="zh-CN" dirty="0">
                <a:latin typeface="Times New Roman" panose="02020603050405020304" pitchFamily="18" charset="0"/>
              </a:rPr>
              <a:t> </a:t>
            </a:r>
            <a:r>
              <a:rPr lang="en-US" altLang="zh-CN" dirty="0" err="1">
                <a:latin typeface="Times New Roman" panose="02020603050405020304" pitchFamily="18" charset="0"/>
              </a:rPr>
              <a:t>lượng</a:t>
            </a:r>
            <a:r>
              <a:rPr lang="en-US" altLang="zh-CN" dirty="0">
                <a:latin typeface="Times New Roman" panose="02020603050405020304" pitchFamily="18" charset="0"/>
              </a:rPr>
              <a:t>, </a:t>
            </a:r>
            <a:r>
              <a:rPr lang="en-US" altLang="zh-CN" dirty="0" err="1">
                <a:latin typeface="Times New Roman" panose="02020603050405020304" pitchFamily="18" charset="0"/>
              </a:rPr>
              <a:t>hình</a:t>
            </a:r>
            <a:r>
              <a:rPr lang="en-US" altLang="zh-CN" dirty="0">
                <a:latin typeface="Times New Roman" panose="02020603050405020304" pitchFamily="18" charset="0"/>
              </a:rPr>
              <a:t> </a:t>
            </a:r>
            <a:r>
              <a:rPr lang="en-US" altLang="zh-CN" dirty="0" err="1">
                <a:latin typeface="Times New Roman" panose="02020603050405020304" pitchFamily="18" charset="0"/>
              </a:rPr>
              <a:t>thức</a:t>
            </a:r>
            <a:r>
              <a:rPr lang="en-US" altLang="zh-CN" dirty="0">
                <a:latin typeface="Times New Roman" panose="02020603050405020304" pitchFamily="18" charset="0"/>
              </a:rPr>
              <a:t>, </a:t>
            </a:r>
            <a:r>
              <a:rPr lang="en-US" altLang="zh-CN" dirty="0" err="1">
                <a:latin typeface="Times New Roman" panose="02020603050405020304" pitchFamily="18" charset="0"/>
              </a:rPr>
              <a:t>phương</a:t>
            </a:r>
            <a:r>
              <a:rPr lang="en-US" altLang="zh-CN" dirty="0">
                <a:latin typeface="Times New Roman" panose="02020603050405020304" pitchFamily="18" charset="0"/>
              </a:rPr>
              <a:t> </a:t>
            </a:r>
            <a:r>
              <a:rPr lang="en-US" altLang="zh-CN" dirty="0" err="1">
                <a:latin typeface="Times New Roman" panose="02020603050405020304" pitchFamily="18" charset="0"/>
              </a:rPr>
              <a:t>tiện</a:t>
            </a:r>
            <a:r>
              <a:rPr lang="en-US" altLang="zh-CN" dirty="0">
                <a:latin typeface="Times New Roman" panose="02020603050405020304" pitchFamily="18" charset="0"/>
              </a:rPr>
              <a:t>, </a:t>
            </a:r>
            <a:r>
              <a:rPr lang="en-US" altLang="zh-CN" dirty="0" err="1">
                <a:latin typeface="Times New Roman" panose="02020603050405020304" pitchFamily="18" charset="0"/>
              </a:rPr>
              <a:t>ngôn</a:t>
            </a:r>
            <a:r>
              <a:rPr lang="en-US" altLang="zh-CN" dirty="0">
                <a:latin typeface="Times New Roman" panose="02020603050405020304" pitchFamily="18" charset="0"/>
              </a:rPr>
              <a:t> </a:t>
            </a:r>
            <a:r>
              <a:rPr lang="en-US" altLang="zh-CN" dirty="0" err="1">
                <a:latin typeface="Times New Roman" panose="02020603050405020304" pitchFamily="18" charset="0"/>
              </a:rPr>
              <a:t>ngữ</a:t>
            </a:r>
            <a:r>
              <a:rPr lang="en-US" altLang="zh-CN" dirty="0">
                <a:latin typeface="Times New Roman" panose="02020603050405020304" pitchFamily="18" charset="0"/>
              </a:rPr>
              <a:t>, </a:t>
            </a:r>
            <a:r>
              <a:rPr lang="en-US" altLang="zh-CN" dirty="0" err="1">
                <a:solidFill>
                  <a:srgbClr val="FF0000"/>
                </a:solidFill>
                <a:latin typeface="Times New Roman" panose="02020603050405020304" pitchFamily="18" charset="0"/>
              </a:rPr>
              <a:t>đã</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công</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bố</a:t>
            </a:r>
            <a:r>
              <a:rPr lang="en-US" altLang="zh-CN" dirty="0">
                <a:solidFill>
                  <a:srgbClr val="FF0000"/>
                </a:solidFill>
                <a:latin typeface="Times New Roman" panose="02020603050405020304" pitchFamily="18" charset="0"/>
              </a:rPr>
              <a:t> hay </a:t>
            </a:r>
            <a:r>
              <a:rPr lang="en-US" altLang="zh-CN" dirty="0" err="1">
                <a:solidFill>
                  <a:srgbClr val="FF0000"/>
                </a:solidFill>
                <a:latin typeface="Times New Roman" panose="02020603050405020304" pitchFamily="18" charset="0"/>
              </a:rPr>
              <a:t>chưa</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công</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bố</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đã</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đăng</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ký</a:t>
            </a:r>
            <a:r>
              <a:rPr lang="en-US" altLang="zh-CN" dirty="0">
                <a:solidFill>
                  <a:srgbClr val="FF0000"/>
                </a:solidFill>
                <a:latin typeface="Times New Roman" panose="02020603050405020304" pitchFamily="18" charset="0"/>
              </a:rPr>
              <a:t> hay </a:t>
            </a:r>
            <a:r>
              <a:rPr lang="en-US" altLang="zh-CN" dirty="0" err="1">
                <a:solidFill>
                  <a:srgbClr val="FF0000"/>
                </a:solidFill>
                <a:latin typeface="Times New Roman" panose="02020603050405020304" pitchFamily="18" charset="0"/>
              </a:rPr>
              <a:t>chưa</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đăng</a:t>
            </a:r>
            <a:r>
              <a:rPr lang="en-US" altLang="zh-CN" dirty="0">
                <a:solidFill>
                  <a:srgbClr val="FF0000"/>
                </a:solidFill>
                <a:latin typeface="Times New Roman" panose="02020603050405020304" pitchFamily="18" charset="0"/>
              </a:rPr>
              <a:t> </a:t>
            </a:r>
            <a:r>
              <a:rPr lang="en-US" altLang="zh-CN" dirty="0" err="1">
                <a:solidFill>
                  <a:srgbClr val="FF0000"/>
                </a:solidFill>
                <a:latin typeface="Times New Roman" panose="02020603050405020304" pitchFamily="18" charset="0"/>
              </a:rPr>
              <a:t>ký</a:t>
            </a:r>
            <a:r>
              <a:rPr lang="en-US" altLang="zh-CN" dirty="0">
                <a:solidFill>
                  <a:srgbClr val="FF0000"/>
                </a:solidFill>
                <a:latin typeface="Times New Roman" panose="02020603050405020304" pitchFamily="18" charset="0"/>
              </a:rPr>
              <a:t>.</a:t>
            </a:r>
          </a:p>
          <a:p>
            <a:endParaRPr lang="en-US" altLang="zh-CN" sz="1200" dirty="0">
              <a:solidFill>
                <a:srgbClr val="FF0000"/>
              </a:solidFill>
              <a:latin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zh-CN" sz="2400">
                <a:solidFill>
                  <a:srgbClr val="FF0000"/>
                </a:solidFill>
                <a:latin typeface="Times New Roman" panose="02020603050405020304" pitchFamily="18" charset="0"/>
                <a:sym typeface="+mn-ea"/>
              </a:rPr>
              <a:t>Vào tháng 10/2011, một giáo viên Mỹ gốc Việt cho biết, công ty Kim Seng, trụ sở tại 1561 Chapin road, MonTebello, California 90640 và tại 6121 Randolph street, City of commerce, California 90040 (Mỹ) kinh doanh đa sản phẩm cũng đã đăng ký thương hiệu “Nước mắm nhỉ thượng hạng Phan Thiết” tại Văn phòng bản quyền sáng chế và nhãn hiệu thương mại Hoa Kỳ, từ ngày 1/6/1999.</a:t>
            </a:r>
            <a:endParaRPr lang="en-US" altLang="zh-CN" sz="2400">
              <a:solidFill>
                <a:srgbClr val="FF0000"/>
              </a:solidFill>
              <a:latin typeface="Times New Roman" panose="02020603050405020304" pitchFamily="18" charset="0"/>
            </a:endParaRPr>
          </a:p>
          <a:p>
            <a:r>
              <a:rPr lang="en-US" altLang="zh-CN" sz="2400">
                <a:solidFill>
                  <a:srgbClr val="FF0000"/>
                </a:solidFill>
                <a:latin typeface="Times New Roman" panose="02020603050405020304" pitchFamily="18" charset="0"/>
                <a:sym typeface="+mn-ea"/>
              </a:rPr>
              <a:t>Vào năm 2009, nhãn hiệu này được gia hạn và có hiệu lực trên toàn nước Mỹ. Điều đáng nói thương hiệu nước mắm Phan Thiết được Kim Seng đăng ký trước khi Việt Nam có Luật Sở hữu trí tuệ năm 2005.</a:t>
            </a:r>
            <a:endParaRPr lang="en-US" altLang="zh-CN" sz="2400">
              <a:solidFill>
                <a:srgbClr val="FF0000"/>
              </a:solidFill>
              <a:latin typeface="Times New Roman" panose="02020603050405020304" pitchFamily="18" charset="0"/>
            </a:endParaRPr>
          </a:p>
          <a:p>
            <a:r>
              <a:rPr lang="en-US" altLang="zh-CN" sz="2400">
                <a:solidFill>
                  <a:srgbClr val="FF0000"/>
                </a:solidFill>
                <a:latin typeface="Times New Roman" panose="02020603050405020304" pitchFamily="18" charset="0"/>
                <a:sym typeface="+mn-ea"/>
              </a:rPr>
              <a:t>https://baophapluat.vn/nuoc-mam-phu-quoc-san-pham-dau-tien-cua-viet-nam-duoc-eu-bao-ho-tung-suyt-mat-thuong-hieu-post321431.html</a:t>
            </a:r>
            <a:endParaRPr lang="en-US" altLang="zh-CN" sz="2400">
              <a:solidFill>
                <a:srgbClr val="FF0000"/>
              </a:solidFill>
              <a:latin typeface="Times New Roman" panose="02020603050405020304" pitchFamily="18" charset="0"/>
            </a:endParaRPr>
          </a:p>
          <a:p>
            <a:endParaRPr lang="en-US" altLang="zh-CN" sz="2400">
              <a:solidFill>
                <a:srgbClr val="FF0000"/>
              </a:solidFill>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zh-CN" sz="4000" dirty="0">
                <a:solidFill>
                  <a:schemeClr val="accent4"/>
                </a:solidFill>
                <a:latin typeface="Times New Roman" panose="02020603050405020304" pitchFamily="18" charset="0"/>
                <a:sym typeface="+mn-ea"/>
              </a:rPr>
              <a:t>2. Quyền </a:t>
            </a:r>
            <a:r>
              <a:rPr lang="en-US" altLang="zh-CN" sz="4000" dirty="0" err="1">
                <a:solidFill>
                  <a:schemeClr val="accent4"/>
                </a:solidFill>
                <a:latin typeface="Times New Roman" panose="02020603050405020304" pitchFamily="18" charset="0"/>
                <a:sym typeface="+mn-ea"/>
              </a:rPr>
              <a:t>liên</a:t>
            </a:r>
            <a:r>
              <a:rPr lang="en-US" altLang="zh-CN" sz="4000" dirty="0">
                <a:solidFill>
                  <a:schemeClr val="accent4"/>
                </a:solidFill>
                <a:latin typeface="Times New Roman" panose="02020603050405020304" pitchFamily="18" charset="0"/>
                <a:sym typeface="+mn-ea"/>
              </a:rPr>
              <a:t> </a:t>
            </a:r>
            <a:r>
              <a:rPr lang="en-US" altLang="zh-CN" sz="4000" dirty="0" err="1">
                <a:solidFill>
                  <a:schemeClr val="accent4"/>
                </a:solidFill>
                <a:latin typeface="Times New Roman" panose="02020603050405020304" pitchFamily="18" charset="0"/>
                <a:sym typeface="+mn-ea"/>
              </a:rPr>
              <a:t>quan</a:t>
            </a:r>
            <a:r>
              <a:rPr lang="en-US" altLang="zh-CN" sz="4000" dirty="0">
                <a:solidFill>
                  <a:schemeClr val="accent4"/>
                </a:solidFill>
                <a:latin typeface="Times New Roman" panose="02020603050405020304" pitchFamily="18" charset="0"/>
                <a:sym typeface="+mn-ea"/>
              </a:rPr>
              <a:t> </a:t>
            </a:r>
            <a:r>
              <a:rPr lang="en-US" altLang="zh-CN" sz="4000" dirty="0" err="1">
                <a:solidFill>
                  <a:schemeClr val="accent4"/>
                </a:solidFill>
                <a:latin typeface="Times New Roman" panose="02020603050405020304" pitchFamily="18" charset="0"/>
                <a:sym typeface="+mn-ea"/>
              </a:rPr>
              <a:t>phát</a:t>
            </a:r>
            <a:r>
              <a:rPr lang="en-US" altLang="zh-CN" sz="4000" dirty="0">
                <a:solidFill>
                  <a:schemeClr val="accent4"/>
                </a:solidFill>
                <a:latin typeface="Times New Roman" panose="02020603050405020304" pitchFamily="18" charset="0"/>
                <a:sym typeface="+mn-ea"/>
              </a:rPr>
              <a:t> </a:t>
            </a:r>
            <a:r>
              <a:rPr lang="en-US" altLang="zh-CN" sz="4000" dirty="0" err="1">
                <a:solidFill>
                  <a:schemeClr val="accent4"/>
                </a:solidFill>
                <a:latin typeface="Times New Roman" panose="02020603050405020304" pitchFamily="18" charset="0"/>
                <a:sym typeface="+mn-ea"/>
              </a:rPr>
              <a:t>sinh</a:t>
            </a:r>
            <a:r>
              <a:rPr lang="en-US" altLang="zh-CN" sz="4000" dirty="0">
                <a:solidFill>
                  <a:schemeClr val="accent4"/>
                </a:solidFill>
                <a:latin typeface="Times New Roman" panose="02020603050405020304" pitchFamily="18" charset="0"/>
                <a:sym typeface="+mn-ea"/>
              </a:rPr>
              <a:t> </a:t>
            </a:r>
            <a:r>
              <a:rPr lang="en-US" altLang="zh-CN" sz="4000" dirty="0" err="1">
                <a:solidFill>
                  <a:schemeClr val="accent4"/>
                </a:solidFill>
                <a:latin typeface="Times New Roman" panose="02020603050405020304" pitchFamily="18" charset="0"/>
                <a:sym typeface="+mn-ea"/>
              </a:rPr>
              <a:t>kể</a:t>
            </a:r>
            <a:r>
              <a:rPr lang="en-US" altLang="zh-CN" sz="4000" dirty="0">
                <a:solidFill>
                  <a:schemeClr val="accent4"/>
                </a:solidFill>
                <a:latin typeface="Times New Roman" panose="02020603050405020304" pitchFamily="18" charset="0"/>
                <a:sym typeface="+mn-ea"/>
              </a:rPr>
              <a:t> </a:t>
            </a:r>
            <a:r>
              <a:rPr lang="en-US" altLang="zh-CN" sz="4000" dirty="0" err="1">
                <a:solidFill>
                  <a:schemeClr val="accent4"/>
                </a:solidFill>
                <a:latin typeface="Times New Roman" panose="02020603050405020304" pitchFamily="18" charset="0"/>
                <a:sym typeface="+mn-ea"/>
              </a:rPr>
              <a:t>từ</a:t>
            </a:r>
            <a:r>
              <a:rPr lang="en-US" altLang="zh-CN" sz="4000" dirty="0">
                <a:solidFill>
                  <a:schemeClr val="accent4"/>
                </a:solidFill>
                <a:latin typeface="Times New Roman" panose="02020603050405020304" pitchFamily="18" charset="0"/>
                <a:sym typeface="+mn-ea"/>
              </a:rPr>
              <a:t> </a:t>
            </a:r>
            <a:r>
              <a:rPr lang="en-US" altLang="zh-CN" sz="4000" dirty="0" err="1">
                <a:solidFill>
                  <a:schemeClr val="accent4"/>
                </a:solidFill>
                <a:latin typeface="Times New Roman" panose="02020603050405020304" pitchFamily="18" charset="0"/>
                <a:sym typeface="+mn-ea"/>
              </a:rPr>
              <a:t>khi</a:t>
            </a:r>
            <a:r>
              <a:rPr lang="en-US" altLang="zh-CN" sz="4000" dirty="0">
                <a:solidFill>
                  <a:schemeClr val="accent4"/>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cuộc</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biểu</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diễn</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bản</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ghi</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âm</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ghi</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hình</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chương</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trình</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phát</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sóng</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tín</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hiệu</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vệ</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tinh</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mang</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chương</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trình</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được</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mã</a:t>
            </a:r>
            <a:r>
              <a:rPr lang="en-US" altLang="zh-CN" sz="4000" dirty="0">
                <a:solidFill>
                  <a:srgbClr val="FF0000"/>
                </a:solidFill>
                <a:latin typeface="Times New Roman" panose="02020603050405020304" pitchFamily="18" charset="0"/>
                <a:sym typeface="+mn-ea"/>
              </a:rPr>
              <a:t> </a:t>
            </a:r>
            <a:r>
              <a:rPr lang="en-US" altLang="zh-CN" sz="4000" dirty="0" err="1">
                <a:solidFill>
                  <a:srgbClr val="FF0000"/>
                </a:solidFill>
                <a:latin typeface="Times New Roman" panose="02020603050405020304" pitchFamily="18" charset="0"/>
                <a:sym typeface="+mn-ea"/>
              </a:rPr>
              <a:t>hoá</a:t>
            </a:r>
            <a:r>
              <a:rPr lang="en-US" altLang="zh-CN" sz="4000" dirty="0">
                <a:solidFill>
                  <a:schemeClr val="accent4"/>
                </a:solidFill>
                <a:latin typeface="Times New Roman" panose="02020603050405020304" pitchFamily="18" charset="0"/>
                <a:sym typeface="+mn-ea"/>
              </a:rPr>
              <a:t> </a:t>
            </a:r>
            <a:r>
              <a:rPr lang="en-US" altLang="zh-CN" sz="4000" dirty="0" err="1">
                <a:solidFill>
                  <a:schemeClr val="accent4"/>
                </a:solidFill>
                <a:latin typeface="Times New Roman" panose="02020603050405020304" pitchFamily="18" charset="0"/>
                <a:sym typeface="+mn-ea"/>
              </a:rPr>
              <a:t>được</a:t>
            </a:r>
            <a:r>
              <a:rPr lang="en-US" altLang="zh-CN" sz="4000" dirty="0">
                <a:solidFill>
                  <a:schemeClr val="accent4"/>
                </a:solidFill>
                <a:latin typeface="Times New Roman" panose="02020603050405020304" pitchFamily="18" charset="0"/>
                <a:sym typeface="+mn-ea"/>
              </a:rPr>
              <a:t> </a:t>
            </a:r>
            <a:r>
              <a:rPr lang="en-US" altLang="zh-CN" sz="4000" dirty="0" err="1">
                <a:solidFill>
                  <a:schemeClr val="accent4"/>
                </a:solidFill>
                <a:latin typeface="Times New Roman" panose="02020603050405020304" pitchFamily="18" charset="0"/>
                <a:sym typeface="+mn-ea"/>
              </a:rPr>
              <a:t>định</a:t>
            </a:r>
            <a:r>
              <a:rPr lang="en-US" altLang="zh-CN" sz="4000" dirty="0">
                <a:solidFill>
                  <a:schemeClr val="accent4"/>
                </a:solidFill>
                <a:latin typeface="Times New Roman" panose="02020603050405020304" pitchFamily="18" charset="0"/>
                <a:sym typeface="+mn-ea"/>
              </a:rPr>
              <a:t> </a:t>
            </a:r>
            <a:r>
              <a:rPr lang="en-US" altLang="zh-CN" sz="4000" dirty="0" err="1">
                <a:solidFill>
                  <a:schemeClr val="accent4"/>
                </a:solidFill>
                <a:latin typeface="Times New Roman" panose="02020603050405020304" pitchFamily="18" charset="0"/>
                <a:sym typeface="+mn-ea"/>
              </a:rPr>
              <a:t>hình</a:t>
            </a:r>
            <a:r>
              <a:rPr lang="en-US" altLang="zh-CN" sz="4000" dirty="0">
                <a:solidFill>
                  <a:schemeClr val="accent4"/>
                </a:solidFill>
                <a:latin typeface="Times New Roman" panose="02020603050405020304" pitchFamily="18" charset="0"/>
                <a:sym typeface="+mn-ea"/>
              </a:rPr>
              <a:t> </a:t>
            </a:r>
            <a:r>
              <a:rPr lang="en-US" altLang="zh-CN" sz="4000" dirty="0" err="1">
                <a:solidFill>
                  <a:schemeClr val="accent4"/>
                </a:solidFill>
                <a:latin typeface="Times New Roman" panose="02020603050405020304" pitchFamily="18" charset="0"/>
                <a:sym typeface="+mn-ea"/>
              </a:rPr>
              <a:t>hoặc</a:t>
            </a:r>
            <a:r>
              <a:rPr lang="en-US" altLang="zh-CN" sz="4000" dirty="0">
                <a:solidFill>
                  <a:schemeClr val="accent4"/>
                </a:solidFill>
                <a:latin typeface="Times New Roman" panose="02020603050405020304" pitchFamily="18" charset="0"/>
                <a:sym typeface="+mn-ea"/>
              </a:rPr>
              <a:t> </a:t>
            </a:r>
            <a:r>
              <a:rPr lang="en-US" altLang="zh-CN" sz="4000" dirty="0" err="1">
                <a:solidFill>
                  <a:schemeClr val="accent4"/>
                </a:solidFill>
                <a:latin typeface="Times New Roman" panose="02020603050405020304" pitchFamily="18" charset="0"/>
                <a:sym typeface="+mn-ea"/>
              </a:rPr>
              <a:t>thực</a:t>
            </a:r>
            <a:r>
              <a:rPr lang="en-US" altLang="zh-CN" sz="4000" dirty="0">
                <a:solidFill>
                  <a:schemeClr val="accent4"/>
                </a:solidFill>
                <a:latin typeface="Times New Roman" panose="02020603050405020304" pitchFamily="18" charset="0"/>
                <a:sym typeface="+mn-ea"/>
              </a:rPr>
              <a:t> </a:t>
            </a:r>
            <a:r>
              <a:rPr lang="en-US" altLang="zh-CN" sz="4000" dirty="0" err="1">
                <a:solidFill>
                  <a:schemeClr val="accent4"/>
                </a:solidFill>
                <a:latin typeface="Times New Roman" panose="02020603050405020304" pitchFamily="18" charset="0"/>
                <a:sym typeface="+mn-ea"/>
              </a:rPr>
              <a:t>hiện</a:t>
            </a:r>
            <a:r>
              <a:rPr lang="en-US" altLang="zh-CN" sz="4000" dirty="0">
                <a:solidFill>
                  <a:schemeClr val="accent4"/>
                </a:solidFill>
                <a:latin typeface="Times New Roman" panose="02020603050405020304" pitchFamily="18" charset="0"/>
                <a:sym typeface="+mn-ea"/>
              </a:rPr>
              <a:t> </a:t>
            </a:r>
            <a:r>
              <a:rPr lang="en-US" altLang="zh-CN" sz="4000" dirty="0" err="1">
                <a:solidFill>
                  <a:schemeClr val="accent4"/>
                </a:solidFill>
                <a:latin typeface="Times New Roman" panose="02020603050405020304" pitchFamily="18" charset="0"/>
                <a:sym typeface="+mn-ea"/>
              </a:rPr>
              <a:t>mà</a:t>
            </a:r>
            <a:r>
              <a:rPr lang="en-US" altLang="zh-CN" sz="4000" dirty="0">
                <a:solidFill>
                  <a:schemeClr val="accent4"/>
                </a:solidFill>
                <a:latin typeface="Times New Roman" panose="02020603050405020304" pitchFamily="18" charset="0"/>
                <a:sym typeface="+mn-ea"/>
              </a:rPr>
              <a:t> </a:t>
            </a:r>
            <a:r>
              <a:rPr lang="en-US" altLang="zh-CN" sz="4000" dirty="0" err="1">
                <a:solidFill>
                  <a:schemeClr val="accent4"/>
                </a:solidFill>
                <a:highlight>
                  <a:srgbClr val="FFFF00"/>
                </a:highlight>
                <a:latin typeface="Times New Roman" panose="02020603050405020304" pitchFamily="18" charset="0"/>
                <a:sym typeface="+mn-ea"/>
              </a:rPr>
              <a:t>không</a:t>
            </a:r>
            <a:r>
              <a:rPr lang="en-US" altLang="zh-CN" sz="4000" dirty="0">
                <a:solidFill>
                  <a:schemeClr val="accent4"/>
                </a:solidFill>
                <a:highlight>
                  <a:srgbClr val="FFFF00"/>
                </a:highlight>
                <a:latin typeface="Times New Roman" panose="02020603050405020304" pitchFamily="18" charset="0"/>
                <a:sym typeface="+mn-ea"/>
              </a:rPr>
              <a:t> </a:t>
            </a:r>
            <a:r>
              <a:rPr lang="en-US" altLang="zh-CN" sz="4000" dirty="0" err="1">
                <a:solidFill>
                  <a:schemeClr val="accent4"/>
                </a:solidFill>
                <a:highlight>
                  <a:srgbClr val="FFFF00"/>
                </a:highlight>
                <a:latin typeface="Times New Roman" panose="02020603050405020304" pitchFamily="18" charset="0"/>
                <a:sym typeface="+mn-ea"/>
              </a:rPr>
              <a:t>gây</a:t>
            </a:r>
            <a:r>
              <a:rPr lang="en-US" altLang="zh-CN" sz="4000" dirty="0">
                <a:solidFill>
                  <a:schemeClr val="accent4"/>
                </a:solidFill>
                <a:highlight>
                  <a:srgbClr val="FFFF00"/>
                </a:highlight>
                <a:latin typeface="Times New Roman" panose="02020603050405020304" pitchFamily="18" charset="0"/>
                <a:sym typeface="+mn-ea"/>
              </a:rPr>
              <a:t> </a:t>
            </a:r>
            <a:r>
              <a:rPr lang="en-US" altLang="zh-CN" sz="4000" dirty="0" err="1">
                <a:solidFill>
                  <a:schemeClr val="accent4"/>
                </a:solidFill>
                <a:highlight>
                  <a:srgbClr val="FFFF00"/>
                </a:highlight>
                <a:latin typeface="Times New Roman" panose="02020603050405020304" pitchFamily="18" charset="0"/>
                <a:sym typeface="+mn-ea"/>
              </a:rPr>
              <a:t>phương</a:t>
            </a:r>
            <a:r>
              <a:rPr lang="en-US" altLang="zh-CN" sz="4000" dirty="0">
                <a:solidFill>
                  <a:schemeClr val="accent4"/>
                </a:solidFill>
                <a:highlight>
                  <a:srgbClr val="FFFF00"/>
                </a:highlight>
                <a:latin typeface="Times New Roman" panose="02020603050405020304" pitchFamily="18" charset="0"/>
                <a:sym typeface="+mn-ea"/>
              </a:rPr>
              <a:t> </a:t>
            </a:r>
            <a:r>
              <a:rPr lang="en-US" altLang="zh-CN" sz="4000" dirty="0" err="1">
                <a:solidFill>
                  <a:schemeClr val="accent4"/>
                </a:solidFill>
                <a:highlight>
                  <a:srgbClr val="FFFF00"/>
                </a:highlight>
                <a:latin typeface="Times New Roman" panose="02020603050405020304" pitchFamily="18" charset="0"/>
                <a:sym typeface="+mn-ea"/>
              </a:rPr>
              <a:t>hại</a:t>
            </a:r>
            <a:r>
              <a:rPr lang="en-US" altLang="zh-CN" sz="4000" dirty="0">
                <a:solidFill>
                  <a:schemeClr val="accent4"/>
                </a:solidFill>
                <a:highlight>
                  <a:srgbClr val="FFFF00"/>
                </a:highlight>
                <a:latin typeface="Times New Roman" panose="02020603050405020304" pitchFamily="18" charset="0"/>
                <a:sym typeface="+mn-ea"/>
              </a:rPr>
              <a:t> </a:t>
            </a:r>
            <a:r>
              <a:rPr lang="en-US" altLang="zh-CN" sz="4000" dirty="0" err="1">
                <a:solidFill>
                  <a:schemeClr val="accent4"/>
                </a:solidFill>
                <a:highlight>
                  <a:srgbClr val="FFFF00"/>
                </a:highlight>
                <a:latin typeface="Times New Roman" panose="02020603050405020304" pitchFamily="18" charset="0"/>
                <a:sym typeface="+mn-ea"/>
              </a:rPr>
              <a:t>đến</a:t>
            </a:r>
            <a:r>
              <a:rPr lang="en-US" altLang="zh-CN" sz="4000" dirty="0">
                <a:solidFill>
                  <a:schemeClr val="accent4"/>
                </a:solidFill>
                <a:highlight>
                  <a:srgbClr val="FFFF00"/>
                </a:highlight>
                <a:latin typeface="Times New Roman" panose="02020603050405020304" pitchFamily="18" charset="0"/>
                <a:sym typeface="+mn-ea"/>
              </a:rPr>
              <a:t> </a:t>
            </a:r>
            <a:r>
              <a:rPr lang="en-US" altLang="zh-CN" sz="4000" dirty="0" err="1">
                <a:solidFill>
                  <a:schemeClr val="accent4"/>
                </a:solidFill>
                <a:highlight>
                  <a:srgbClr val="FFFF00"/>
                </a:highlight>
                <a:latin typeface="Times New Roman" panose="02020603050405020304" pitchFamily="18" charset="0"/>
                <a:sym typeface="+mn-ea"/>
              </a:rPr>
              <a:t>quyền</a:t>
            </a:r>
            <a:r>
              <a:rPr lang="en-US" altLang="zh-CN" sz="4000" dirty="0">
                <a:solidFill>
                  <a:schemeClr val="accent4"/>
                </a:solidFill>
                <a:highlight>
                  <a:srgbClr val="FFFF00"/>
                </a:highlight>
                <a:latin typeface="Times New Roman" panose="02020603050405020304" pitchFamily="18" charset="0"/>
                <a:sym typeface="+mn-ea"/>
              </a:rPr>
              <a:t> </a:t>
            </a:r>
            <a:r>
              <a:rPr lang="en-US" altLang="zh-CN" sz="4000" dirty="0" err="1">
                <a:solidFill>
                  <a:schemeClr val="accent4"/>
                </a:solidFill>
                <a:highlight>
                  <a:srgbClr val="FFFF00"/>
                </a:highlight>
                <a:latin typeface="Times New Roman" panose="02020603050405020304" pitchFamily="18" charset="0"/>
                <a:sym typeface="+mn-ea"/>
              </a:rPr>
              <a:t>tác</a:t>
            </a:r>
            <a:r>
              <a:rPr lang="en-US" altLang="zh-CN" sz="4000" dirty="0">
                <a:solidFill>
                  <a:schemeClr val="accent4"/>
                </a:solidFill>
                <a:highlight>
                  <a:srgbClr val="FFFF00"/>
                </a:highlight>
                <a:latin typeface="Times New Roman" panose="02020603050405020304" pitchFamily="18" charset="0"/>
                <a:sym typeface="+mn-ea"/>
              </a:rPr>
              <a:t> </a:t>
            </a:r>
            <a:r>
              <a:rPr lang="en-US" altLang="zh-CN" sz="4000" dirty="0" err="1">
                <a:solidFill>
                  <a:schemeClr val="accent4"/>
                </a:solidFill>
                <a:highlight>
                  <a:srgbClr val="FFFF00"/>
                </a:highlight>
                <a:latin typeface="Times New Roman" panose="02020603050405020304" pitchFamily="18" charset="0"/>
                <a:sym typeface="+mn-ea"/>
              </a:rPr>
              <a:t>giả</a:t>
            </a:r>
            <a:r>
              <a:rPr lang="en-US" altLang="zh-CN" sz="4000" dirty="0">
                <a:solidFill>
                  <a:schemeClr val="accent4"/>
                </a:solidFill>
                <a:highlight>
                  <a:srgbClr val="FFFF00"/>
                </a:highlight>
                <a:latin typeface="Times New Roman" panose="02020603050405020304" pitchFamily="18" charset="0"/>
                <a:sym typeface="+mn-ea"/>
              </a:rPr>
              <a:t>.</a:t>
            </a:r>
            <a:endParaRPr lang="en-US" altLang="zh-CN" sz="4000" dirty="0">
              <a:solidFill>
                <a:schemeClr val="accent4"/>
              </a:solidFill>
              <a:highlight>
                <a:srgbClr val="FFFF00"/>
              </a:highlight>
              <a:latin typeface="Times New Roman" panose="02020603050405020304" pitchFamily="18" charset="0"/>
            </a:endParaRPr>
          </a:p>
          <a:p>
            <a:endParaRPr lang="en-US" altLang="zh-CN" sz="4000" dirty="0">
              <a:solidFill>
                <a:schemeClr val="accent4"/>
              </a:solidFill>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itle 1"/>
          <p:cNvSpPr>
            <a:spLocks noGrp="1"/>
          </p:cNvSpPr>
          <p:nvPr>
            <p:ph type="title"/>
          </p:nvPr>
        </p:nvSpPr>
        <p:spPr/>
        <p:txBody>
          <a:bodyPr anchor="ctr" anchorCtr="0"/>
          <a:lstStyle/>
          <a:p>
            <a:endParaRPr lang="en-US" altLang="zh-CN"/>
          </a:p>
        </p:txBody>
      </p:sp>
      <p:sp>
        <p:nvSpPr>
          <p:cNvPr id="11266" name="Content Placeholder 2"/>
          <p:cNvSpPr>
            <a:spLocks noGrp="1"/>
          </p:cNvSpPr>
          <p:nvPr>
            <p:ph idx="1"/>
          </p:nvPr>
        </p:nvSpPr>
        <p:spPr/>
        <p:txBody>
          <a:bodyPr anchor="t" anchorCtr="0"/>
          <a:lstStyle/>
          <a:p>
            <a:r>
              <a:rPr lang="en-US" altLang="zh-CN" dirty="0"/>
              <a:t>3. </a:t>
            </a:r>
            <a:r>
              <a:rPr lang="en-US" altLang="zh-CN" dirty="0">
                <a:solidFill>
                  <a:srgbClr val="FF0000"/>
                </a:solidFill>
              </a:rPr>
              <a:t>Quyền </a:t>
            </a:r>
            <a:r>
              <a:rPr lang="en-US" altLang="zh-CN" dirty="0" err="1">
                <a:solidFill>
                  <a:srgbClr val="FF0000"/>
                </a:solidFill>
              </a:rPr>
              <a:t>sở</a:t>
            </a:r>
            <a:r>
              <a:rPr lang="en-US" altLang="zh-CN" dirty="0">
                <a:solidFill>
                  <a:srgbClr val="FF0000"/>
                </a:solidFill>
              </a:rPr>
              <a:t> </a:t>
            </a:r>
            <a:r>
              <a:rPr lang="en-US" altLang="zh-CN" dirty="0" err="1">
                <a:solidFill>
                  <a:srgbClr val="FF0000"/>
                </a:solidFill>
              </a:rPr>
              <a:t>hữu</a:t>
            </a:r>
            <a:r>
              <a:rPr lang="en-US" altLang="zh-CN" dirty="0">
                <a:solidFill>
                  <a:srgbClr val="FF0000"/>
                </a:solidFill>
              </a:rPr>
              <a:t> </a:t>
            </a:r>
            <a:r>
              <a:rPr lang="en-US" altLang="zh-CN" dirty="0" err="1">
                <a:solidFill>
                  <a:srgbClr val="FF0000"/>
                </a:solidFill>
              </a:rPr>
              <a:t>công</a:t>
            </a:r>
            <a:r>
              <a:rPr lang="en-US" altLang="zh-CN" dirty="0">
                <a:solidFill>
                  <a:srgbClr val="FF0000"/>
                </a:solidFill>
              </a:rPr>
              <a:t> </a:t>
            </a:r>
            <a:r>
              <a:rPr lang="en-US" altLang="zh-CN" dirty="0" err="1">
                <a:solidFill>
                  <a:srgbClr val="FF0000"/>
                </a:solidFill>
              </a:rPr>
              <a:t>nghiệp</a:t>
            </a:r>
            <a:r>
              <a:rPr lang="en-US" altLang="zh-CN" dirty="0">
                <a:solidFill>
                  <a:srgbClr val="FF0000"/>
                </a:solidFill>
              </a:rPr>
              <a:t> </a:t>
            </a:r>
            <a:r>
              <a:rPr lang="en-US" altLang="zh-CN" dirty="0" err="1">
                <a:solidFill>
                  <a:srgbClr val="FF0000"/>
                </a:solidFill>
              </a:rPr>
              <a:t>được</a:t>
            </a:r>
            <a:r>
              <a:rPr lang="en-US" altLang="zh-CN" dirty="0">
                <a:solidFill>
                  <a:srgbClr val="FF0000"/>
                </a:solidFill>
              </a:rPr>
              <a:t> </a:t>
            </a:r>
            <a:r>
              <a:rPr lang="en-US" altLang="zh-CN" dirty="0" err="1">
                <a:solidFill>
                  <a:srgbClr val="FF0000"/>
                </a:solidFill>
              </a:rPr>
              <a:t>xác</a:t>
            </a:r>
            <a:r>
              <a:rPr lang="en-US" altLang="zh-CN" dirty="0">
                <a:solidFill>
                  <a:srgbClr val="FF0000"/>
                </a:solidFill>
              </a:rPr>
              <a:t> </a:t>
            </a:r>
            <a:r>
              <a:rPr lang="en-US" altLang="zh-CN" dirty="0" err="1">
                <a:solidFill>
                  <a:srgbClr val="FF0000"/>
                </a:solidFill>
              </a:rPr>
              <a:t>lập</a:t>
            </a:r>
            <a:r>
              <a:rPr lang="en-US" altLang="zh-CN" dirty="0">
                <a:solidFill>
                  <a:srgbClr val="FF0000"/>
                </a:solidFill>
              </a:rPr>
              <a:t> </a:t>
            </a:r>
            <a:r>
              <a:rPr lang="en-US" altLang="zh-CN" dirty="0" err="1">
                <a:solidFill>
                  <a:srgbClr val="FF0000"/>
                </a:solidFill>
              </a:rPr>
              <a:t>như</a:t>
            </a:r>
            <a:r>
              <a:rPr lang="en-US" altLang="zh-CN" dirty="0">
                <a:solidFill>
                  <a:srgbClr val="FF0000"/>
                </a:solidFill>
              </a:rPr>
              <a:t> </a:t>
            </a:r>
            <a:r>
              <a:rPr lang="en-US" altLang="zh-CN" dirty="0" err="1">
                <a:solidFill>
                  <a:srgbClr val="FF0000"/>
                </a:solidFill>
              </a:rPr>
              <a:t>sau</a:t>
            </a:r>
            <a:r>
              <a:rPr lang="en-US" altLang="zh-CN" dirty="0">
                <a:solidFill>
                  <a:srgbClr val="FF0000"/>
                </a:solidFill>
              </a:rPr>
              <a:t>:</a:t>
            </a:r>
          </a:p>
          <a:p>
            <a:r>
              <a:rPr lang="en-US" altLang="zh-CN" dirty="0"/>
              <a:t>a)Quyền </a:t>
            </a:r>
            <a:r>
              <a:rPr lang="en-US" altLang="zh-CN" dirty="0" err="1"/>
              <a:t>sở</a:t>
            </a:r>
            <a:r>
              <a:rPr lang="en-US" altLang="zh-CN" dirty="0"/>
              <a:t> </a:t>
            </a:r>
            <a:r>
              <a:rPr lang="en-US" altLang="zh-CN" dirty="0" err="1"/>
              <a:t>hữu</a:t>
            </a:r>
            <a:r>
              <a:rPr lang="en-US" altLang="zh-CN" dirty="0"/>
              <a:t> </a:t>
            </a:r>
            <a:r>
              <a:rPr lang="en-US" altLang="zh-CN" dirty="0" err="1"/>
              <a:t>công</a:t>
            </a:r>
            <a:r>
              <a:rPr lang="en-US" altLang="zh-CN" dirty="0"/>
              <a:t> </a:t>
            </a:r>
            <a:r>
              <a:rPr lang="en-US" altLang="zh-CN" dirty="0" err="1"/>
              <a:t>nghiệp</a:t>
            </a:r>
            <a:r>
              <a:rPr lang="en-US" altLang="zh-CN" dirty="0"/>
              <a:t> </a:t>
            </a:r>
            <a:r>
              <a:rPr lang="en-US" altLang="zh-CN" dirty="0" err="1">
                <a:solidFill>
                  <a:srgbClr val="FF0000"/>
                </a:solidFill>
              </a:rPr>
              <a:t>đối</a:t>
            </a:r>
            <a:r>
              <a:rPr lang="en-US" altLang="zh-CN" dirty="0">
                <a:solidFill>
                  <a:srgbClr val="FF0000"/>
                </a:solidFill>
              </a:rPr>
              <a:t> </a:t>
            </a:r>
            <a:r>
              <a:rPr lang="en-US" altLang="zh-CN" dirty="0" err="1">
                <a:solidFill>
                  <a:srgbClr val="FF0000"/>
                </a:solidFill>
              </a:rPr>
              <a:t>với</a:t>
            </a:r>
            <a:r>
              <a:rPr lang="en-US" altLang="zh-CN" dirty="0">
                <a:solidFill>
                  <a:srgbClr val="FF0000"/>
                </a:solidFill>
              </a:rPr>
              <a:t> </a:t>
            </a:r>
            <a:r>
              <a:rPr lang="en-US" altLang="zh-CN" dirty="0" err="1">
                <a:solidFill>
                  <a:srgbClr val="FF0000"/>
                </a:solidFill>
              </a:rPr>
              <a:t>sáng</a:t>
            </a:r>
            <a:r>
              <a:rPr lang="en-US" altLang="zh-CN" dirty="0">
                <a:solidFill>
                  <a:srgbClr val="FF0000"/>
                </a:solidFill>
              </a:rPr>
              <a:t> </a:t>
            </a:r>
            <a:r>
              <a:rPr lang="en-US" altLang="zh-CN" dirty="0" err="1">
                <a:solidFill>
                  <a:srgbClr val="FF0000"/>
                </a:solidFill>
              </a:rPr>
              <a:t>chế</a:t>
            </a:r>
            <a:r>
              <a:rPr lang="en-US" altLang="zh-CN" dirty="0">
                <a:solidFill>
                  <a:srgbClr val="FF0000"/>
                </a:solidFill>
              </a:rPr>
              <a:t>, </a:t>
            </a:r>
            <a:r>
              <a:rPr lang="en-US" altLang="zh-CN" dirty="0" err="1">
                <a:solidFill>
                  <a:srgbClr val="FF0000"/>
                </a:solidFill>
              </a:rPr>
              <a:t>kiểu</a:t>
            </a:r>
            <a:r>
              <a:rPr lang="en-US" altLang="zh-CN" dirty="0">
                <a:solidFill>
                  <a:srgbClr val="FF0000"/>
                </a:solidFill>
              </a:rPr>
              <a:t> </a:t>
            </a:r>
            <a:r>
              <a:rPr lang="en-US" altLang="zh-CN" dirty="0" err="1">
                <a:solidFill>
                  <a:srgbClr val="FF0000"/>
                </a:solidFill>
              </a:rPr>
              <a:t>dáng</a:t>
            </a:r>
            <a:r>
              <a:rPr lang="en-US" altLang="zh-CN" dirty="0">
                <a:solidFill>
                  <a:srgbClr val="FF0000"/>
                </a:solidFill>
              </a:rPr>
              <a:t> </a:t>
            </a:r>
            <a:r>
              <a:rPr lang="en-US" altLang="zh-CN" dirty="0" err="1">
                <a:solidFill>
                  <a:srgbClr val="FF0000"/>
                </a:solidFill>
              </a:rPr>
              <a:t>công</a:t>
            </a:r>
            <a:r>
              <a:rPr lang="en-US" altLang="zh-CN" dirty="0">
                <a:solidFill>
                  <a:srgbClr val="FF0000"/>
                </a:solidFill>
              </a:rPr>
              <a:t> </a:t>
            </a:r>
            <a:r>
              <a:rPr lang="en-US" altLang="zh-CN" dirty="0" err="1">
                <a:solidFill>
                  <a:srgbClr val="FF0000"/>
                </a:solidFill>
              </a:rPr>
              <a:t>nghiệp</a:t>
            </a:r>
            <a:r>
              <a:rPr lang="en-US" altLang="zh-CN" dirty="0">
                <a:solidFill>
                  <a:srgbClr val="FF0000"/>
                </a:solidFill>
              </a:rPr>
              <a:t>, </a:t>
            </a:r>
            <a:r>
              <a:rPr lang="en-US" altLang="zh-CN" dirty="0" err="1">
                <a:solidFill>
                  <a:srgbClr val="FF0000"/>
                </a:solidFill>
              </a:rPr>
              <a:t>thiết</a:t>
            </a:r>
            <a:r>
              <a:rPr lang="en-US" altLang="zh-CN" dirty="0">
                <a:solidFill>
                  <a:srgbClr val="FF0000"/>
                </a:solidFill>
              </a:rPr>
              <a:t> </a:t>
            </a:r>
            <a:r>
              <a:rPr lang="en-US" altLang="zh-CN" dirty="0" err="1">
                <a:solidFill>
                  <a:srgbClr val="FF0000"/>
                </a:solidFill>
              </a:rPr>
              <a:t>kế</a:t>
            </a:r>
            <a:r>
              <a:rPr lang="en-US" altLang="zh-CN" dirty="0">
                <a:solidFill>
                  <a:srgbClr val="FF0000"/>
                </a:solidFill>
              </a:rPr>
              <a:t> </a:t>
            </a:r>
            <a:r>
              <a:rPr lang="en-US" altLang="zh-CN" dirty="0" err="1">
                <a:solidFill>
                  <a:srgbClr val="FF0000"/>
                </a:solidFill>
              </a:rPr>
              <a:t>bố</a:t>
            </a:r>
            <a:r>
              <a:rPr lang="en-US" altLang="zh-CN" dirty="0">
                <a:solidFill>
                  <a:srgbClr val="FF0000"/>
                </a:solidFill>
              </a:rPr>
              <a:t> </a:t>
            </a:r>
            <a:r>
              <a:rPr lang="en-US" altLang="zh-CN" dirty="0" err="1">
                <a:solidFill>
                  <a:srgbClr val="FF0000"/>
                </a:solidFill>
              </a:rPr>
              <a:t>trí</a:t>
            </a:r>
            <a:r>
              <a:rPr lang="en-US" altLang="zh-CN" dirty="0">
                <a:solidFill>
                  <a:srgbClr val="FF0000"/>
                </a:solidFill>
              </a:rPr>
              <a:t>, </a:t>
            </a:r>
            <a:r>
              <a:rPr lang="en-US" altLang="zh-CN" dirty="0" err="1">
                <a:solidFill>
                  <a:srgbClr val="FF0000"/>
                </a:solidFill>
              </a:rPr>
              <a:t>nhãn</a:t>
            </a:r>
            <a:r>
              <a:rPr lang="en-US" altLang="zh-CN" dirty="0">
                <a:solidFill>
                  <a:srgbClr val="FF0000"/>
                </a:solidFill>
              </a:rPr>
              <a:t> </a:t>
            </a:r>
            <a:r>
              <a:rPr lang="en-US" altLang="zh-CN" dirty="0" err="1">
                <a:solidFill>
                  <a:srgbClr val="FF0000"/>
                </a:solidFill>
              </a:rPr>
              <a:t>hiệu</a:t>
            </a:r>
            <a:r>
              <a:rPr lang="en-US" altLang="zh-CN" dirty="0">
                <a:solidFill>
                  <a:srgbClr val="FF0000"/>
                </a:solidFill>
              </a:rPr>
              <a:t> </a:t>
            </a:r>
            <a:r>
              <a:rPr lang="en-US" altLang="zh-CN" dirty="0" err="1">
                <a:solidFill>
                  <a:srgbClr val="FF0000"/>
                </a:solidFill>
              </a:rPr>
              <a:t>được</a:t>
            </a:r>
            <a:r>
              <a:rPr lang="en-US" altLang="zh-CN" dirty="0">
                <a:solidFill>
                  <a:srgbClr val="FF0000"/>
                </a:solidFill>
              </a:rPr>
              <a:t> </a:t>
            </a:r>
            <a:r>
              <a:rPr lang="en-US" altLang="zh-CN" dirty="0" err="1">
                <a:solidFill>
                  <a:srgbClr val="FF0000"/>
                </a:solidFill>
              </a:rPr>
              <a:t>xác</a:t>
            </a:r>
            <a:r>
              <a:rPr lang="en-US" altLang="zh-CN" dirty="0">
                <a:solidFill>
                  <a:srgbClr val="FF0000"/>
                </a:solidFill>
              </a:rPr>
              <a:t> </a:t>
            </a:r>
            <a:r>
              <a:rPr lang="en-US" altLang="zh-CN" dirty="0" err="1">
                <a:solidFill>
                  <a:srgbClr val="FF0000"/>
                </a:solidFill>
              </a:rPr>
              <a:t>lập</a:t>
            </a:r>
            <a:r>
              <a:rPr lang="en-US" altLang="zh-CN" dirty="0">
                <a:solidFill>
                  <a:srgbClr val="FF0000"/>
                </a:solidFill>
              </a:rPr>
              <a:t> </a:t>
            </a:r>
            <a:r>
              <a:rPr lang="en-US" altLang="zh-CN" dirty="0" err="1">
                <a:solidFill>
                  <a:srgbClr val="FF0000"/>
                </a:solidFill>
              </a:rPr>
              <a:t>trên</a:t>
            </a:r>
            <a:r>
              <a:rPr lang="en-US" altLang="zh-CN" dirty="0">
                <a:solidFill>
                  <a:srgbClr val="FF0000"/>
                </a:solidFill>
              </a:rPr>
              <a:t> </a:t>
            </a:r>
            <a:r>
              <a:rPr lang="en-US" altLang="zh-CN" dirty="0" err="1">
                <a:solidFill>
                  <a:srgbClr val="FF0000"/>
                </a:solidFill>
              </a:rPr>
              <a:t>cơ</a:t>
            </a:r>
            <a:r>
              <a:rPr lang="en-US" altLang="zh-CN" dirty="0">
                <a:solidFill>
                  <a:srgbClr val="FF0000"/>
                </a:solidFill>
              </a:rPr>
              <a:t> </a:t>
            </a:r>
            <a:r>
              <a:rPr lang="en-US" altLang="zh-CN" dirty="0" err="1">
                <a:solidFill>
                  <a:srgbClr val="FF0000"/>
                </a:solidFill>
              </a:rPr>
              <a:t>sở</a:t>
            </a:r>
            <a:r>
              <a:rPr lang="en-US" altLang="zh-CN" dirty="0">
                <a:solidFill>
                  <a:srgbClr val="FF0000"/>
                </a:solidFill>
              </a:rPr>
              <a:t> </a:t>
            </a:r>
            <a:r>
              <a:rPr lang="en-US" altLang="zh-CN" dirty="0" err="1">
                <a:solidFill>
                  <a:srgbClr val="FF0000"/>
                </a:solidFill>
              </a:rPr>
              <a:t>quyết</a:t>
            </a:r>
            <a:r>
              <a:rPr lang="en-US" altLang="zh-CN" dirty="0">
                <a:solidFill>
                  <a:srgbClr val="FF0000"/>
                </a:solidFill>
              </a:rPr>
              <a:t> </a:t>
            </a:r>
            <a:r>
              <a:rPr lang="en-US" altLang="zh-CN" dirty="0" err="1">
                <a:solidFill>
                  <a:srgbClr val="FF0000"/>
                </a:solidFill>
              </a:rPr>
              <a:t>định</a:t>
            </a:r>
            <a:r>
              <a:rPr lang="en-US" altLang="zh-CN" dirty="0">
                <a:solidFill>
                  <a:srgbClr val="FF0000"/>
                </a:solidFill>
              </a:rPr>
              <a:t> </a:t>
            </a:r>
            <a:r>
              <a:rPr lang="en-US" altLang="zh-CN" dirty="0" err="1">
                <a:solidFill>
                  <a:srgbClr val="FF0000"/>
                </a:solidFill>
              </a:rPr>
              <a:t>cấp</a:t>
            </a:r>
            <a:r>
              <a:rPr lang="en-US" altLang="zh-CN" dirty="0">
                <a:solidFill>
                  <a:srgbClr val="FF0000"/>
                </a:solidFill>
              </a:rPr>
              <a:t> </a:t>
            </a:r>
            <a:r>
              <a:rPr lang="en-US" altLang="zh-CN" dirty="0" err="1">
                <a:solidFill>
                  <a:srgbClr val="FF0000"/>
                </a:solidFill>
              </a:rPr>
              <a:t>văn</a:t>
            </a:r>
            <a:r>
              <a:rPr lang="en-US" altLang="zh-CN" dirty="0">
                <a:solidFill>
                  <a:srgbClr val="FF0000"/>
                </a:solidFill>
              </a:rPr>
              <a:t> </a:t>
            </a:r>
            <a:r>
              <a:rPr lang="en-US" altLang="zh-CN" dirty="0" err="1">
                <a:solidFill>
                  <a:srgbClr val="FF0000"/>
                </a:solidFill>
              </a:rPr>
              <a:t>bằng</a:t>
            </a:r>
            <a:r>
              <a:rPr lang="en-US" altLang="zh-CN" dirty="0">
                <a:solidFill>
                  <a:srgbClr val="FF0000"/>
                </a:solidFill>
              </a:rPr>
              <a:t> </a:t>
            </a:r>
            <a:r>
              <a:rPr lang="en-US" altLang="zh-CN" dirty="0" err="1">
                <a:solidFill>
                  <a:srgbClr val="FF0000"/>
                </a:solidFill>
              </a:rPr>
              <a:t>bảo</a:t>
            </a:r>
            <a:r>
              <a:rPr lang="en-US" altLang="zh-CN" dirty="0">
                <a:solidFill>
                  <a:srgbClr val="FF0000"/>
                </a:solidFill>
              </a:rPr>
              <a:t> </a:t>
            </a:r>
            <a:r>
              <a:rPr lang="en-US" altLang="zh-CN" dirty="0" err="1">
                <a:solidFill>
                  <a:srgbClr val="FF0000"/>
                </a:solidFill>
              </a:rPr>
              <a:t>hộ</a:t>
            </a:r>
            <a:r>
              <a:rPr lang="en-US" altLang="zh-CN" dirty="0">
                <a:solidFill>
                  <a:srgbClr val="FF0000"/>
                </a:solidFill>
              </a:rPr>
              <a:t> </a:t>
            </a:r>
            <a:r>
              <a:rPr lang="en-US" altLang="zh-CN" dirty="0" err="1">
                <a:solidFill>
                  <a:srgbClr val="FF0000"/>
                </a:solidFill>
              </a:rPr>
              <a:t>của</a:t>
            </a:r>
            <a:r>
              <a:rPr lang="en-US" altLang="zh-CN" dirty="0">
                <a:solidFill>
                  <a:srgbClr val="FF0000"/>
                </a:solidFill>
              </a:rPr>
              <a:t> </a:t>
            </a:r>
            <a:r>
              <a:rPr lang="en-US" altLang="zh-CN" dirty="0" err="1">
                <a:solidFill>
                  <a:srgbClr val="FF0000"/>
                </a:solidFill>
              </a:rPr>
              <a:t>cơ</a:t>
            </a:r>
            <a:r>
              <a:rPr lang="en-US" altLang="zh-CN" dirty="0">
                <a:solidFill>
                  <a:srgbClr val="FF0000"/>
                </a:solidFill>
              </a:rPr>
              <a:t> </a:t>
            </a:r>
            <a:r>
              <a:rPr lang="en-US" altLang="zh-CN" dirty="0" err="1">
                <a:solidFill>
                  <a:srgbClr val="FF0000"/>
                </a:solidFill>
              </a:rPr>
              <a:t>quan</a:t>
            </a:r>
            <a:r>
              <a:rPr lang="en-US" altLang="zh-CN" dirty="0">
                <a:solidFill>
                  <a:srgbClr val="FF0000"/>
                </a:solidFill>
              </a:rPr>
              <a:t> </a:t>
            </a:r>
            <a:r>
              <a:rPr lang="en-US" altLang="zh-CN" dirty="0" err="1">
                <a:solidFill>
                  <a:srgbClr val="FF0000"/>
                </a:solidFill>
              </a:rPr>
              <a:t>nhà</a:t>
            </a:r>
            <a:r>
              <a:rPr lang="en-US" altLang="zh-CN" dirty="0">
                <a:solidFill>
                  <a:srgbClr val="FF0000"/>
                </a:solidFill>
              </a:rPr>
              <a:t> </a:t>
            </a:r>
            <a:r>
              <a:rPr lang="en-US" altLang="zh-CN" dirty="0" err="1">
                <a:solidFill>
                  <a:srgbClr val="FF0000"/>
                </a:solidFill>
              </a:rPr>
              <a:t>nước</a:t>
            </a:r>
            <a:r>
              <a:rPr lang="en-US" altLang="zh-CN" dirty="0">
                <a:solidFill>
                  <a:srgbClr val="FF0000"/>
                </a:solidFill>
              </a:rPr>
              <a:t> </a:t>
            </a:r>
            <a:r>
              <a:rPr lang="en-US" altLang="zh-CN" dirty="0" err="1">
                <a:solidFill>
                  <a:srgbClr val="FF0000"/>
                </a:solidFill>
              </a:rPr>
              <a:t>có</a:t>
            </a:r>
            <a:r>
              <a:rPr lang="en-US" altLang="zh-CN" dirty="0">
                <a:solidFill>
                  <a:srgbClr val="FF0000"/>
                </a:solidFill>
              </a:rPr>
              <a:t> </a:t>
            </a:r>
            <a:r>
              <a:rPr lang="en-US" altLang="zh-CN" dirty="0" err="1">
                <a:solidFill>
                  <a:srgbClr val="FF0000"/>
                </a:solidFill>
              </a:rPr>
              <a:t>thẩm</a:t>
            </a:r>
            <a:r>
              <a:rPr lang="en-US" altLang="zh-CN" dirty="0">
                <a:solidFill>
                  <a:srgbClr val="FF0000"/>
                </a:solidFill>
              </a:rPr>
              <a:t> </a:t>
            </a:r>
            <a:r>
              <a:rPr lang="en-US" altLang="zh-CN" dirty="0" err="1">
                <a:solidFill>
                  <a:srgbClr val="FF0000"/>
                </a:solidFill>
              </a:rPr>
              <a:t>quyền</a:t>
            </a:r>
            <a:r>
              <a:rPr lang="en-US" altLang="zh-CN" dirty="0">
                <a:solidFill>
                  <a:srgbClr val="FF0000"/>
                </a:solidFill>
              </a:rPr>
              <a:t> </a:t>
            </a:r>
            <a:r>
              <a:rPr lang="en-US" altLang="zh-CN" dirty="0" err="1">
                <a:solidFill>
                  <a:srgbClr val="FF0000"/>
                </a:solidFill>
              </a:rPr>
              <a:t>theo</a:t>
            </a:r>
            <a:r>
              <a:rPr lang="en-US" altLang="zh-CN" dirty="0">
                <a:solidFill>
                  <a:srgbClr val="FF0000"/>
                </a:solidFill>
              </a:rPr>
              <a:t> </a:t>
            </a:r>
            <a:r>
              <a:rPr lang="en-US" altLang="zh-CN" dirty="0" err="1">
                <a:solidFill>
                  <a:srgbClr val="FF0000"/>
                </a:solidFill>
              </a:rPr>
              <a:t>thủ</a:t>
            </a:r>
            <a:r>
              <a:rPr lang="en-US" altLang="zh-CN" dirty="0">
                <a:solidFill>
                  <a:srgbClr val="FF0000"/>
                </a:solidFill>
              </a:rPr>
              <a:t> </a:t>
            </a:r>
            <a:r>
              <a:rPr lang="en-US" altLang="zh-CN" dirty="0" err="1">
                <a:solidFill>
                  <a:srgbClr val="FF0000"/>
                </a:solidFill>
              </a:rPr>
              <a:t>tục</a:t>
            </a:r>
            <a:r>
              <a:rPr lang="en-US" altLang="zh-CN" dirty="0">
                <a:solidFill>
                  <a:srgbClr val="FF0000"/>
                </a:solidFill>
              </a:rPr>
              <a:t> </a:t>
            </a:r>
            <a:r>
              <a:rPr lang="en-US" altLang="zh-CN" dirty="0" err="1">
                <a:solidFill>
                  <a:srgbClr val="FF0000"/>
                </a:solidFill>
              </a:rPr>
              <a:t>đăng</a:t>
            </a:r>
            <a:r>
              <a:rPr lang="en-US" altLang="zh-CN" dirty="0">
                <a:solidFill>
                  <a:srgbClr val="FF0000"/>
                </a:solidFill>
              </a:rPr>
              <a:t> </a:t>
            </a:r>
            <a:r>
              <a:rPr lang="en-US" altLang="zh-CN" dirty="0" err="1">
                <a:solidFill>
                  <a:srgbClr val="FF0000"/>
                </a:solidFill>
              </a:rPr>
              <a:t>ký</a:t>
            </a:r>
            <a:r>
              <a:rPr lang="en-US" altLang="zh-CN" dirty="0"/>
              <a:t> </a:t>
            </a:r>
            <a:r>
              <a:rPr lang="en-US" altLang="zh-CN" dirty="0" err="1"/>
              <a:t>quy</a:t>
            </a:r>
            <a:r>
              <a:rPr lang="en-US" altLang="zh-CN" dirty="0"/>
              <a:t> </a:t>
            </a:r>
            <a:r>
              <a:rPr lang="en-US" altLang="zh-CN" dirty="0" err="1"/>
              <a:t>định</a:t>
            </a:r>
            <a:r>
              <a:rPr lang="en-US" altLang="zh-CN" dirty="0"/>
              <a:t> </a:t>
            </a:r>
            <a:r>
              <a:rPr lang="en-US" altLang="zh-CN" dirty="0" err="1"/>
              <a:t>tại</a:t>
            </a:r>
            <a:r>
              <a:rPr lang="en-US" altLang="zh-CN" dirty="0"/>
              <a:t> </a:t>
            </a:r>
            <a:r>
              <a:rPr lang="en-US" altLang="zh-CN" dirty="0" err="1"/>
              <a:t>Luật</a:t>
            </a:r>
            <a:r>
              <a:rPr lang="en-US" altLang="zh-CN" dirty="0"/>
              <a:t> </a:t>
            </a:r>
            <a:r>
              <a:rPr lang="en-US" altLang="zh-CN" dirty="0" err="1"/>
              <a:t>này</a:t>
            </a:r>
            <a:r>
              <a:rPr lang="en-US" altLang="zh-CN" dirty="0"/>
              <a:t> </a:t>
            </a:r>
            <a:r>
              <a:rPr lang="en-US" altLang="zh-CN" dirty="0" err="1"/>
              <a:t>hoặc</a:t>
            </a:r>
            <a:r>
              <a:rPr lang="en-US" altLang="zh-CN" dirty="0"/>
              <a:t> </a:t>
            </a:r>
            <a:r>
              <a:rPr lang="en-US" altLang="zh-CN" dirty="0" err="1"/>
              <a:t>công</a:t>
            </a:r>
            <a:r>
              <a:rPr lang="en-US" altLang="zh-CN" dirty="0"/>
              <a:t> </a:t>
            </a:r>
            <a:r>
              <a:rPr lang="en-US" altLang="zh-CN" dirty="0" err="1"/>
              <a:t>nhận</a:t>
            </a:r>
            <a:r>
              <a:rPr lang="en-US" altLang="zh-CN" dirty="0"/>
              <a:t> </a:t>
            </a:r>
            <a:r>
              <a:rPr lang="en-US" altLang="zh-CN" dirty="0" err="1"/>
              <a:t>đăng</a:t>
            </a:r>
            <a:r>
              <a:rPr lang="en-US" altLang="zh-CN" dirty="0"/>
              <a:t> </a:t>
            </a:r>
            <a:r>
              <a:rPr lang="en-US" altLang="zh-CN" dirty="0" err="1"/>
              <a:t>ký</a:t>
            </a:r>
            <a:r>
              <a:rPr lang="en-US" altLang="zh-CN" dirty="0"/>
              <a:t> </a:t>
            </a:r>
            <a:r>
              <a:rPr lang="en-US" altLang="zh-CN" dirty="0" err="1"/>
              <a:t>quốc</a:t>
            </a:r>
            <a:r>
              <a:rPr lang="en-US" altLang="zh-CN" dirty="0"/>
              <a:t> </a:t>
            </a:r>
            <a:r>
              <a:rPr lang="en-US" altLang="zh-CN" dirty="0" err="1"/>
              <a:t>tế</a:t>
            </a:r>
            <a:r>
              <a:rPr lang="en-US" altLang="zh-CN" dirty="0"/>
              <a:t> </a:t>
            </a:r>
            <a:r>
              <a:rPr lang="en-US" altLang="zh-CN" dirty="0" err="1"/>
              <a:t>theo</a:t>
            </a:r>
            <a:r>
              <a:rPr lang="en-US" altLang="zh-CN" dirty="0"/>
              <a:t> </a:t>
            </a:r>
            <a:r>
              <a:rPr lang="en-US" altLang="zh-CN" dirty="0" err="1"/>
              <a:t>điều</a:t>
            </a:r>
            <a:r>
              <a:rPr lang="en-US" altLang="zh-CN" dirty="0"/>
              <a:t> </a:t>
            </a:r>
            <a:r>
              <a:rPr lang="en-US" altLang="zh-CN" dirty="0" err="1"/>
              <a:t>ước</a:t>
            </a:r>
            <a:r>
              <a:rPr lang="en-US" altLang="zh-CN" dirty="0"/>
              <a:t> </a:t>
            </a:r>
            <a:r>
              <a:rPr lang="en-US" altLang="zh-CN" dirty="0" err="1"/>
              <a:t>quốc</a:t>
            </a:r>
            <a:r>
              <a:rPr lang="en-US" altLang="zh-CN" dirty="0"/>
              <a:t> </a:t>
            </a:r>
            <a:r>
              <a:rPr lang="en-US" altLang="zh-CN" dirty="0" err="1"/>
              <a:t>tế</a:t>
            </a:r>
            <a:r>
              <a:rPr lang="en-US" altLang="zh-CN" dirty="0"/>
              <a:t> </a:t>
            </a:r>
            <a:r>
              <a:rPr lang="en-US" altLang="zh-CN" dirty="0" err="1"/>
              <a:t>mà</a:t>
            </a:r>
            <a:r>
              <a:rPr lang="en-US" altLang="zh-CN" dirty="0"/>
              <a:t> </a:t>
            </a:r>
            <a:r>
              <a:rPr lang="en-US" altLang="zh-CN" dirty="0" err="1"/>
              <a:t>Cộng</a:t>
            </a:r>
            <a:r>
              <a:rPr lang="en-US" altLang="zh-CN" dirty="0"/>
              <a:t> </a:t>
            </a:r>
            <a:r>
              <a:rPr lang="en-US" altLang="zh-CN" dirty="0" err="1"/>
              <a:t>hòa</a:t>
            </a:r>
            <a:r>
              <a:rPr lang="en-US" altLang="zh-CN" dirty="0"/>
              <a:t> </a:t>
            </a:r>
            <a:r>
              <a:rPr lang="en-US" altLang="zh-CN" dirty="0" err="1"/>
              <a:t>xã</a:t>
            </a:r>
            <a:r>
              <a:rPr lang="en-US" altLang="zh-CN" dirty="0"/>
              <a:t> </a:t>
            </a:r>
            <a:r>
              <a:rPr lang="en-US" altLang="zh-CN" dirty="0" err="1"/>
              <a:t>hội</a:t>
            </a:r>
            <a:r>
              <a:rPr lang="en-US" altLang="zh-CN" dirty="0"/>
              <a:t> </a:t>
            </a:r>
            <a:r>
              <a:rPr lang="en-US" altLang="zh-CN" dirty="0" err="1"/>
              <a:t>chủ</a:t>
            </a:r>
            <a:r>
              <a:rPr lang="en-US" altLang="zh-CN" dirty="0"/>
              <a:t> </a:t>
            </a:r>
            <a:r>
              <a:rPr lang="en-US" altLang="zh-CN" dirty="0" err="1"/>
              <a:t>nghĩa</a:t>
            </a:r>
            <a:r>
              <a:rPr lang="en-US" altLang="zh-CN" dirty="0"/>
              <a:t> Việt Nam </a:t>
            </a:r>
            <a:r>
              <a:rPr lang="en-US" altLang="zh-CN" dirty="0" err="1"/>
              <a:t>là</a:t>
            </a:r>
            <a:r>
              <a:rPr lang="en-US" altLang="zh-CN" dirty="0"/>
              <a:t> </a:t>
            </a:r>
            <a:r>
              <a:rPr lang="en-US" altLang="zh-CN" dirty="0" err="1"/>
              <a:t>thành</a:t>
            </a:r>
            <a:r>
              <a:rPr lang="en-US" altLang="zh-CN" dirty="0"/>
              <a:t> </a:t>
            </a:r>
            <a:r>
              <a:rPr lang="en-US" altLang="zh-CN" dirty="0" err="1"/>
              <a:t>viên</a:t>
            </a:r>
            <a:r>
              <a:rPr lang="en-US" altLang="zh-CN" dirty="0"/>
              <a:t>.</a:t>
            </a:r>
          </a:p>
          <a:p>
            <a:endParaRPr lang="en-US" altLang="zh-CN" dirty="0"/>
          </a:p>
          <a:p>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itle 1"/>
          <p:cNvSpPr>
            <a:spLocks noGrp="1"/>
          </p:cNvSpPr>
          <p:nvPr>
            <p:ph type="title"/>
          </p:nvPr>
        </p:nvSpPr>
        <p:spPr/>
        <p:txBody>
          <a:bodyPr anchor="ctr" anchorCtr="0"/>
          <a:lstStyle/>
          <a:p>
            <a:endParaRPr lang="en-US" altLang="zh-CN"/>
          </a:p>
        </p:txBody>
      </p:sp>
      <p:sp>
        <p:nvSpPr>
          <p:cNvPr id="12290" name="Content Placeholder 2"/>
          <p:cNvSpPr>
            <a:spLocks noGrp="1"/>
          </p:cNvSpPr>
          <p:nvPr>
            <p:ph idx="1"/>
          </p:nvPr>
        </p:nvSpPr>
        <p:spPr/>
        <p:txBody>
          <a:bodyPr anchor="t" anchorCtr="0"/>
          <a:lstStyle/>
          <a:p>
            <a:r>
              <a:rPr lang="en-US" altLang="zh-CN">
                <a:sym typeface="+mn-ea"/>
              </a:rPr>
              <a:t>Quyền sở hữu công nghiệp đối với </a:t>
            </a:r>
            <a:r>
              <a:rPr lang="en-US" altLang="zh-CN">
                <a:solidFill>
                  <a:srgbClr val="FF0000"/>
                </a:solidFill>
                <a:sym typeface="+mn-ea"/>
              </a:rPr>
              <a:t>nhãn hiệu nổi tiếng được xác lập trên cơ sở sử dụng, không phụ thuộc vào thủ tục đăng ký.</a:t>
            </a:r>
            <a:endParaRPr lang="en-US" altLang="zh-CN">
              <a:solidFill>
                <a:srgbClr val="FF0000"/>
              </a:solidFill>
            </a:endParaRPr>
          </a:p>
          <a:p>
            <a:endParaRPr lang="en-US" altLang="zh-CN"/>
          </a:p>
          <a:p>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zh-CN" dirty="0">
                <a:sym typeface="+mn-ea"/>
              </a:rPr>
              <a:t>Quyền </a:t>
            </a:r>
            <a:r>
              <a:rPr lang="en-US" altLang="zh-CN" dirty="0" err="1">
                <a:sym typeface="+mn-ea"/>
              </a:rPr>
              <a:t>sở</a:t>
            </a:r>
            <a:r>
              <a:rPr lang="en-US" altLang="zh-CN" dirty="0">
                <a:sym typeface="+mn-ea"/>
              </a:rPr>
              <a:t> </a:t>
            </a:r>
            <a:r>
              <a:rPr lang="en-US" altLang="zh-CN" dirty="0" err="1">
                <a:sym typeface="+mn-ea"/>
              </a:rPr>
              <a:t>hữu</a:t>
            </a:r>
            <a:r>
              <a:rPr lang="en-US" altLang="zh-CN" dirty="0">
                <a:sym typeface="+mn-ea"/>
              </a:rPr>
              <a:t> </a:t>
            </a:r>
            <a:r>
              <a:rPr lang="en-US" altLang="zh-CN" dirty="0" err="1">
                <a:sym typeface="+mn-ea"/>
              </a:rPr>
              <a:t>công</a:t>
            </a:r>
            <a:r>
              <a:rPr lang="en-US" altLang="zh-CN" dirty="0">
                <a:sym typeface="+mn-ea"/>
              </a:rPr>
              <a:t> </a:t>
            </a:r>
            <a:r>
              <a:rPr lang="en-US" altLang="zh-CN" dirty="0" err="1">
                <a:sym typeface="+mn-ea"/>
              </a:rPr>
              <a:t>nghiệp</a:t>
            </a:r>
            <a:r>
              <a:rPr lang="en-US" altLang="zh-CN" dirty="0">
                <a:sym typeface="+mn-ea"/>
              </a:rPr>
              <a:t> </a:t>
            </a:r>
            <a:r>
              <a:rPr lang="en-US" altLang="zh-CN" u="sng" dirty="0" err="1">
                <a:solidFill>
                  <a:srgbClr val="FF0000"/>
                </a:solidFill>
                <a:sym typeface="+mn-ea"/>
              </a:rPr>
              <a:t>đối</a:t>
            </a:r>
            <a:r>
              <a:rPr lang="en-US" altLang="zh-CN" u="sng" dirty="0">
                <a:solidFill>
                  <a:srgbClr val="FF0000"/>
                </a:solidFill>
                <a:sym typeface="+mn-ea"/>
              </a:rPr>
              <a:t> </a:t>
            </a:r>
            <a:r>
              <a:rPr lang="en-US" altLang="zh-CN" u="sng" dirty="0" err="1">
                <a:solidFill>
                  <a:srgbClr val="FF0000"/>
                </a:solidFill>
                <a:sym typeface="+mn-ea"/>
              </a:rPr>
              <a:t>với</a:t>
            </a:r>
            <a:r>
              <a:rPr lang="en-US" altLang="zh-CN" u="sng" dirty="0">
                <a:solidFill>
                  <a:srgbClr val="FF0000"/>
                </a:solidFill>
                <a:sym typeface="+mn-ea"/>
              </a:rPr>
              <a:t> </a:t>
            </a:r>
            <a:r>
              <a:rPr lang="en-US" altLang="zh-CN" u="sng" dirty="0" err="1">
                <a:solidFill>
                  <a:srgbClr val="FF0000"/>
                </a:solidFill>
                <a:sym typeface="+mn-ea"/>
              </a:rPr>
              <a:t>chỉ</a:t>
            </a:r>
            <a:r>
              <a:rPr lang="en-US" altLang="zh-CN" u="sng" dirty="0">
                <a:solidFill>
                  <a:srgbClr val="FF0000"/>
                </a:solidFill>
                <a:sym typeface="+mn-ea"/>
              </a:rPr>
              <a:t> </a:t>
            </a:r>
            <a:r>
              <a:rPr lang="en-US" altLang="zh-CN" u="sng" dirty="0" err="1">
                <a:solidFill>
                  <a:srgbClr val="FF0000"/>
                </a:solidFill>
                <a:sym typeface="+mn-ea"/>
              </a:rPr>
              <a:t>dẫn</a:t>
            </a:r>
            <a:r>
              <a:rPr lang="en-US" altLang="zh-CN" u="sng" dirty="0">
                <a:solidFill>
                  <a:srgbClr val="FF0000"/>
                </a:solidFill>
                <a:sym typeface="+mn-ea"/>
              </a:rPr>
              <a:t> </a:t>
            </a:r>
            <a:r>
              <a:rPr lang="en-US" altLang="zh-CN" u="sng" dirty="0" err="1">
                <a:solidFill>
                  <a:srgbClr val="FF0000"/>
                </a:solidFill>
                <a:sym typeface="+mn-ea"/>
              </a:rPr>
              <a:t>địa</a:t>
            </a:r>
            <a:r>
              <a:rPr lang="en-US" altLang="zh-CN" u="sng" dirty="0">
                <a:solidFill>
                  <a:srgbClr val="FF0000"/>
                </a:solidFill>
                <a:sym typeface="+mn-ea"/>
              </a:rPr>
              <a:t> </a:t>
            </a:r>
            <a:r>
              <a:rPr lang="en-US" altLang="zh-CN" u="sng" dirty="0" err="1">
                <a:solidFill>
                  <a:srgbClr val="FF0000"/>
                </a:solidFill>
                <a:sym typeface="+mn-ea"/>
              </a:rPr>
              <a:t>lý</a:t>
            </a:r>
            <a:r>
              <a:rPr lang="en-US" altLang="zh-CN" u="sng" dirty="0">
                <a:solidFill>
                  <a:srgbClr val="FF0000"/>
                </a:solidFill>
                <a:sym typeface="+mn-ea"/>
              </a:rPr>
              <a:t> </a:t>
            </a:r>
            <a:r>
              <a:rPr lang="en-US" altLang="zh-CN" u="sng" dirty="0" err="1">
                <a:solidFill>
                  <a:srgbClr val="FF0000"/>
                </a:solidFill>
                <a:sym typeface="+mn-ea"/>
              </a:rPr>
              <a:t>được</a:t>
            </a:r>
            <a:r>
              <a:rPr lang="en-US" altLang="zh-CN" u="sng" dirty="0">
                <a:solidFill>
                  <a:srgbClr val="FF0000"/>
                </a:solidFill>
                <a:sym typeface="+mn-ea"/>
              </a:rPr>
              <a:t> </a:t>
            </a:r>
            <a:r>
              <a:rPr lang="en-US" altLang="zh-CN" u="sng" dirty="0" err="1">
                <a:solidFill>
                  <a:srgbClr val="FF0000"/>
                </a:solidFill>
                <a:sym typeface="+mn-ea"/>
              </a:rPr>
              <a:t>xác</a:t>
            </a:r>
            <a:r>
              <a:rPr lang="en-US" altLang="zh-CN" u="sng" dirty="0">
                <a:solidFill>
                  <a:srgbClr val="FF0000"/>
                </a:solidFill>
                <a:sym typeface="+mn-ea"/>
              </a:rPr>
              <a:t> </a:t>
            </a:r>
            <a:r>
              <a:rPr lang="en-US" altLang="zh-CN" u="sng" dirty="0" err="1">
                <a:solidFill>
                  <a:srgbClr val="FF0000"/>
                </a:solidFill>
                <a:sym typeface="+mn-ea"/>
              </a:rPr>
              <a:t>lập</a:t>
            </a:r>
            <a:r>
              <a:rPr lang="en-US" altLang="zh-CN" u="sng" dirty="0">
                <a:solidFill>
                  <a:srgbClr val="FF0000"/>
                </a:solidFill>
                <a:sym typeface="+mn-ea"/>
              </a:rPr>
              <a:t> </a:t>
            </a:r>
            <a:r>
              <a:rPr lang="en-US" altLang="zh-CN" u="sng" dirty="0" err="1">
                <a:solidFill>
                  <a:srgbClr val="FF0000"/>
                </a:solidFill>
                <a:sym typeface="+mn-ea"/>
              </a:rPr>
              <a:t>trên</a:t>
            </a:r>
            <a:r>
              <a:rPr lang="en-US" altLang="zh-CN" u="sng" dirty="0">
                <a:solidFill>
                  <a:srgbClr val="FF0000"/>
                </a:solidFill>
                <a:sym typeface="+mn-ea"/>
              </a:rPr>
              <a:t> </a:t>
            </a:r>
            <a:r>
              <a:rPr lang="en-US" altLang="zh-CN" u="sng" dirty="0" err="1">
                <a:solidFill>
                  <a:srgbClr val="FF0000"/>
                </a:solidFill>
                <a:sym typeface="+mn-ea"/>
              </a:rPr>
              <a:t>cơ</a:t>
            </a:r>
            <a:r>
              <a:rPr lang="en-US" altLang="zh-CN" u="sng" dirty="0">
                <a:solidFill>
                  <a:srgbClr val="FF0000"/>
                </a:solidFill>
                <a:sym typeface="+mn-ea"/>
              </a:rPr>
              <a:t> </a:t>
            </a:r>
            <a:r>
              <a:rPr lang="en-US" altLang="zh-CN" u="sng" dirty="0" err="1">
                <a:solidFill>
                  <a:srgbClr val="FF0000"/>
                </a:solidFill>
                <a:sym typeface="+mn-ea"/>
              </a:rPr>
              <a:t>sở</a:t>
            </a:r>
            <a:r>
              <a:rPr lang="en-US" altLang="zh-CN" u="sng" dirty="0">
                <a:solidFill>
                  <a:srgbClr val="FF0000"/>
                </a:solidFill>
                <a:sym typeface="+mn-ea"/>
              </a:rPr>
              <a:t> </a:t>
            </a:r>
            <a:r>
              <a:rPr lang="en-US" altLang="zh-CN" u="sng" dirty="0" err="1">
                <a:solidFill>
                  <a:srgbClr val="FF0000"/>
                </a:solidFill>
                <a:highlight>
                  <a:srgbClr val="FFFF00"/>
                </a:highlight>
                <a:sym typeface="+mn-ea"/>
              </a:rPr>
              <a:t>quyết</a:t>
            </a:r>
            <a:r>
              <a:rPr lang="en-US" altLang="zh-CN" u="sng" dirty="0">
                <a:solidFill>
                  <a:srgbClr val="FF0000"/>
                </a:solidFill>
                <a:highlight>
                  <a:srgbClr val="FFFF00"/>
                </a:highlight>
                <a:sym typeface="+mn-ea"/>
              </a:rPr>
              <a:t> </a:t>
            </a:r>
            <a:r>
              <a:rPr lang="en-US" altLang="zh-CN" u="sng" dirty="0" err="1">
                <a:solidFill>
                  <a:srgbClr val="FF0000"/>
                </a:solidFill>
                <a:highlight>
                  <a:srgbClr val="FFFF00"/>
                </a:highlight>
                <a:sym typeface="+mn-ea"/>
              </a:rPr>
              <a:t>định</a:t>
            </a:r>
            <a:r>
              <a:rPr lang="en-US" altLang="zh-CN" u="sng" dirty="0">
                <a:solidFill>
                  <a:srgbClr val="FF0000"/>
                </a:solidFill>
                <a:highlight>
                  <a:srgbClr val="FFFF00"/>
                </a:highlight>
                <a:sym typeface="+mn-ea"/>
              </a:rPr>
              <a:t> </a:t>
            </a:r>
            <a:r>
              <a:rPr lang="en-US" altLang="zh-CN" u="sng" dirty="0" err="1">
                <a:solidFill>
                  <a:srgbClr val="FF0000"/>
                </a:solidFill>
                <a:highlight>
                  <a:srgbClr val="FFFF00"/>
                </a:highlight>
                <a:sym typeface="+mn-ea"/>
              </a:rPr>
              <a:t>cấp</a:t>
            </a:r>
            <a:r>
              <a:rPr lang="en-US" altLang="zh-CN" u="sng" dirty="0">
                <a:solidFill>
                  <a:srgbClr val="FF0000"/>
                </a:solidFill>
                <a:highlight>
                  <a:srgbClr val="FFFF00"/>
                </a:highlight>
                <a:sym typeface="+mn-ea"/>
              </a:rPr>
              <a:t> </a:t>
            </a:r>
            <a:r>
              <a:rPr lang="en-US" altLang="zh-CN" u="sng" dirty="0" err="1">
                <a:solidFill>
                  <a:srgbClr val="FF0000"/>
                </a:solidFill>
                <a:highlight>
                  <a:srgbClr val="FFFF00"/>
                </a:highlight>
                <a:sym typeface="+mn-ea"/>
              </a:rPr>
              <a:t>văn</a:t>
            </a:r>
            <a:r>
              <a:rPr lang="en-US" altLang="zh-CN" u="sng" dirty="0">
                <a:solidFill>
                  <a:srgbClr val="FF0000"/>
                </a:solidFill>
                <a:highlight>
                  <a:srgbClr val="FFFF00"/>
                </a:highlight>
                <a:sym typeface="+mn-ea"/>
              </a:rPr>
              <a:t> </a:t>
            </a:r>
            <a:r>
              <a:rPr lang="en-US" altLang="zh-CN" u="sng" dirty="0" err="1">
                <a:solidFill>
                  <a:srgbClr val="FF0000"/>
                </a:solidFill>
                <a:highlight>
                  <a:srgbClr val="FFFF00"/>
                </a:highlight>
                <a:sym typeface="+mn-ea"/>
              </a:rPr>
              <a:t>bằng</a:t>
            </a:r>
            <a:r>
              <a:rPr lang="en-US" altLang="zh-CN" u="sng" dirty="0">
                <a:solidFill>
                  <a:srgbClr val="FF0000"/>
                </a:solidFill>
                <a:highlight>
                  <a:srgbClr val="FFFF00"/>
                </a:highlight>
                <a:sym typeface="+mn-ea"/>
              </a:rPr>
              <a:t> </a:t>
            </a:r>
            <a:r>
              <a:rPr lang="en-US" altLang="zh-CN" u="sng" dirty="0" err="1">
                <a:solidFill>
                  <a:srgbClr val="FF0000"/>
                </a:solidFill>
                <a:highlight>
                  <a:srgbClr val="FFFF00"/>
                </a:highlight>
                <a:sym typeface="+mn-ea"/>
              </a:rPr>
              <a:t>bảo</a:t>
            </a:r>
            <a:r>
              <a:rPr lang="en-US" altLang="zh-CN" u="sng" dirty="0">
                <a:solidFill>
                  <a:srgbClr val="FF0000"/>
                </a:solidFill>
                <a:highlight>
                  <a:srgbClr val="FFFF00"/>
                </a:highlight>
                <a:sym typeface="+mn-ea"/>
              </a:rPr>
              <a:t> </a:t>
            </a:r>
            <a:r>
              <a:rPr lang="en-US" altLang="zh-CN" u="sng" dirty="0" err="1">
                <a:solidFill>
                  <a:srgbClr val="FF0000"/>
                </a:solidFill>
                <a:highlight>
                  <a:srgbClr val="FFFF00"/>
                </a:highlight>
                <a:sym typeface="+mn-ea"/>
              </a:rPr>
              <a:t>hộ</a:t>
            </a:r>
            <a:r>
              <a:rPr lang="en-US" altLang="zh-CN" u="sng" dirty="0">
                <a:solidFill>
                  <a:srgbClr val="FF0000"/>
                </a:solidFill>
                <a:highlight>
                  <a:srgbClr val="FFFF00"/>
                </a:highlight>
                <a:sym typeface="+mn-ea"/>
              </a:rPr>
              <a:t> </a:t>
            </a:r>
            <a:r>
              <a:rPr lang="en-US" altLang="zh-CN" u="sng" dirty="0" err="1">
                <a:solidFill>
                  <a:srgbClr val="FF0000"/>
                </a:solidFill>
                <a:highlight>
                  <a:srgbClr val="FFFF00"/>
                </a:highlight>
                <a:sym typeface="+mn-ea"/>
              </a:rPr>
              <a:t>của</a:t>
            </a:r>
            <a:r>
              <a:rPr lang="en-US" altLang="zh-CN" u="sng" dirty="0">
                <a:solidFill>
                  <a:srgbClr val="FF0000"/>
                </a:solidFill>
                <a:highlight>
                  <a:srgbClr val="FFFF00"/>
                </a:highlight>
                <a:sym typeface="+mn-ea"/>
              </a:rPr>
              <a:t> </a:t>
            </a:r>
            <a:r>
              <a:rPr lang="en-US" altLang="zh-CN" u="sng" dirty="0" err="1">
                <a:solidFill>
                  <a:srgbClr val="FF0000"/>
                </a:solidFill>
                <a:highlight>
                  <a:srgbClr val="FFFF00"/>
                </a:highlight>
                <a:sym typeface="+mn-ea"/>
              </a:rPr>
              <a:t>cơ</a:t>
            </a:r>
            <a:r>
              <a:rPr lang="en-US" altLang="zh-CN" u="sng" dirty="0">
                <a:solidFill>
                  <a:srgbClr val="FF0000"/>
                </a:solidFill>
                <a:highlight>
                  <a:srgbClr val="FFFF00"/>
                </a:highlight>
                <a:sym typeface="+mn-ea"/>
              </a:rPr>
              <a:t> </a:t>
            </a:r>
            <a:r>
              <a:rPr lang="en-US" altLang="zh-CN" u="sng" dirty="0" err="1">
                <a:solidFill>
                  <a:srgbClr val="FF0000"/>
                </a:solidFill>
                <a:highlight>
                  <a:srgbClr val="FFFF00"/>
                </a:highlight>
                <a:sym typeface="+mn-ea"/>
              </a:rPr>
              <a:t>quan</a:t>
            </a:r>
            <a:r>
              <a:rPr lang="en-US" altLang="zh-CN" u="sng" dirty="0">
                <a:solidFill>
                  <a:srgbClr val="FF0000"/>
                </a:solidFill>
                <a:highlight>
                  <a:srgbClr val="FFFF00"/>
                </a:highlight>
                <a:sym typeface="+mn-ea"/>
              </a:rPr>
              <a:t> </a:t>
            </a:r>
            <a:r>
              <a:rPr lang="en-US" altLang="zh-CN" u="sng" dirty="0" err="1">
                <a:solidFill>
                  <a:srgbClr val="FF0000"/>
                </a:solidFill>
                <a:highlight>
                  <a:srgbClr val="FFFF00"/>
                </a:highlight>
                <a:sym typeface="+mn-ea"/>
              </a:rPr>
              <a:t>nhà</a:t>
            </a:r>
            <a:r>
              <a:rPr lang="en-US" altLang="zh-CN" u="sng" dirty="0">
                <a:solidFill>
                  <a:srgbClr val="FF0000"/>
                </a:solidFill>
                <a:highlight>
                  <a:srgbClr val="FFFF00"/>
                </a:highlight>
                <a:sym typeface="+mn-ea"/>
              </a:rPr>
              <a:t> </a:t>
            </a:r>
            <a:r>
              <a:rPr lang="en-US" altLang="zh-CN" u="sng" dirty="0" err="1">
                <a:solidFill>
                  <a:srgbClr val="FF0000"/>
                </a:solidFill>
                <a:highlight>
                  <a:srgbClr val="FFFF00"/>
                </a:highlight>
                <a:sym typeface="+mn-ea"/>
              </a:rPr>
              <a:t>nước</a:t>
            </a:r>
            <a:r>
              <a:rPr lang="en-US" altLang="zh-CN" u="sng" dirty="0">
                <a:highlight>
                  <a:srgbClr val="FFFF00"/>
                </a:highlight>
                <a:sym typeface="+mn-ea"/>
              </a:rPr>
              <a:t> </a:t>
            </a:r>
            <a:r>
              <a:rPr lang="en-US" altLang="zh-CN" dirty="0" err="1">
                <a:sym typeface="+mn-ea"/>
              </a:rPr>
              <a:t>có</a:t>
            </a:r>
            <a:r>
              <a:rPr lang="en-US" altLang="zh-CN" dirty="0">
                <a:sym typeface="+mn-ea"/>
              </a:rPr>
              <a:t> </a:t>
            </a:r>
            <a:r>
              <a:rPr lang="en-US" altLang="zh-CN" dirty="0" err="1">
                <a:sym typeface="+mn-ea"/>
              </a:rPr>
              <a:t>thẩm</a:t>
            </a:r>
            <a:r>
              <a:rPr lang="en-US" altLang="zh-CN" dirty="0">
                <a:sym typeface="+mn-ea"/>
              </a:rPr>
              <a:t> </a:t>
            </a:r>
            <a:r>
              <a:rPr lang="en-US" altLang="zh-CN" dirty="0" err="1">
                <a:sym typeface="+mn-ea"/>
              </a:rPr>
              <a:t>quyền</a:t>
            </a:r>
            <a:r>
              <a:rPr lang="en-US" altLang="zh-CN" dirty="0">
                <a:sym typeface="+mn-ea"/>
              </a:rPr>
              <a:t> </a:t>
            </a:r>
            <a:r>
              <a:rPr lang="en-US" altLang="zh-CN" dirty="0" err="1">
                <a:sym typeface="+mn-ea"/>
              </a:rPr>
              <a:t>theo</a:t>
            </a:r>
            <a:r>
              <a:rPr lang="en-US" altLang="zh-CN" dirty="0">
                <a:sym typeface="+mn-ea"/>
              </a:rPr>
              <a:t> </a:t>
            </a:r>
            <a:r>
              <a:rPr lang="en-US" altLang="zh-CN" dirty="0" err="1">
                <a:sym typeface="+mn-ea"/>
              </a:rPr>
              <a:t>thủ</a:t>
            </a:r>
            <a:r>
              <a:rPr lang="en-US" altLang="zh-CN" dirty="0">
                <a:sym typeface="+mn-ea"/>
              </a:rPr>
              <a:t> </a:t>
            </a:r>
            <a:r>
              <a:rPr lang="en-US" altLang="zh-CN" dirty="0" err="1">
                <a:sym typeface="+mn-ea"/>
              </a:rPr>
              <a:t>tục</a:t>
            </a:r>
            <a:r>
              <a:rPr lang="en-US" altLang="zh-CN" dirty="0">
                <a:sym typeface="+mn-ea"/>
              </a:rPr>
              <a:t> </a:t>
            </a:r>
            <a:r>
              <a:rPr lang="en-US" altLang="zh-CN" dirty="0" err="1">
                <a:sym typeface="+mn-ea"/>
              </a:rPr>
              <a:t>đăng</a:t>
            </a:r>
            <a:r>
              <a:rPr lang="en-US" altLang="zh-CN" dirty="0">
                <a:sym typeface="+mn-ea"/>
              </a:rPr>
              <a:t> </a:t>
            </a:r>
            <a:r>
              <a:rPr lang="en-US" altLang="zh-CN" dirty="0" err="1">
                <a:sym typeface="+mn-ea"/>
              </a:rPr>
              <a:t>ký</a:t>
            </a:r>
            <a:r>
              <a:rPr lang="en-US" altLang="zh-CN" dirty="0">
                <a:sym typeface="+mn-ea"/>
              </a:rPr>
              <a:t> </a:t>
            </a:r>
            <a:r>
              <a:rPr lang="en-US" altLang="zh-CN" dirty="0" err="1">
                <a:sym typeface="+mn-ea"/>
              </a:rPr>
              <a:t>quy</a:t>
            </a:r>
            <a:r>
              <a:rPr lang="en-US" altLang="zh-CN" dirty="0">
                <a:sym typeface="+mn-ea"/>
              </a:rPr>
              <a:t> </a:t>
            </a:r>
            <a:r>
              <a:rPr lang="en-US" altLang="zh-CN" dirty="0" err="1">
                <a:sym typeface="+mn-ea"/>
              </a:rPr>
              <a:t>định</a:t>
            </a:r>
            <a:r>
              <a:rPr lang="en-US" altLang="zh-CN" dirty="0">
                <a:sym typeface="+mn-ea"/>
              </a:rPr>
              <a:t> </a:t>
            </a:r>
            <a:r>
              <a:rPr lang="en-US" altLang="zh-CN" dirty="0" err="1">
                <a:sym typeface="+mn-ea"/>
              </a:rPr>
              <a:t>tại</a:t>
            </a:r>
            <a:r>
              <a:rPr lang="en-US" altLang="zh-CN" dirty="0">
                <a:sym typeface="+mn-ea"/>
              </a:rPr>
              <a:t> </a:t>
            </a:r>
            <a:r>
              <a:rPr lang="en-US" altLang="zh-CN" dirty="0" err="1">
                <a:sym typeface="+mn-ea"/>
              </a:rPr>
              <a:t>Luật</a:t>
            </a:r>
            <a:r>
              <a:rPr lang="en-US" altLang="zh-CN" dirty="0">
                <a:sym typeface="+mn-ea"/>
              </a:rPr>
              <a:t> </a:t>
            </a:r>
            <a:r>
              <a:rPr lang="en-US" altLang="zh-CN" dirty="0" err="1">
                <a:sym typeface="+mn-ea"/>
              </a:rPr>
              <a:t>này</a:t>
            </a:r>
            <a:r>
              <a:rPr lang="en-US" altLang="zh-CN" dirty="0">
                <a:sym typeface="+mn-ea"/>
              </a:rPr>
              <a:t> </a:t>
            </a:r>
            <a:r>
              <a:rPr lang="en-US" altLang="zh-CN" dirty="0" err="1">
                <a:sym typeface="+mn-ea"/>
              </a:rPr>
              <a:t>hoặc</a:t>
            </a:r>
            <a:r>
              <a:rPr lang="en-US" altLang="zh-CN" dirty="0">
                <a:sym typeface="+mn-ea"/>
              </a:rPr>
              <a:t> </a:t>
            </a:r>
            <a:r>
              <a:rPr lang="en-US" altLang="zh-CN" dirty="0" err="1">
                <a:sym typeface="+mn-ea"/>
              </a:rPr>
              <a:t>theo</a:t>
            </a:r>
            <a:r>
              <a:rPr lang="en-US" altLang="zh-CN" dirty="0">
                <a:sym typeface="+mn-ea"/>
              </a:rPr>
              <a:t> </a:t>
            </a:r>
            <a:r>
              <a:rPr lang="en-US" altLang="zh-CN" dirty="0" err="1">
                <a:sym typeface="+mn-ea"/>
              </a:rPr>
              <a:t>điều</a:t>
            </a:r>
            <a:r>
              <a:rPr lang="en-US" altLang="zh-CN" dirty="0">
                <a:sym typeface="+mn-ea"/>
              </a:rPr>
              <a:t> </a:t>
            </a:r>
            <a:r>
              <a:rPr lang="en-US" altLang="zh-CN" dirty="0" err="1">
                <a:sym typeface="+mn-ea"/>
              </a:rPr>
              <a:t>ước</a:t>
            </a:r>
            <a:r>
              <a:rPr lang="en-US" altLang="zh-CN" dirty="0">
                <a:sym typeface="+mn-ea"/>
              </a:rPr>
              <a:t> </a:t>
            </a:r>
            <a:r>
              <a:rPr lang="en-US" altLang="zh-CN" dirty="0" err="1">
                <a:sym typeface="+mn-ea"/>
              </a:rPr>
              <a:t>quốc</a:t>
            </a:r>
            <a:r>
              <a:rPr lang="en-US" altLang="zh-CN" dirty="0">
                <a:sym typeface="+mn-ea"/>
              </a:rPr>
              <a:t> </a:t>
            </a:r>
            <a:r>
              <a:rPr lang="en-US" altLang="zh-CN" dirty="0" err="1">
                <a:sym typeface="+mn-ea"/>
              </a:rPr>
              <a:t>tế</a:t>
            </a:r>
            <a:r>
              <a:rPr lang="en-US" altLang="zh-CN" dirty="0">
                <a:sym typeface="+mn-ea"/>
              </a:rPr>
              <a:t> </a:t>
            </a:r>
            <a:r>
              <a:rPr lang="en-US" altLang="zh-CN" dirty="0" err="1">
                <a:sym typeface="+mn-ea"/>
              </a:rPr>
              <a:t>mà</a:t>
            </a:r>
            <a:r>
              <a:rPr lang="en-US" altLang="zh-CN" dirty="0">
                <a:sym typeface="+mn-ea"/>
              </a:rPr>
              <a:t> </a:t>
            </a:r>
            <a:r>
              <a:rPr lang="en-US" altLang="zh-CN" dirty="0" err="1">
                <a:sym typeface="+mn-ea"/>
              </a:rPr>
              <a:t>Cộng</a:t>
            </a:r>
            <a:r>
              <a:rPr lang="en-US" altLang="zh-CN" dirty="0">
                <a:sym typeface="+mn-ea"/>
              </a:rPr>
              <a:t> </a:t>
            </a:r>
            <a:r>
              <a:rPr lang="en-US" altLang="zh-CN" dirty="0" err="1">
                <a:sym typeface="+mn-ea"/>
              </a:rPr>
              <a:t>hòa</a:t>
            </a:r>
            <a:r>
              <a:rPr lang="en-US" altLang="zh-CN" dirty="0">
                <a:sym typeface="+mn-ea"/>
              </a:rPr>
              <a:t> </a:t>
            </a:r>
            <a:r>
              <a:rPr lang="en-US" altLang="zh-CN" dirty="0" err="1">
                <a:sym typeface="+mn-ea"/>
              </a:rPr>
              <a:t>xã</a:t>
            </a:r>
            <a:r>
              <a:rPr lang="en-US" altLang="zh-CN" dirty="0">
                <a:sym typeface="+mn-ea"/>
              </a:rPr>
              <a:t> </a:t>
            </a:r>
            <a:r>
              <a:rPr lang="en-US" altLang="zh-CN" dirty="0" err="1">
                <a:sym typeface="+mn-ea"/>
              </a:rPr>
              <a:t>hội</a:t>
            </a:r>
            <a:r>
              <a:rPr lang="en-US" altLang="zh-CN" dirty="0">
                <a:sym typeface="+mn-ea"/>
              </a:rPr>
              <a:t> </a:t>
            </a:r>
            <a:r>
              <a:rPr lang="en-US" altLang="zh-CN" dirty="0" err="1">
                <a:sym typeface="+mn-ea"/>
              </a:rPr>
              <a:t>chủ</a:t>
            </a:r>
            <a:r>
              <a:rPr lang="en-US" altLang="zh-CN" dirty="0">
                <a:sym typeface="+mn-ea"/>
              </a:rPr>
              <a:t> </a:t>
            </a:r>
            <a:r>
              <a:rPr lang="en-US" altLang="zh-CN" dirty="0" err="1">
                <a:sym typeface="+mn-ea"/>
              </a:rPr>
              <a:t>nghĩa</a:t>
            </a:r>
            <a:r>
              <a:rPr lang="en-US" altLang="zh-CN" dirty="0">
                <a:sym typeface="+mn-ea"/>
              </a:rPr>
              <a:t> Việt Nam </a:t>
            </a:r>
            <a:r>
              <a:rPr lang="en-US" altLang="zh-CN" dirty="0" err="1">
                <a:sym typeface="+mn-ea"/>
              </a:rPr>
              <a:t>là</a:t>
            </a:r>
            <a:r>
              <a:rPr lang="en-US" altLang="zh-CN" dirty="0">
                <a:sym typeface="+mn-ea"/>
              </a:rPr>
              <a:t> </a:t>
            </a:r>
            <a:r>
              <a:rPr lang="en-US" altLang="zh-CN" dirty="0" err="1">
                <a:sym typeface="+mn-ea"/>
              </a:rPr>
              <a:t>thành</a:t>
            </a:r>
            <a:r>
              <a:rPr lang="en-US" altLang="zh-CN" dirty="0">
                <a:sym typeface="+mn-ea"/>
              </a:rPr>
              <a:t> </a:t>
            </a:r>
            <a:r>
              <a:rPr lang="en-US" altLang="zh-CN" dirty="0" err="1">
                <a:sym typeface="+mn-ea"/>
              </a:rPr>
              <a:t>viên</a:t>
            </a:r>
            <a:r>
              <a:rPr lang="en-US" altLang="zh-CN" dirty="0">
                <a:sym typeface="+mn-ea"/>
              </a:rPr>
              <a:t>;</a:t>
            </a:r>
            <a:endParaRPr lang="en-US" altLang="zh-CN" dirty="0"/>
          </a:p>
          <a:p>
            <a:endParaRPr lang="en-US" altLang="zh-CN" dirty="0"/>
          </a:p>
          <a:p>
            <a:endParaRPr lang="en-US" altLang="zh-CN" dirty="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1"/>
          <p:cNvSpPr>
            <a:spLocks noGrp="1"/>
          </p:cNvSpPr>
          <p:nvPr>
            <p:ph type="title"/>
          </p:nvPr>
        </p:nvSpPr>
        <p:spPr/>
        <p:txBody>
          <a:bodyPr anchor="ctr" anchorCtr="0"/>
          <a:lstStyle/>
          <a:p>
            <a:endParaRPr lang="en-US" altLang="zh-CN"/>
          </a:p>
        </p:txBody>
      </p:sp>
      <p:sp>
        <p:nvSpPr>
          <p:cNvPr id="13314" name="Content Placeholder 2"/>
          <p:cNvSpPr>
            <a:spLocks noGrp="1"/>
          </p:cNvSpPr>
          <p:nvPr>
            <p:ph idx="1"/>
          </p:nvPr>
        </p:nvSpPr>
        <p:spPr/>
        <p:txBody>
          <a:bodyPr anchor="t" anchorCtr="0"/>
          <a:lstStyle/>
          <a:p>
            <a:r>
              <a:rPr lang="en-US" altLang="zh-CN" dirty="0">
                <a:sym typeface="+mn-ea"/>
              </a:rPr>
              <a:t>b) Quyền </a:t>
            </a:r>
            <a:r>
              <a:rPr lang="en-US" altLang="zh-CN" dirty="0" err="1">
                <a:sym typeface="+mn-ea"/>
              </a:rPr>
              <a:t>sở</a:t>
            </a:r>
            <a:r>
              <a:rPr lang="en-US" altLang="zh-CN" dirty="0">
                <a:sym typeface="+mn-ea"/>
              </a:rPr>
              <a:t> </a:t>
            </a:r>
            <a:r>
              <a:rPr lang="en-US" altLang="zh-CN" dirty="0" err="1">
                <a:sym typeface="+mn-ea"/>
              </a:rPr>
              <a:t>hữu</a:t>
            </a:r>
            <a:r>
              <a:rPr lang="en-US" altLang="zh-CN" dirty="0">
                <a:sym typeface="+mn-ea"/>
              </a:rPr>
              <a:t> </a:t>
            </a:r>
            <a:r>
              <a:rPr lang="en-US" altLang="zh-CN" dirty="0" err="1">
                <a:sym typeface="+mn-ea"/>
              </a:rPr>
              <a:t>công</a:t>
            </a:r>
            <a:r>
              <a:rPr lang="en-US" altLang="zh-CN" dirty="0">
                <a:sym typeface="+mn-ea"/>
              </a:rPr>
              <a:t> </a:t>
            </a:r>
            <a:r>
              <a:rPr lang="en-US" altLang="zh-CN" dirty="0" err="1">
                <a:sym typeface="+mn-ea"/>
              </a:rPr>
              <a:t>nghiệp</a:t>
            </a:r>
            <a:r>
              <a:rPr lang="en-US" altLang="zh-CN" dirty="0">
                <a:sym typeface="+mn-ea"/>
              </a:rPr>
              <a:t> </a:t>
            </a:r>
            <a:r>
              <a:rPr lang="en-US" altLang="zh-CN" dirty="0" err="1">
                <a:solidFill>
                  <a:srgbClr val="FF0000"/>
                </a:solidFill>
                <a:sym typeface="+mn-ea"/>
              </a:rPr>
              <a:t>đối</a:t>
            </a:r>
            <a:r>
              <a:rPr lang="en-US" altLang="zh-CN" dirty="0">
                <a:solidFill>
                  <a:srgbClr val="FF0000"/>
                </a:solidFill>
                <a:sym typeface="+mn-ea"/>
              </a:rPr>
              <a:t> </a:t>
            </a:r>
            <a:r>
              <a:rPr lang="en-US" altLang="zh-CN" dirty="0" err="1">
                <a:solidFill>
                  <a:srgbClr val="FF0000"/>
                </a:solidFill>
                <a:sym typeface="+mn-ea"/>
              </a:rPr>
              <a:t>với</a:t>
            </a:r>
            <a:r>
              <a:rPr lang="en-US" altLang="zh-CN" dirty="0">
                <a:solidFill>
                  <a:srgbClr val="FF0000"/>
                </a:solidFill>
                <a:sym typeface="+mn-ea"/>
              </a:rPr>
              <a:t> </a:t>
            </a:r>
            <a:r>
              <a:rPr lang="en-US" altLang="zh-CN" dirty="0" err="1">
                <a:solidFill>
                  <a:srgbClr val="FF0000"/>
                </a:solidFill>
                <a:highlight>
                  <a:srgbClr val="FFFF00"/>
                </a:highlight>
                <a:sym typeface="+mn-ea"/>
              </a:rPr>
              <a:t>tên</a:t>
            </a:r>
            <a:r>
              <a:rPr lang="en-US" altLang="zh-CN" dirty="0">
                <a:solidFill>
                  <a:srgbClr val="FF0000"/>
                </a:solidFill>
                <a:highlight>
                  <a:srgbClr val="FFFF00"/>
                </a:highlight>
                <a:sym typeface="+mn-ea"/>
              </a:rPr>
              <a:t> </a:t>
            </a:r>
            <a:r>
              <a:rPr lang="en-US" altLang="zh-CN" dirty="0" err="1">
                <a:solidFill>
                  <a:srgbClr val="FF0000"/>
                </a:solidFill>
                <a:highlight>
                  <a:srgbClr val="FFFF00"/>
                </a:highlight>
                <a:sym typeface="+mn-ea"/>
              </a:rPr>
              <a:t>thương</a:t>
            </a:r>
            <a:r>
              <a:rPr lang="en-US" altLang="zh-CN" dirty="0">
                <a:solidFill>
                  <a:srgbClr val="FF0000"/>
                </a:solidFill>
                <a:highlight>
                  <a:srgbClr val="FFFF00"/>
                </a:highlight>
                <a:sym typeface="+mn-ea"/>
              </a:rPr>
              <a:t> </a:t>
            </a:r>
            <a:r>
              <a:rPr lang="en-US" altLang="zh-CN" dirty="0" err="1">
                <a:solidFill>
                  <a:srgbClr val="FF0000"/>
                </a:solidFill>
                <a:highlight>
                  <a:srgbClr val="FFFF00"/>
                </a:highlight>
                <a:sym typeface="+mn-ea"/>
              </a:rPr>
              <a:t>mại</a:t>
            </a:r>
            <a:r>
              <a:rPr lang="en-US" altLang="zh-CN" dirty="0">
                <a:solidFill>
                  <a:srgbClr val="FF0000"/>
                </a:solidFill>
                <a:highlight>
                  <a:srgbClr val="FFFF00"/>
                </a:highlight>
                <a:sym typeface="+mn-ea"/>
              </a:rPr>
              <a:t> </a:t>
            </a:r>
            <a:r>
              <a:rPr lang="en-US" altLang="zh-CN" dirty="0" err="1">
                <a:solidFill>
                  <a:srgbClr val="FF0000"/>
                </a:solidFill>
                <a:sym typeface="+mn-ea"/>
              </a:rPr>
              <a:t>được</a:t>
            </a:r>
            <a:r>
              <a:rPr lang="en-US" altLang="zh-CN" dirty="0">
                <a:solidFill>
                  <a:srgbClr val="FF0000"/>
                </a:solidFill>
                <a:sym typeface="+mn-ea"/>
              </a:rPr>
              <a:t> </a:t>
            </a:r>
            <a:r>
              <a:rPr lang="en-US" altLang="zh-CN" dirty="0" err="1">
                <a:solidFill>
                  <a:srgbClr val="FF0000"/>
                </a:solidFill>
                <a:sym typeface="+mn-ea"/>
              </a:rPr>
              <a:t>xác</a:t>
            </a:r>
            <a:r>
              <a:rPr lang="en-US" altLang="zh-CN" dirty="0">
                <a:solidFill>
                  <a:srgbClr val="FF0000"/>
                </a:solidFill>
                <a:sym typeface="+mn-ea"/>
              </a:rPr>
              <a:t> </a:t>
            </a:r>
            <a:r>
              <a:rPr lang="en-US" altLang="zh-CN" dirty="0" err="1">
                <a:solidFill>
                  <a:srgbClr val="FF0000"/>
                </a:solidFill>
                <a:sym typeface="+mn-ea"/>
              </a:rPr>
              <a:t>lập</a:t>
            </a:r>
            <a:r>
              <a:rPr lang="en-US" altLang="zh-CN" dirty="0">
                <a:solidFill>
                  <a:srgbClr val="FF0000"/>
                </a:solidFill>
                <a:sym typeface="+mn-ea"/>
              </a:rPr>
              <a:t> </a:t>
            </a:r>
            <a:r>
              <a:rPr lang="en-US" altLang="zh-CN" dirty="0" err="1">
                <a:solidFill>
                  <a:srgbClr val="FF0000"/>
                </a:solidFill>
                <a:sym typeface="+mn-ea"/>
              </a:rPr>
              <a:t>trên</a:t>
            </a:r>
            <a:r>
              <a:rPr lang="en-US" altLang="zh-CN" dirty="0">
                <a:solidFill>
                  <a:srgbClr val="FF0000"/>
                </a:solidFill>
                <a:sym typeface="+mn-ea"/>
              </a:rPr>
              <a:t> </a:t>
            </a:r>
            <a:r>
              <a:rPr lang="en-US" altLang="zh-CN" dirty="0" err="1">
                <a:solidFill>
                  <a:srgbClr val="FF0000"/>
                </a:solidFill>
                <a:sym typeface="+mn-ea"/>
              </a:rPr>
              <a:t>cơ</a:t>
            </a:r>
            <a:r>
              <a:rPr lang="en-US" altLang="zh-CN" dirty="0">
                <a:solidFill>
                  <a:srgbClr val="FF0000"/>
                </a:solidFill>
                <a:sym typeface="+mn-ea"/>
              </a:rPr>
              <a:t> </a:t>
            </a:r>
            <a:r>
              <a:rPr lang="en-US" altLang="zh-CN" dirty="0" err="1">
                <a:solidFill>
                  <a:srgbClr val="FF0000"/>
                </a:solidFill>
                <a:sym typeface="+mn-ea"/>
              </a:rPr>
              <a:t>sở</a:t>
            </a:r>
            <a:r>
              <a:rPr lang="en-US" altLang="zh-CN" dirty="0">
                <a:solidFill>
                  <a:srgbClr val="FF0000"/>
                </a:solidFill>
                <a:sym typeface="+mn-ea"/>
              </a:rPr>
              <a:t> </a:t>
            </a:r>
            <a:r>
              <a:rPr lang="en-US" altLang="zh-CN" dirty="0" err="1">
                <a:solidFill>
                  <a:srgbClr val="FF0000"/>
                </a:solidFill>
                <a:sym typeface="+mn-ea"/>
              </a:rPr>
              <a:t>sử</a:t>
            </a:r>
            <a:r>
              <a:rPr lang="en-US" altLang="zh-CN" dirty="0">
                <a:solidFill>
                  <a:srgbClr val="FF0000"/>
                </a:solidFill>
                <a:sym typeface="+mn-ea"/>
              </a:rPr>
              <a:t> </a:t>
            </a:r>
            <a:r>
              <a:rPr lang="en-US" altLang="zh-CN" dirty="0" err="1">
                <a:solidFill>
                  <a:srgbClr val="FF0000"/>
                </a:solidFill>
                <a:sym typeface="+mn-ea"/>
              </a:rPr>
              <a:t>dụng</a:t>
            </a:r>
            <a:r>
              <a:rPr lang="en-US" altLang="zh-CN" dirty="0">
                <a:solidFill>
                  <a:srgbClr val="FF0000"/>
                </a:solidFill>
                <a:sym typeface="+mn-ea"/>
              </a:rPr>
              <a:t> </a:t>
            </a:r>
            <a:r>
              <a:rPr lang="en-US" altLang="zh-CN" dirty="0" err="1">
                <a:solidFill>
                  <a:srgbClr val="FF0000"/>
                </a:solidFill>
                <a:sym typeface="+mn-ea"/>
              </a:rPr>
              <a:t>hợp</a:t>
            </a:r>
            <a:r>
              <a:rPr lang="en-US" altLang="zh-CN" dirty="0">
                <a:solidFill>
                  <a:srgbClr val="FF0000"/>
                </a:solidFill>
                <a:sym typeface="+mn-ea"/>
              </a:rPr>
              <a:t> </a:t>
            </a:r>
            <a:r>
              <a:rPr lang="en-US" altLang="zh-CN" dirty="0" err="1">
                <a:solidFill>
                  <a:srgbClr val="FF0000"/>
                </a:solidFill>
                <a:sym typeface="+mn-ea"/>
              </a:rPr>
              <a:t>pháp</a:t>
            </a:r>
            <a:r>
              <a:rPr lang="en-US" altLang="zh-CN" dirty="0">
                <a:solidFill>
                  <a:srgbClr val="FF0000"/>
                </a:solidFill>
                <a:sym typeface="+mn-ea"/>
              </a:rPr>
              <a:t> </a:t>
            </a:r>
            <a:r>
              <a:rPr lang="en-US" altLang="zh-CN" dirty="0" err="1">
                <a:solidFill>
                  <a:srgbClr val="FF0000"/>
                </a:solidFill>
                <a:sym typeface="+mn-ea"/>
              </a:rPr>
              <a:t>tên</a:t>
            </a:r>
            <a:r>
              <a:rPr lang="en-US" altLang="zh-CN" dirty="0">
                <a:solidFill>
                  <a:srgbClr val="FF0000"/>
                </a:solidFill>
                <a:sym typeface="+mn-ea"/>
              </a:rPr>
              <a:t> </a:t>
            </a:r>
            <a:r>
              <a:rPr lang="en-US" altLang="zh-CN" dirty="0" err="1">
                <a:solidFill>
                  <a:srgbClr val="FF0000"/>
                </a:solidFill>
                <a:sym typeface="+mn-ea"/>
              </a:rPr>
              <a:t>thương</a:t>
            </a:r>
            <a:r>
              <a:rPr lang="en-US" altLang="zh-CN" dirty="0">
                <a:solidFill>
                  <a:srgbClr val="FF0000"/>
                </a:solidFill>
                <a:sym typeface="+mn-ea"/>
              </a:rPr>
              <a:t> </a:t>
            </a:r>
            <a:r>
              <a:rPr lang="en-US" altLang="zh-CN" dirty="0" err="1">
                <a:solidFill>
                  <a:srgbClr val="FF0000"/>
                </a:solidFill>
                <a:sym typeface="+mn-ea"/>
              </a:rPr>
              <a:t>mại</a:t>
            </a:r>
            <a:r>
              <a:rPr lang="en-US" altLang="zh-CN" dirty="0">
                <a:solidFill>
                  <a:srgbClr val="FF0000"/>
                </a:solidFill>
                <a:sym typeface="+mn-ea"/>
              </a:rPr>
              <a:t> </a:t>
            </a:r>
            <a:r>
              <a:rPr lang="en-US" altLang="zh-CN" dirty="0" err="1">
                <a:solidFill>
                  <a:srgbClr val="FF0000"/>
                </a:solidFill>
                <a:sym typeface="+mn-ea"/>
              </a:rPr>
              <a:t>đó</a:t>
            </a:r>
            <a:r>
              <a:rPr lang="en-US" altLang="zh-CN" dirty="0">
                <a:solidFill>
                  <a:srgbClr val="FF0000"/>
                </a:solidFill>
                <a:sym typeface="+mn-ea"/>
              </a:rPr>
              <a:t>;</a:t>
            </a:r>
            <a:endParaRPr lang="en-US" altLang="zh-CN" dirty="0">
              <a:solidFill>
                <a:srgbClr val="FF0000"/>
              </a:solidFill>
            </a:endParaRPr>
          </a:p>
          <a:p>
            <a:endParaRPr lang="en-US" altLang="zh-CN" dirty="0"/>
          </a:p>
          <a:p>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zh-CN">
                <a:sym typeface="+mn-ea"/>
              </a:rPr>
              <a:t>c) Quyền sở hữu công nghiệp </a:t>
            </a:r>
            <a:r>
              <a:rPr lang="en-US" altLang="zh-CN">
                <a:solidFill>
                  <a:srgbClr val="FF0000"/>
                </a:solidFill>
                <a:sym typeface="+mn-ea"/>
              </a:rPr>
              <a:t>đối với bí mật kinh doanh được xác lập trên cơ sở có được một cách hợp pháp bí mật kinh doanh và thực hiện việc bảo mật bí mật kinh doanh đó;</a:t>
            </a:r>
            <a:endParaRPr lang="en-US" altLang="zh-CN"/>
          </a:p>
          <a:p>
            <a:endParaRPr lang="en-US" altLang="zh-CN"/>
          </a:p>
          <a:p>
            <a:r>
              <a:rPr lang="en-US" altLang="zh-CN">
                <a:sym typeface="+mn-ea"/>
              </a:rPr>
              <a:t>d) Quyền chống cạnh tranh không lành mạnh được xác lập trên cơ sở hoạt động cạnh tranh trong kinh doanh.</a:t>
            </a:r>
            <a:endParaRPr lang="en-US" altLang="zh-CN"/>
          </a:p>
          <a:p>
            <a:endParaRPr lang="en-US" altLang="zh-CN"/>
          </a:p>
          <a:p>
            <a:endParaRPr lang="en-US" altLang="zh-CN"/>
          </a:p>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title"/>
          </p:nvPr>
        </p:nvSpPr>
        <p:spPr/>
        <p:txBody>
          <a:bodyPr anchor="ctr" anchorCtr="0"/>
          <a:lstStyle/>
          <a:p>
            <a:endParaRPr lang="en-US" altLang="zh-CN"/>
          </a:p>
        </p:txBody>
      </p:sp>
      <p:sp>
        <p:nvSpPr>
          <p:cNvPr id="14338" name="Content Placeholder 2"/>
          <p:cNvSpPr>
            <a:spLocks noGrp="1"/>
          </p:cNvSpPr>
          <p:nvPr>
            <p:ph idx="1"/>
          </p:nvPr>
        </p:nvSpPr>
        <p:spPr/>
        <p:txBody>
          <a:bodyPr anchor="t" anchorCtr="0"/>
          <a:lstStyle/>
          <a:p>
            <a:r>
              <a:rPr lang="en-US" altLang="zh-CN" sz="1200"/>
              <a:t>https://www.ipvietnam.gov.vn/web/guest/phat-trien-chi-dan-ia-ly/-/asset_publisher/SGA9PgvmYtWI/content/bao-ho-chi-dan-ia-ly-thanh-phu-cho-san-pham-gao?inheritRedirect=false&amp;redirect=https%3A%2F%2Fwww.ipvietnam.gov.vn%2Fweb%2Fguest%2Fphat-trien-chi-dan-ia-ly%3Fp_p_id%3D101_INSTANCE_SGA9PgvmYtWI%26p_p_lifecycle%3D0%26p_p_state%3Dnormal%26p_p_mode%3Dview%26p_p_col_id%3Dcolumn-1%26p_p_col_count%3D1</a:t>
            </a:r>
          </a:p>
          <a:p>
            <a:endParaRPr lang="en-US" altLang="zh-CN" sz="1200"/>
          </a:p>
          <a:p>
            <a:r>
              <a:rPr lang="en-US" altLang="zh-CN" sz="1200"/>
              <a:t>Ngày 05/02/2024, Cục trưởng Cục Sở hữu trí tuệ ban hành Quyết định số 68/QĐ-SHTT về việc cấp Giấy chứng nhận đăng ký chỉ dẫn địa lý số 00137 “Thạnh Phú” cho sản phẩm gạo. Sở Khoa học và Công nghệ tỉnh Bến Tre là tổ chức quản lý chỉ dẫn địa lý này</a:t>
            </a:r>
          </a:p>
        </p:txBody>
      </p:sp>
    </p:spTree>
  </p:cSld>
  <p:clrMapOvr>
    <a:masterClrMapping/>
  </p:clrMapOvr>
</p:sld>
</file>

<file path=ppt/theme/theme1.xml><?xml version="1.0" encoding="utf-8"?>
<a:theme xmlns:a="http://schemas.openxmlformats.org/drawingml/2006/main" name="sample">
  <a:themeElements>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samp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ample 1">
        <a:dk1>
          <a:srgbClr val="48806B"/>
        </a:dk1>
        <a:lt1>
          <a:srgbClr val="FFFFFF"/>
        </a:lt1>
        <a:dk2>
          <a:srgbClr val="77956D"/>
        </a:dk2>
        <a:lt2>
          <a:srgbClr val="C0C0C0"/>
        </a:lt2>
        <a:accent1>
          <a:srgbClr val="6BB9C3"/>
        </a:accent1>
        <a:accent2>
          <a:srgbClr val="E7BA15"/>
        </a:accent2>
        <a:accent3>
          <a:srgbClr val="FFFFFF"/>
        </a:accent3>
        <a:accent4>
          <a:srgbClr val="3C6C5A"/>
        </a:accent4>
        <a:accent5>
          <a:srgbClr val="BAD9DE"/>
        </a:accent5>
        <a:accent6>
          <a:srgbClr val="D1A812"/>
        </a:accent6>
        <a:hlink>
          <a:srgbClr val="76C14D"/>
        </a:hlink>
        <a:folHlink>
          <a:srgbClr val="B0C29C"/>
        </a:folHlink>
      </a:clrScheme>
      <a:clrMap bg1="lt1" tx1="dk1" bg2="lt2" tx2="dk2" accent1="accent1" accent2="accent2" accent3="accent3" accent4="accent4" accent5="accent5" accent6="accent6" hlink="hlink" folHlink="folHlink"/>
    </a:extraClrScheme>
    <a:extraClrScheme>
      <a:clrScheme name="sample 2">
        <a:dk1>
          <a:srgbClr val="5F5F5F"/>
        </a:dk1>
        <a:lt1>
          <a:srgbClr val="FFFFFF"/>
        </a:lt1>
        <a:dk2>
          <a:srgbClr val="8D8D8D"/>
        </a:dk2>
        <a:lt2>
          <a:srgbClr val="C0C0C0"/>
        </a:lt2>
        <a:accent1>
          <a:srgbClr val="8EC072"/>
        </a:accent1>
        <a:accent2>
          <a:srgbClr val="5DB8CD"/>
        </a:accent2>
        <a:accent3>
          <a:srgbClr val="FFFFFF"/>
        </a:accent3>
        <a:accent4>
          <a:srgbClr val="505050"/>
        </a:accent4>
        <a:accent5>
          <a:srgbClr val="C6DCBC"/>
        </a:accent5>
        <a:accent6>
          <a:srgbClr val="53A6BA"/>
        </a:accent6>
        <a:hlink>
          <a:srgbClr val="D68B40"/>
        </a:hlink>
        <a:folHlink>
          <a:srgbClr val="D5D179"/>
        </a:folHlink>
      </a:clrScheme>
      <a:clrMap bg1="lt1" tx1="dk1" bg2="lt2" tx2="dk2" accent1="accent1" accent2="accent2" accent3="accent3" accent4="accent4" accent5="accent5" accent6="accent6" hlink="hlink" folHlink="folHlink"/>
    </a:extraClrScheme>
    <a:extraClrScheme>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cdb2004146l</Template>
  <TotalTime>108</TotalTime>
  <Words>1337</Words>
  <Application>Microsoft Office PowerPoint</Application>
  <PresentationFormat>On-screen Show (4:3)</PresentationFormat>
  <Paragraphs>61</Paragraphs>
  <Slides>22</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Arial</vt:lpstr>
      <vt:lpstr>Times New Roman</vt:lpstr>
      <vt:lpstr>Verdana</vt:lpstr>
      <vt:lpstr>Wingdings</vt:lpstr>
      <vt:lpstr>sample</vt:lpstr>
      <vt:lpstr>CHƯƠNG 4</vt:lpstr>
      <vt:lpstr>PowerPoint Presentation</vt:lpstr>
      <vt:lpstr>PowerPoint Presentation</vt:lpstr>
      <vt:lpstr>PowerPoint Presentation</vt:lpstr>
      <vt:lpstr>PowerPoint Presentation</vt:lpstr>
      <vt:lpstr> Cơ cấu của luật </vt:lpstr>
      <vt:lpstr>Điều 1. Phạm vi điều chỉnh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Admin</dc:creator>
  <cp:lastModifiedBy>Bảo Trần</cp:lastModifiedBy>
  <cp:revision>98</cp:revision>
  <dcterms:created xsi:type="dcterms:W3CDTF">2015-11-29T04:26:00Z</dcterms:created>
  <dcterms:modified xsi:type="dcterms:W3CDTF">2026-01-10T12:32:46Z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45BDA7DF9366414D997E5A4CD6F2AAAB_12</vt:lpwstr>
  </property>
  <property fmtid="{D5CDD505-2E9C-101B-9397-08002B2CF9AE}" pid="3" name="KSOProductBuildVer">
    <vt:lpwstr>1033-12.2.0.21546</vt:lpwstr>
  </property>
</Properties>
</file>