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97" r:id="rId2"/>
    <p:sldId id="259" r:id="rId3"/>
    <p:sldId id="457" r:id="rId4"/>
    <p:sldId id="260" r:id="rId5"/>
    <p:sldId id="379" r:id="rId6"/>
    <p:sldId id="458" r:id="rId7"/>
    <p:sldId id="261" r:id="rId8"/>
    <p:sldId id="270" r:id="rId9"/>
    <p:sldId id="419" r:id="rId10"/>
    <p:sldId id="328" r:id="rId11"/>
    <p:sldId id="380" r:id="rId12"/>
    <p:sldId id="272" r:id="rId13"/>
    <p:sldId id="381" r:id="rId14"/>
    <p:sldId id="383" r:id="rId15"/>
    <p:sldId id="382" r:id="rId16"/>
    <p:sldId id="262" r:id="rId17"/>
    <p:sldId id="273" r:id="rId18"/>
    <p:sldId id="275" r:id="rId19"/>
    <p:sldId id="509" r:id="rId20"/>
    <p:sldId id="508" r:id="rId21"/>
    <p:sldId id="276" r:id="rId22"/>
    <p:sldId id="384" r:id="rId23"/>
    <p:sldId id="385" r:id="rId24"/>
    <p:sldId id="386" r:id="rId25"/>
    <p:sldId id="387" r:id="rId26"/>
    <p:sldId id="501" r:id="rId27"/>
    <p:sldId id="510" r:id="rId28"/>
    <p:sldId id="502" r:id="rId29"/>
    <p:sldId id="503" r:id="rId30"/>
    <p:sldId id="504" r:id="rId31"/>
    <p:sldId id="505" r:id="rId32"/>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5868"/>
    <a:srgbClr val="5F5F5F"/>
    <a:srgbClr val="808080"/>
    <a:srgbClr val="66990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p:restoredTop sz="81274" autoAdjust="0"/>
  </p:normalViewPr>
  <p:slideViewPr>
    <p:cSldViewPr showGuides="1">
      <p:cViewPr>
        <p:scale>
          <a:sx n="66" d="100"/>
          <a:sy n="66" d="100"/>
        </p:scale>
        <p:origin x="1886" y="2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B59AE6-BC39-4446-B17D-8F5129A24FF5}" type="datetimeFigureOut">
              <a:rPr lang="en-US" smtClean="0"/>
              <a:t>02/01/2026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A7F90-CC88-41FE-8C08-D900BC0C4710}" type="slidenum">
              <a:rPr lang="en-US" smtClean="0"/>
              <a:t>‹#›</a:t>
            </a:fld>
            <a:endParaRPr lang="en-US"/>
          </a:p>
        </p:txBody>
      </p:sp>
    </p:spTree>
    <p:extLst>
      <p:ext uri="{BB962C8B-B14F-4D97-AF65-F5344CB8AC3E}">
        <p14:creationId xmlns:p14="http://schemas.microsoft.com/office/powerpoint/2010/main" val="2872542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Trước</a:t>
            </a:r>
            <a:r>
              <a:rPr lang="en-US" dirty="0"/>
              <a:t> kia </a:t>
            </a:r>
            <a:r>
              <a:rPr lang="en-US" dirty="0" err="1"/>
              <a:t>giao</a:t>
            </a:r>
            <a:r>
              <a:rPr lang="en-US" dirty="0"/>
              <a:t> </a:t>
            </a:r>
            <a:r>
              <a:rPr lang="en-US" dirty="0" err="1"/>
              <a:t>dịch</a:t>
            </a:r>
            <a:r>
              <a:rPr lang="en-US" dirty="0"/>
              <a:t> </a:t>
            </a:r>
            <a:r>
              <a:rPr lang="en-US" dirty="0" err="1"/>
              <a:t>bằng</a:t>
            </a:r>
            <a:r>
              <a:rPr lang="en-US" dirty="0"/>
              <a:t> </a:t>
            </a:r>
            <a:r>
              <a:rPr lang="en-US" dirty="0" err="1"/>
              <a:t>tiền</a:t>
            </a:r>
            <a:r>
              <a:rPr lang="en-US" dirty="0"/>
              <a:t> </a:t>
            </a:r>
            <a:r>
              <a:rPr lang="en-US" dirty="0" err="1"/>
              <a:t>mặt</a:t>
            </a:r>
            <a:r>
              <a:rPr lang="en-US" dirty="0"/>
              <a:t> </a:t>
            </a:r>
            <a:r>
              <a:rPr lang="en-US" dirty="0" err="1"/>
              <a:t>nằm</a:t>
            </a:r>
            <a:r>
              <a:rPr lang="en-US" dirty="0"/>
              <a:t> </a:t>
            </a:r>
            <a:r>
              <a:rPr lang="en-US" dirty="0" err="1"/>
              <a:t>trong</a:t>
            </a:r>
            <a:r>
              <a:rPr lang="en-US" dirty="0"/>
              <a:t> </a:t>
            </a:r>
            <a:r>
              <a:rPr lang="en-US" dirty="0" err="1"/>
              <a:t>Luật</a:t>
            </a:r>
            <a:r>
              <a:rPr lang="en-US" dirty="0"/>
              <a:t> </a:t>
            </a:r>
            <a:r>
              <a:rPr lang="en-US" dirty="0" err="1"/>
              <a:t>Dân</a:t>
            </a:r>
            <a:r>
              <a:rPr lang="en-US" dirty="0"/>
              <a:t> </a:t>
            </a:r>
            <a:r>
              <a:rPr lang="en-US" dirty="0" err="1"/>
              <a:t>sự</a:t>
            </a:r>
            <a:r>
              <a:rPr lang="en-US" dirty="0"/>
              <a:t>.</a:t>
            </a:r>
          </a:p>
          <a:p>
            <a:r>
              <a:rPr lang="en-US" dirty="0" err="1"/>
              <a:t>Luật</a:t>
            </a:r>
            <a:r>
              <a:rPr lang="en-US" dirty="0"/>
              <a:t> Giao </a:t>
            </a:r>
            <a:r>
              <a:rPr lang="en-US" dirty="0" err="1"/>
              <a:t>dịch</a:t>
            </a:r>
            <a:r>
              <a:rPr lang="en-US" dirty="0"/>
              <a:t> </a:t>
            </a:r>
            <a:r>
              <a:rPr lang="en-US" dirty="0" err="1"/>
              <a:t>điện</a:t>
            </a:r>
            <a:r>
              <a:rPr lang="en-US" dirty="0"/>
              <a:t> </a:t>
            </a:r>
            <a:r>
              <a:rPr lang="en-US" dirty="0" err="1"/>
              <a:t>tử</a:t>
            </a:r>
            <a:r>
              <a:rPr lang="en-US" dirty="0"/>
              <a:t> 2023 </a:t>
            </a:r>
            <a:r>
              <a:rPr lang="en-US" dirty="0" err="1"/>
              <a:t>chỉ</a:t>
            </a:r>
            <a:r>
              <a:rPr lang="en-US" dirty="0"/>
              <a:t> </a:t>
            </a:r>
            <a:r>
              <a:rPr lang="en-US" dirty="0" err="1"/>
              <a:t>quy</a:t>
            </a:r>
            <a:r>
              <a:rPr lang="en-US" dirty="0"/>
              <a:t> </a:t>
            </a:r>
            <a:r>
              <a:rPr lang="en-US" dirty="0" err="1"/>
              <a:t>định</a:t>
            </a:r>
            <a:r>
              <a:rPr lang="en-US" dirty="0"/>
              <a:t> </a:t>
            </a:r>
            <a:r>
              <a:rPr lang="en-US" b="1" dirty="0"/>
              <a:t>“</a:t>
            </a:r>
            <a:r>
              <a:rPr lang="en-US" b="1" dirty="0" err="1"/>
              <a:t>làm</a:t>
            </a:r>
            <a:r>
              <a:rPr lang="en-US" b="1" dirty="0"/>
              <a:t> </a:t>
            </a:r>
            <a:r>
              <a:rPr lang="en-US" b="1" dirty="0" err="1"/>
              <a:t>giao</a:t>
            </a:r>
            <a:r>
              <a:rPr lang="en-US" b="1" dirty="0"/>
              <a:t> </a:t>
            </a:r>
            <a:r>
              <a:rPr lang="en-US" b="1" dirty="0" err="1"/>
              <a:t>dịch</a:t>
            </a:r>
            <a:r>
              <a:rPr lang="en-US" b="1" dirty="0"/>
              <a:t> </a:t>
            </a:r>
            <a:r>
              <a:rPr lang="en-US" b="1" dirty="0" err="1"/>
              <a:t>bằng</a:t>
            </a:r>
            <a:r>
              <a:rPr lang="en-US" b="1" dirty="0"/>
              <a:t> </a:t>
            </a:r>
            <a:r>
              <a:rPr lang="en-US" b="1" dirty="0" err="1"/>
              <a:t>cách</a:t>
            </a:r>
            <a:r>
              <a:rPr lang="en-US" b="1" dirty="0"/>
              <a:t> </a:t>
            </a:r>
            <a:r>
              <a:rPr lang="en-US" b="1" dirty="0" err="1"/>
              <a:t>nào</a:t>
            </a:r>
            <a:r>
              <a:rPr lang="en-US" b="1" dirty="0"/>
              <a:t>” (online hay </a:t>
            </a:r>
            <a:r>
              <a:rPr lang="en-US" b="1" dirty="0" err="1"/>
              <a:t>không</a:t>
            </a:r>
            <a:r>
              <a:rPr lang="en-US" b="1" dirty="0"/>
              <a:t>)</a:t>
            </a:r>
            <a:r>
              <a:rPr lang="en-US" dirty="0"/>
              <a:t>, </a:t>
            </a:r>
            <a:r>
              <a:rPr lang="en-US" dirty="0" err="1"/>
              <a:t>chứ</a:t>
            </a:r>
            <a:r>
              <a:rPr lang="en-US" dirty="0"/>
              <a:t> </a:t>
            </a:r>
            <a:r>
              <a:rPr lang="en-US" dirty="0" err="1"/>
              <a:t>không</a:t>
            </a:r>
            <a:r>
              <a:rPr lang="en-US" dirty="0"/>
              <a:t> </a:t>
            </a:r>
            <a:r>
              <a:rPr lang="en-US" dirty="0" err="1"/>
              <a:t>quy</a:t>
            </a:r>
            <a:r>
              <a:rPr lang="en-US" dirty="0"/>
              <a:t> </a:t>
            </a:r>
            <a:r>
              <a:rPr lang="en-US" dirty="0" err="1"/>
              <a:t>định</a:t>
            </a:r>
            <a:r>
              <a:rPr lang="en-US" dirty="0"/>
              <a:t> </a:t>
            </a:r>
            <a:r>
              <a:rPr lang="en-US" b="1" dirty="0"/>
              <a:t>“</a:t>
            </a:r>
            <a:r>
              <a:rPr lang="en-US" b="1" dirty="0" err="1"/>
              <a:t>giao</a:t>
            </a:r>
            <a:r>
              <a:rPr lang="en-US" b="1" dirty="0"/>
              <a:t> </a:t>
            </a:r>
            <a:r>
              <a:rPr lang="en-US" b="1" dirty="0" err="1"/>
              <a:t>dịch</a:t>
            </a:r>
            <a:r>
              <a:rPr lang="en-US" b="1" dirty="0"/>
              <a:t> </a:t>
            </a:r>
            <a:r>
              <a:rPr lang="en-US" b="1" dirty="0" err="1"/>
              <a:t>cái</a:t>
            </a:r>
            <a:r>
              <a:rPr lang="en-US" b="1" dirty="0"/>
              <a:t> </a:t>
            </a:r>
            <a:r>
              <a:rPr lang="en-US" b="1" dirty="0" err="1"/>
              <a:t>gì</a:t>
            </a:r>
            <a:r>
              <a:rPr lang="en-US" b="1" dirty="0"/>
              <a:t> </a:t>
            </a:r>
            <a:r>
              <a:rPr lang="en-US" b="1" dirty="0" err="1"/>
              <a:t>và</a:t>
            </a:r>
            <a:r>
              <a:rPr lang="en-US" b="1" dirty="0"/>
              <a:t> </a:t>
            </a:r>
            <a:r>
              <a:rPr lang="en-US" b="1" dirty="0" err="1"/>
              <a:t>với</a:t>
            </a:r>
            <a:r>
              <a:rPr lang="en-US" b="1" dirty="0"/>
              <a:t> </a:t>
            </a:r>
            <a:r>
              <a:rPr lang="en-US" b="1" dirty="0" err="1"/>
              <a:t>điều</a:t>
            </a:r>
            <a:r>
              <a:rPr lang="en-US" b="1" dirty="0"/>
              <a:t> </a:t>
            </a:r>
            <a:r>
              <a:rPr lang="en-US" b="1" dirty="0" err="1"/>
              <a:t>kiện</a:t>
            </a:r>
            <a:r>
              <a:rPr lang="en-US" b="1" dirty="0"/>
              <a:t> </a:t>
            </a:r>
            <a:r>
              <a:rPr lang="en-US" b="1" dirty="0" err="1"/>
              <a:t>gì</a:t>
            </a:r>
            <a:r>
              <a:rPr lang="en-US" b="1" dirty="0"/>
              <a:t>”</a:t>
            </a:r>
            <a:r>
              <a:rPr lang="en-US" dirty="0"/>
              <a:t>.</a:t>
            </a:r>
          </a:p>
          <a:p>
            <a:endParaRPr lang="en-US" dirty="0"/>
          </a:p>
          <a:p>
            <a:r>
              <a:rPr lang="vi-VN" b="1" dirty="0"/>
              <a:t>Khoản 1: Luật quy định việc thực hiện giao dịch bằng phương tiện điện tử</a:t>
            </a:r>
          </a:p>
          <a:p>
            <a:r>
              <a:rPr lang="vi-VN" b="1" dirty="0"/>
              <a:t>Ví dụ:</a:t>
            </a:r>
            <a:br>
              <a:rPr lang="vi-VN" dirty="0"/>
            </a:br>
            <a:r>
              <a:rPr lang="vi-VN" dirty="0"/>
              <a:t>Anh A ở Phường An Hội Đông, Quận Gò Vấp đặt mua một chiếc bàn phím máy tính trên website của NPCshop.vn.</a:t>
            </a:r>
          </a:p>
          <a:p>
            <a:r>
              <a:rPr lang="vi-VN" dirty="0"/>
              <a:t>Anh A đặt hàng thông qua website</a:t>
            </a:r>
          </a:p>
          <a:p>
            <a:r>
              <a:rPr lang="vi-VN" dirty="0"/>
              <a:t>Xác nhận đơn hàng qua email</a:t>
            </a:r>
          </a:p>
          <a:p>
            <a:r>
              <a:rPr lang="vi-VN" dirty="0"/>
              <a:t>Thanh toán bằng chuyển khoản ngân hàng hoặc ví điện tử</a:t>
            </a:r>
          </a:p>
          <a:p>
            <a:r>
              <a:rPr lang="vi-VN" dirty="0"/>
              <a:t>→ Toàn bộ quá trình mua bán được </a:t>
            </a:r>
            <a:r>
              <a:rPr lang="vi-VN" b="1" dirty="0"/>
              <a:t>thực hiện bằng phương tiện điện tử</a:t>
            </a:r>
            <a:r>
              <a:rPr lang="vi-VN" dirty="0"/>
              <a:t> (website, email, hệ thống thanh toán online).</a:t>
            </a:r>
            <a:br>
              <a:rPr lang="vi-VN" dirty="0"/>
            </a:br>
            <a:r>
              <a:rPr lang="en-US" dirty="0"/>
              <a:t>👉 </a:t>
            </a:r>
            <a:r>
              <a:rPr lang="vi-VN" dirty="0"/>
              <a:t>Trường hợp này </a:t>
            </a:r>
            <a:r>
              <a:rPr lang="vi-VN" b="1" dirty="0"/>
              <a:t>thuộc phạm vi điều chỉnh của Luật Giao dịch điện tử</a:t>
            </a:r>
            <a:r>
              <a:rPr lang="vi-VN" dirty="0"/>
              <a:t>.</a:t>
            </a:r>
          </a:p>
          <a:p>
            <a:endParaRPr lang="vi-VN" dirty="0"/>
          </a:p>
          <a:p>
            <a:r>
              <a:rPr lang="vi-VN" b="1" dirty="0"/>
              <a:t>Khoản 2: Luật không quy định nội dung, điều kiện, hình thức của giao dịch</a:t>
            </a:r>
          </a:p>
          <a:p>
            <a:r>
              <a:rPr lang="vi-VN" b="1" dirty="0"/>
              <a:t>Ví dụ:</a:t>
            </a:r>
            <a:br>
              <a:rPr lang="vi-VN" dirty="0"/>
            </a:br>
            <a:r>
              <a:rPr lang="vi-VN" dirty="0"/>
              <a:t>Khi anh A mua bàn phím:</a:t>
            </a:r>
          </a:p>
          <a:p>
            <a:r>
              <a:rPr lang="vi-VN" dirty="0"/>
              <a:t>Giá bao nhiêu?</a:t>
            </a:r>
          </a:p>
          <a:p>
            <a:r>
              <a:rPr lang="vi-VN" dirty="0"/>
              <a:t>Bàn phím loại gì?</a:t>
            </a:r>
          </a:p>
          <a:p>
            <a:r>
              <a:rPr lang="vi-VN" dirty="0"/>
              <a:t>Có bảo hành hay không?</a:t>
            </a:r>
          </a:p>
          <a:p>
            <a:r>
              <a:rPr lang="vi-VN" dirty="0"/>
              <a:t>Điều kiện đổi trả thế nào?</a:t>
            </a:r>
          </a:p>
          <a:p>
            <a:r>
              <a:rPr lang="en-US" dirty="0"/>
              <a:t>👉 </a:t>
            </a:r>
            <a:r>
              <a:rPr lang="vi-VN" dirty="0"/>
              <a:t>Những nội dung này </a:t>
            </a:r>
            <a:r>
              <a:rPr lang="vi-VN" b="1" dirty="0"/>
              <a:t>không do Luật Giao dịch điện tử quy định</a:t>
            </a:r>
            <a:r>
              <a:rPr lang="vi-VN" dirty="0"/>
              <a:t>, mà sẽ:</a:t>
            </a:r>
          </a:p>
          <a:p>
            <a:r>
              <a:rPr lang="vi-VN" dirty="0"/>
              <a:t>Do </a:t>
            </a:r>
            <a:r>
              <a:rPr lang="vi-VN" b="1" dirty="0"/>
              <a:t>Bộ luật Dân sự</a:t>
            </a:r>
            <a:r>
              <a:rPr lang="vi-VN" dirty="0"/>
              <a:t>,</a:t>
            </a:r>
          </a:p>
          <a:p>
            <a:r>
              <a:rPr lang="vi-VN" b="1" dirty="0"/>
              <a:t>Luật Thương mại</a:t>
            </a:r>
            <a:r>
              <a:rPr lang="vi-VN" dirty="0"/>
              <a:t>,</a:t>
            </a:r>
          </a:p>
          <a:p>
            <a:r>
              <a:rPr lang="vi-VN" dirty="0"/>
              <a:t>hoặc </a:t>
            </a:r>
            <a:r>
              <a:rPr lang="vi-VN" b="1" dirty="0"/>
              <a:t>thỏa thuận giữa các bên</a:t>
            </a:r>
            <a:r>
              <a:rPr lang="vi-VN" dirty="0"/>
              <a:t> quyết định.</a:t>
            </a:r>
          </a:p>
          <a:p>
            <a:r>
              <a:rPr lang="vi-VN" dirty="0"/>
              <a:t>Luật Giao dịch điện tử </a:t>
            </a:r>
            <a:r>
              <a:rPr lang="vi-VN" b="1" dirty="0"/>
              <a:t>chỉ công nhận và điều chỉnh cách thức giao dịch được thực hiện bằng phương tiện điện tử</a:t>
            </a:r>
            <a:r>
              <a:rPr lang="vi-VN" dirty="0"/>
              <a:t>, chứ </a:t>
            </a:r>
            <a:r>
              <a:rPr lang="vi-VN" b="1" dirty="0"/>
              <a:t>không can thiệp vào nội dung mua bán</a:t>
            </a:r>
            <a:r>
              <a:rPr lang="vi-VN" dirty="0"/>
              <a:t>.</a:t>
            </a:r>
          </a:p>
          <a:p>
            <a:endParaRPr lang="en-US" dirty="0"/>
          </a:p>
          <a:p>
            <a:r>
              <a:rPr lang="vi-VN" b="1" dirty="0"/>
              <a:t>Ví dụ:</a:t>
            </a:r>
            <a:endParaRPr lang="vi-VN" dirty="0"/>
          </a:p>
          <a:p>
            <a:r>
              <a:rPr lang="vi-VN" dirty="0"/>
              <a:t>Đặt hàng online</a:t>
            </a:r>
          </a:p>
          <a:p>
            <a:r>
              <a:rPr lang="vi-VN" dirty="0"/>
              <a:t>Nhưng trả tiền mặt khi nhận hàng (COD)</a:t>
            </a:r>
          </a:p>
          <a:p>
            <a:r>
              <a:rPr lang="en-US" dirty="0"/>
              <a:t>👉 </a:t>
            </a:r>
            <a:r>
              <a:rPr lang="vi-VN" dirty="0"/>
              <a:t>Trường hợp này:</a:t>
            </a:r>
          </a:p>
          <a:p>
            <a:r>
              <a:rPr lang="vi-VN" b="1" dirty="0"/>
              <a:t>Phần đặt hàng, xác nhận</a:t>
            </a:r>
            <a:r>
              <a:rPr lang="vi-VN" dirty="0"/>
              <a:t> → Luật Giao dịch điện tử</a:t>
            </a:r>
          </a:p>
          <a:p>
            <a:r>
              <a:rPr lang="vi-VN" b="1" dirty="0"/>
              <a:t>Phần thanh toán tiền mặt</a:t>
            </a:r>
            <a:r>
              <a:rPr lang="vi-VN" dirty="0"/>
              <a:t> → Bộ luật Dân sự / Luật Thương mại</a:t>
            </a:r>
          </a:p>
        </p:txBody>
      </p:sp>
      <p:sp>
        <p:nvSpPr>
          <p:cNvPr id="4" name="Slide Number Placeholder 3"/>
          <p:cNvSpPr>
            <a:spLocks noGrp="1"/>
          </p:cNvSpPr>
          <p:nvPr>
            <p:ph type="sldNum" sz="quarter" idx="5"/>
          </p:nvPr>
        </p:nvSpPr>
        <p:spPr/>
        <p:txBody>
          <a:bodyPr/>
          <a:lstStyle/>
          <a:p>
            <a:fld id="{35BA7F90-CC88-41FE-8C08-D900BC0C4710}" type="slidenum">
              <a:rPr lang="en-US" smtClean="0"/>
              <a:t>8</a:t>
            </a:fld>
            <a:endParaRPr lang="en-US"/>
          </a:p>
        </p:txBody>
      </p:sp>
    </p:spTree>
    <p:extLst>
      <p:ext uri="{BB962C8B-B14F-4D97-AF65-F5344CB8AC3E}">
        <p14:creationId xmlns:p14="http://schemas.microsoft.com/office/powerpoint/2010/main" val="420256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highlight>
                  <a:srgbClr val="FFFF00"/>
                </a:highlight>
                <a:latin typeface="Times New Roman" panose="02020603050405020304" pitchFamily="18" charset="0"/>
                <a:sym typeface="+mn-ea"/>
              </a:rPr>
              <a:t>3. Trường </a:t>
            </a:r>
            <a:r>
              <a:rPr lang="en-US" altLang="en-US" sz="1200" b="0" dirty="0" err="1">
                <a:highlight>
                  <a:srgbClr val="FFFF00"/>
                </a:highlight>
                <a:latin typeface="Times New Roman" panose="02020603050405020304" pitchFamily="18" charset="0"/>
                <a:sym typeface="+mn-ea"/>
              </a:rPr>
              <a:t>hợp</a:t>
            </a:r>
            <a:r>
              <a:rPr lang="en-US" altLang="en-US" sz="1200" b="0" dirty="0">
                <a:highlight>
                  <a:srgbClr val="FFFF00"/>
                </a:highlight>
                <a:latin typeface="Times New Roman" panose="02020603050405020304" pitchFamily="18" charset="0"/>
                <a:sym typeface="+mn-ea"/>
              </a:rPr>
              <a:t> </a:t>
            </a:r>
            <a:r>
              <a:rPr lang="en-US" altLang="en-US" sz="1200" b="1" dirty="0" err="1">
                <a:highlight>
                  <a:srgbClr val="FFFF00"/>
                </a:highlight>
                <a:latin typeface="Times New Roman" panose="02020603050405020304" pitchFamily="18" charset="0"/>
                <a:sym typeface="+mn-ea"/>
              </a:rPr>
              <a:t>luật</a:t>
            </a:r>
            <a:r>
              <a:rPr lang="en-US" altLang="en-US" sz="1200" b="1" dirty="0">
                <a:highlight>
                  <a:srgbClr val="FFFF00"/>
                </a:highlight>
                <a:latin typeface="Times New Roman" panose="02020603050405020304" pitchFamily="18" charset="0"/>
                <a:sym typeface="+mn-ea"/>
              </a:rPr>
              <a:t> </a:t>
            </a:r>
            <a:r>
              <a:rPr lang="en-US" altLang="en-US" sz="1200" b="1" u="sng" dirty="0" err="1">
                <a:highlight>
                  <a:srgbClr val="FFFF00"/>
                </a:highlight>
                <a:latin typeface="Times New Roman" panose="02020603050405020304" pitchFamily="18" charset="0"/>
                <a:sym typeface="+mn-ea"/>
              </a:rPr>
              <a:t>khác</a:t>
            </a:r>
            <a:r>
              <a:rPr lang="en-US" altLang="en-US" sz="1200" b="1" dirty="0">
                <a:highlight>
                  <a:srgbClr val="FFFF00"/>
                </a:highlight>
                <a:latin typeface="Times New Roman" panose="02020603050405020304" pitchFamily="18" charset="0"/>
                <a:sym typeface="+mn-ea"/>
              </a:rPr>
              <a:t> </a:t>
            </a:r>
            <a:r>
              <a:rPr lang="en-US" altLang="en-US" sz="1200" b="1" dirty="0" err="1">
                <a:highlight>
                  <a:srgbClr val="FFFF00"/>
                </a:highlight>
                <a:latin typeface="Times New Roman" panose="02020603050405020304" pitchFamily="18" charset="0"/>
                <a:sym typeface="+mn-ea"/>
              </a:rPr>
              <a:t>quy</a:t>
            </a:r>
            <a:r>
              <a:rPr lang="en-US" altLang="en-US" sz="1200" b="1" dirty="0">
                <a:highlight>
                  <a:srgbClr val="FFFF00"/>
                </a:highlight>
                <a:latin typeface="Times New Roman" panose="02020603050405020304" pitchFamily="18" charset="0"/>
                <a:sym typeface="+mn-ea"/>
              </a:rPr>
              <a:t> </a:t>
            </a:r>
            <a:r>
              <a:rPr lang="en-US" altLang="en-US" sz="1200" b="1" dirty="0" err="1">
                <a:highlight>
                  <a:srgbClr val="FFFF00"/>
                </a:highlight>
                <a:latin typeface="Times New Roman" panose="02020603050405020304" pitchFamily="18" charset="0"/>
                <a:sym typeface="+mn-ea"/>
              </a:rPr>
              <a:t>định</a:t>
            </a:r>
            <a:r>
              <a:rPr lang="en-US" altLang="en-US" sz="1200" b="1"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giao</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dịch</a:t>
            </a:r>
            <a:r>
              <a:rPr lang="en-US" altLang="en-US" sz="1200" b="0" dirty="0">
                <a:highlight>
                  <a:srgbClr val="FFFF00"/>
                </a:highlight>
                <a:latin typeface="Times New Roman" panose="02020603050405020304" pitchFamily="18" charset="0"/>
                <a:sym typeface="+mn-ea"/>
              </a:rPr>
              <a:t> </a:t>
            </a:r>
            <a:r>
              <a:rPr lang="en-US" altLang="en-US" sz="1200" b="0" dirty="0" err="1">
                <a:solidFill>
                  <a:srgbClr val="FF0000"/>
                </a:solidFill>
                <a:highlight>
                  <a:srgbClr val="FFFF00"/>
                </a:highlight>
                <a:latin typeface="Times New Roman" panose="02020603050405020304" pitchFamily="18" charset="0"/>
                <a:sym typeface="+mn-ea"/>
              </a:rPr>
              <a:t>được</a:t>
            </a:r>
            <a:r>
              <a:rPr lang="en-US" altLang="en-US" sz="1200" b="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thực</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hiện</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bằng</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phương</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tiện</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điện</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tử</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thì</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được</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áp</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dụng</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theo</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quy</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định</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của</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Luật</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này</a:t>
            </a:r>
            <a:r>
              <a:rPr lang="en-US" altLang="en-US" sz="1200" b="0" dirty="0">
                <a:highlight>
                  <a:srgbClr val="FFFF00"/>
                </a:highlight>
                <a:latin typeface="Times New Roman" panose="02020603050405020304" pitchFamily="18" charset="0"/>
                <a:sym typeface="+mn-ea"/>
              </a:rPr>
              <a:t>. </a:t>
            </a:r>
          </a:p>
          <a:p>
            <a:r>
              <a:rPr lang="en-US" dirty="0" err="1"/>
              <a:t>Vd</a:t>
            </a:r>
            <a:r>
              <a:rPr lang="en-US" dirty="0"/>
              <a:t>: </a:t>
            </a:r>
            <a:r>
              <a:rPr lang="en-US" dirty="0" err="1"/>
              <a:t>mua</a:t>
            </a:r>
            <a:r>
              <a:rPr lang="en-US" dirty="0"/>
              <a:t> </a:t>
            </a:r>
            <a:r>
              <a:rPr lang="en-US" dirty="0" err="1"/>
              <a:t>bán</a:t>
            </a:r>
            <a:r>
              <a:rPr lang="en-US" dirty="0"/>
              <a:t> </a:t>
            </a:r>
            <a:r>
              <a:rPr lang="en-US" dirty="0" err="1"/>
              <a:t>vàng</a:t>
            </a:r>
            <a:r>
              <a:rPr lang="en-US" dirty="0"/>
              <a:t> </a:t>
            </a:r>
            <a:r>
              <a:rPr lang="en-US" dirty="0" err="1"/>
              <a:t>từ</a:t>
            </a:r>
            <a:r>
              <a:rPr lang="en-US" dirty="0"/>
              <a:t> 20tr </a:t>
            </a:r>
            <a:r>
              <a:rPr lang="en-US" dirty="0" err="1"/>
              <a:t>trở</a:t>
            </a:r>
            <a:r>
              <a:rPr lang="en-US" dirty="0"/>
              <a:t> </a:t>
            </a:r>
            <a:r>
              <a:rPr lang="en-US" dirty="0" err="1"/>
              <a:t>lên</a:t>
            </a:r>
            <a:r>
              <a:rPr lang="en-US" dirty="0"/>
              <a:t> </a:t>
            </a:r>
            <a:r>
              <a:rPr lang="en-US" dirty="0" err="1"/>
              <a:t>thì</a:t>
            </a:r>
            <a:r>
              <a:rPr lang="en-US" dirty="0"/>
              <a:t> </a:t>
            </a:r>
            <a:r>
              <a:rPr lang="en-US" dirty="0" err="1"/>
              <a:t>bắt</a:t>
            </a:r>
            <a:r>
              <a:rPr lang="en-US" dirty="0"/>
              <a:t> </a:t>
            </a:r>
            <a:r>
              <a:rPr lang="en-US" dirty="0" err="1"/>
              <a:t>buộc</a:t>
            </a:r>
            <a:r>
              <a:rPr lang="en-US" dirty="0"/>
              <a:t> </a:t>
            </a:r>
            <a:r>
              <a:rPr lang="en-US" dirty="0" err="1"/>
              <a:t>phải</a:t>
            </a:r>
            <a:r>
              <a:rPr lang="en-US" dirty="0"/>
              <a:t> </a:t>
            </a:r>
            <a:r>
              <a:rPr lang="en-US" dirty="0" err="1"/>
              <a:t>chuyển</a:t>
            </a:r>
            <a:r>
              <a:rPr lang="en-US" dirty="0"/>
              <a:t> </a:t>
            </a:r>
            <a:r>
              <a:rPr lang="en-US" dirty="0" err="1"/>
              <a:t>khoản</a:t>
            </a:r>
            <a:r>
              <a:rPr lang="en-US" dirty="0"/>
              <a:t> =&gt; </a:t>
            </a:r>
            <a:r>
              <a:rPr lang="en-US" dirty="0" err="1"/>
              <a:t>Thực</a:t>
            </a:r>
            <a:r>
              <a:rPr lang="en-US" dirty="0"/>
              <a:t> </a:t>
            </a:r>
            <a:r>
              <a:rPr lang="en-US" dirty="0" err="1"/>
              <a:t>hiện</a:t>
            </a:r>
            <a:r>
              <a:rPr lang="en-US" dirty="0"/>
              <a:t> </a:t>
            </a:r>
            <a:r>
              <a:rPr lang="en-US" dirty="0" err="1"/>
              <a:t>luật</a:t>
            </a:r>
            <a:r>
              <a:rPr lang="en-US" dirty="0"/>
              <a:t> </a:t>
            </a:r>
            <a:r>
              <a:rPr lang="en-US" dirty="0" err="1"/>
              <a:t>giao</a:t>
            </a:r>
            <a:r>
              <a:rPr lang="en-US" dirty="0"/>
              <a:t> </a:t>
            </a:r>
            <a:r>
              <a:rPr lang="en-US" dirty="0" err="1"/>
              <a:t>dịch</a:t>
            </a:r>
            <a:r>
              <a:rPr lang="en-US" dirty="0"/>
              <a:t> </a:t>
            </a:r>
            <a:r>
              <a:rPr lang="en-US" dirty="0" err="1"/>
              <a:t>điện</a:t>
            </a:r>
            <a:r>
              <a:rPr lang="en-US" dirty="0"/>
              <a:t> </a:t>
            </a:r>
            <a:r>
              <a:rPr lang="en-US" dirty="0" err="1"/>
              <a:t>tử</a:t>
            </a:r>
            <a:r>
              <a:rPr lang="en-US" dirty="0"/>
              <a:t>.</a:t>
            </a:r>
          </a:p>
          <a:p>
            <a:r>
              <a:rPr lang="en-US" dirty="0"/>
              <a:t>https://thuvienphapluat.vn/ma-so-thue/phap-luat-thue/giao-dich-mua-ban-vang-tu-20-trieu-dong-tro-len-bat-buoc-phai-thanh-toan-chuyen-khoan-qua-ngan-hang-808586-212904.html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highlight>
                  <a:srgbClr val="FFFF00"/>
                </a:highlight>
                <a:latin typeface="Times New Roman" panose="02020603050405020304" pitchFamily="18" charset="0"/>
                <a:sym typeface="+mn-ea"/>
              </a:rPr>
              <a:t>Trường </a:t>
            </a:r>
            <a:r>
              <a:rPr lang="en-US" altLang="en-US" sz="1200" b="0" dirty="0" err="1">
                <a:highlight>
                  <a:srgbClr val="FFFF00"/>
                </a:highlight>
                <a:latin typeface="Times New Roman" panose="02020603050405020304" pitchFamily="18" charset="0"/>
                <a:sym typeface="+mn-ea"/>
              </a:rPr>
              <a:t>hợp</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luật</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khác</a:t>
            </a:r>
            <a:r>
              <a:rPr lang="en-US" altLang="en-US" sz="1200" b="0" dirty="0">
                <a:highlight>
                  <a:srgbClr val="FFFF00"/>
                </a:highlight>
                <a:latin typeface="Times New Roman" panose="02020603050405020304" pitchFamily="18" charset="0"/>
                <a:sym typeface="+mn-ea"/>
              </a:rPr>
              <a:t> </a:t>
            </a:r>
            <a:r>
              <a:rPr lang="en-US" altLang="en-US" sz="1200" b="1" dirty="0" err="1">
                <a:highlight>
                  <a:srgbClr val="00FFFF"/>
                </a:highlight>
                <a:latin typeface="Times New Roman" panose="02020603050405020304" pitchFamily="18" charset="0"/>
                <a:sym typeface="+mn-ea"/>
              </a:rPr>
              <a:t>không</a:t>
            </a:r>
            <a:r>
              <a:rPr lang="en-US" altLang="en-US" sz="1200" b="0" dirty="0">
                <a:highlight>
                  <a:srgbClr val="00FFFF"/>
                </a:highlight>
                <a:latin typeface="Times New Roman" panose="02020603050405020304" pitchFamily="18" charset="0"/>
                <a:sym typeface="+mn-ea"/>
              </a:rPr>
              <a:t> </a:t>
            </a:r>
            <a:r>
              <a:rPr lang="en-US" altLang="en-US" sz="1200" b="0" dirty="0" err="1">
                <a:highlight>
                  <a:srgbClr val="00FFFF"/>
                </a:highlight>
                <a:latin typeface="Times New Roman" panose="02020603050405020304" pitchFamily="18" charset="0"/>
                <a:sym typeface="+mn-ea"/>
              </a:rPr>
              <a:t>quy</a:t>
            </a:r>
            <a:r>
              <a:rPr lang="en-US" altLang="en-US" sz="1200" b="0" dirty="0">
                <a:highlight>
                  <a:srgbClr val="00FFFF"/>
                </a:highlight>
                <a:latin typeface="Times New Roman" panose="02020603050405020304" pitchFamily="18" charset="0"/>
                <a:sym typeface="+mn-ea"/>
              </a:rPr>
              <a:t> </a:t>
            </a:r>
            <a:r>
              <a:rPr lang="en-US" altLang="en-US" sz="1200" b="0" dirty="0" err="1">
                <a:highlight>
                  <a:srgbClr val="00FFFF"/>
                </a:highlight>
                <a:latin typeface="Times New Roman" panose="02020603050405020304" pitchFamily="18" charset="0"/>
                <a:sym typeface="+mn-ea"/>
              </a:rPr>
              <a:t>định</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giao</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dịch</a:t>
            </a:r>
            <a:r>
              <a:rPr lang="en-US" altLang="en-US" sz="1200" b="0" dirty="0">
                <a:highlight>
                  <a:srgbClr val="FFFF00"/>
                </a:highlight>
                <a:latin typeface="Times New Roman" panose="02020603050405020304" pitchFamily="18" charset="0"/>
                <a:sym typeface="+mn-ea"/>
              </a:rPr>
              <a:t> </a:t>
            </a:r>
            <a:r>
              <a:rPr lang="en-US" altLang="en-US" sz="1200" b="0" dirty="0" err="1">
                <a:solidFill>
                  <a:srgbClr val="FF0000"/>
                </a:solidFill>
                <a:highlight>
                  <a:srgbClr val="FFFF00"/>
                </a:highlight>
                <a:latin typeface="Times New Roman" panose="02020603050405020304" pitchFamily="18" charset="0"/>
                <a:sym typeface="+mn-ea"/>
              </a:rPr>
              <a:t>được</a:t>
            </a:r>
            <a:r>
              <a:rPr lang="en-US" altLang="en-US" sz="1200" b="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thực</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hiện</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bằng</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phương</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tiện</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điện</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dirty="0" err="1">
                <a:solidFill>
                  <a:srgbClr val="FF0000"/>
                </a:solidFill>
                <a:highlight>
                  <a:srgbClr val="FFFF00"/>
                </a:highlight>
                <a:latin typeface="Times New Roman" panose="02020603050405020304" pitchFamily="18" charset="0"/>
                <a:sym typeface="+mn-ea"/>
              </a:rPr>
              <a:t>tử</a:t>
            </a:r>
            <a:r>
              <a:rPr lang="en-US" altLang="en-US" sz="1200" dirty="0">
                <a:solidFill>
                  <a:srgbClr val="FF0000"/>
                </a:solidFill>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thì</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được</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áp</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dụng</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theo</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quy</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định</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của</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Luật</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này</a:t>
            </a:r>
            <a:r>
              <a:rPr lang="en-US" altLang="en-US" sz="1200" b="0" dirty="0">
                <a:highlight>
                  <a:srgbClr val="FFFF00"/>
                </a:highlight>
                <a:latin typeface="Times New Roman" panose="02020603050405020304" pitchFamily="18" charset="0"/>
                <a:sym typeface="+mn-ea"/>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err="1">
                <a:highlight>
                  <a:srgbClr val="FFFF00"/>
                </a:highlight>
                <a:latin typeface="Times New Roman" panose="02020603050405020304" pitchFamily="18" charset="0"/>
                <a:sym typeface="+mn-ea"/>
              </a:rPr>
              <a:t>Vd</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khi</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mua</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xôi</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có</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quyền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chuyển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khoản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hoặc</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trả</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tiền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mặt</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nghĩa</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là</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không</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ràng</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buộc</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điều</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kiện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chuyển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khoản</a:t>
            </a:r>
            <a:r>
              <a:rPr lang="en-US" altLang="en-US" sz="1200" b="0" dirty="0">
                <a:highlight>
                  <a:srgbClr val="FFFF00"/>
                </a:highlight>
                <a:latin typeface="Times New Roman" panose="02020603050405020304" pitchFamily="18" charset="0"/>
                <a:sym typeface="+mn-ea"/>
              </a:rPr>
              <a:t>) =&gt; </a:t>
            </a:r>
            <a:r>
              <a:rPr lang="en-US" altLang="en-US" sz="1200" b="0" dirty="0" err="1">
                <a:highlight>
                  <a:srgbClr val="FFFF00"/>
                </a:highlight>
                <a:latin typeface="Times New Roman" panose="02020603050405020304" pitchFamily="18" charset="0"/>
                <a:sym typeface="+mn-ea"/>
              </a:rPr>
              <a:t>Vẫn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thực</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hiện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luật</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giao</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dịch</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điện</a:t>
            </a:r>
            <a:r>
              <a:rPr lang="en-US" altLang="en-US" sz="1200" b="0" dirty="0">
                <a:highlight>
                  <a:srgbClr val="FFFF00"/>
                </a:highlight>
                <a:latin typeface="Times New Roman" panose="02020603050405020304" pitchFamily="18" charset="0"/>
                <a:sym typeface="+mn-ea"/>
              </a:rPr>
              <a:t> </a:t>
            </a:r>
            <a:r>
              <a:rPr lang="en-US" altLang="en-US" sz="1200" b="0" dirty="0" err="1">
                <a:highlight>
                  <a:srgbClr val="FFFF00"/>
                </a:highlight>
                <a:latin typeface="Times New Roman" panose="02020603050405020304" pitchFamily="18" charset="0"/>
                <a:sym typeface="+mn-ea"/>
              </a:rPr>
              <a:t>tử</a:t>
            </a:r>
            <a:r>
              <a:rPr lang="en-US" altLang="en-US" sz="1200" b="0" dirty="0">
                <a:highlight>
                  <a:srgbClr val="FFFF00"/>
                </a:highlight>
                <a:latin typeface="Times New Roman" panose="02020603050405020304" pitchFamily="18" charset="0"/>
                <a:sym typeface="+mn-ea"/>
              </a:rPr>
              <a:t>.</a:t>
            </a:r>
          </a:p>
          <a:p>
            <a:endParaRPr lang="en-US" dirty="0"/>
          </a:p>
          <a:p>
            <a:r>
              <a:rPr lang="en-US" dirty="0"/>
              <a:t>https://vnexpress.net/nhieu-ho-kinh-doanh-tu-choi-nhan-chuyen-khoan-4894137.html</a:t>
            </a:r>
          </a:p>
          <a:p>
            <a:endParaRPr lang="en-US" dirty="0"/>
          </a:p>
          <a:p>
            <a:r>
              <a:rPr lang="en-US" dirty="0"/>
              <a:t>https://vnexpress.net/cong-an-ha-noi-tu-choi-chuyen-khoan-de-ne-thue-la-vi-pham-phap-luat-4911248.html</a:t>
            </a:r>
          </a:p>
        </p:txBody>
      </p:sp>
      <p:sp>
        <p:nvSpPr>
          <p:cNvPr id="4" name="Slide Number Placeholder 3"/>
          <p:cNvSpPr>
            <a:spLocks noGrp="1"/>
          </p:cNvSpPr>
          <p:nvPr>
            <p:ph type="sldNum" sz="quarter" idx="5"/>
          </p:nvPr>
        </p:nvSpPr>
        <p:spPr/>
        <p:txBody>
          <a:bodyPr/>
          <a:lstStyle/>
          <a:p>
            <a:fld id="{35BA7F90-CC88-41FE-8C08-D900BC0C4710}" type="slidenum">
              <a:rPr lang="en-US" smtClean="0"/>
              <a:t>9</a:t>
            </a:fld>
            <a:endParaRPr lang="en-US"/>
          </a:p>
        </p:txBody>
      </p:sp>
    </p:spTree>
    <p:extLst>
      <p:ext uri="{BB962C8B-B14F-4D97-AF65-F5344CB8AC3E}">
        <p14:creationId xmlns:p14="http://schemas.microsoft.com/office/powerpoint/2010/main" val="4228004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CÂU 1.4 Tình huống A dùng thủ đoạn gian dối chiếm đoạn tiền từ tài khoản của X. B biết được và cũng dùng thủ đoạn gian dối chiếm đoạn tiền từ tài khoản của A (số tiền mà A đã chiếm đoạt từ X) Hỏi Hành vi của B có thuộc điều chỉnh của khoản 1 điều 6 Luật giao dịch điện tử không?</a:t>
            </a:r>
            <a:br>
              <a:rPr lang="en-US" dirty="0"/>
            </a:br>
            <a:br>
              <a:rPr lang="en-US" dirty="0"/>
            </a:br>
            <a:r>
              <a:rPr lang="en-US" dirty="0">
                <a:sym typeface="Wingdings" panose="05000000000000000000" pitchFamily="2" charset="2"/>
              </a:rPr>
              <a:t> </a:t>
            </a:r>
            <a:r>
              <a:rPr lang="en-US" dirty="0" err="1">
                <a:sym typeface="Wingdings" panose="05000000000000000000" pitchFamily="2" charset="2"/>
              </a:rPr>
              <a:t>Thuộc</a:t>
            </a:r>
            <a:r>
              <a:rPr lang="en-US" dirty="0">
                <a:sym typeface="Wingdings" panose="05000000000000000000" pitchFamily="2" charset="2"/>
              </a:rPr>
              <a:t> “</a:t>
            </a:r>
            <a:r>
              <a:rPr lang="en-US" altLang="en-US" sz="1200" dirty="0" err="1">
                <a:highlight>
                  <a:srgbClr val="FFFF00"/>
                </a:highlight>
                <a:latin typeface="Times New Roman" panose="02020603050405020304" pitchFamily="18" charset="0"/>
              </a:rPr>
              <a:t>giao</a:t>
            </a:r>
            <a:r>
              <a:rPr lang="en-US" altLang="en-US" sz="1200" dirty="0">
                <a:highlight>
                  <a:srgbClr val="FFFF00"/>
                </a:highlight>
                <a:latin typeface="Times New Roman" panose="02020603050405020304" pitchFamily="18" charset="0"/>
              </a:rPr>
              <a:t> </a:t>
            </a:r>
            <a:r>
              <a:rPr lang="en-US" altLang="en-US" sz="1200" dirty="0" err="1">
                <a:highlight>
                  <a:srgbClr val="FFFF00"/>
                </a:highlight>
                <a:latin typeface="Times New Roman" panose="02020603050405020304" pitchFamily="18" charset="0"/>
              </a:rPr>
              <a:t>dịch</a:t>
            </a:r>
            <a:r>
              <a:rPr lang="en-US" altLang="en-US" sz="1200" dirty="0">
                <a:highlight>
                  <a:srgbClr val="FFFF00"/>
                </a:highlight>
                <a:latin typeface="Times New Roman" panose="02020603050405020304" pitchFamily="18" charset="0"/>
              </a:rPr>
              <a:t> </a:t>
            </a:r>
            <a:r>
              <a:rPr lang="en-US" altLang="en-US" sz="1200" dirty="0" err="1">
                <a:highlight>
                  <a:srgbClr val="FFFF00"/>
                </a:highlight>
                <a:latin typeface="Times New Roman" panose="02020603050405020304" pitchFamily="18" charset="0"/>
              </a:rPr>
              <a:t>điện</a:t>
            </a:r>
            <a:r>
              <a:rPr lang="en-US" altLang="en-US" sz="1200" dirty="0">
                <a:highlight>
                  <a:srgbClr val="FFFF00"/>
                </a:highlight>
                <a:latin typeface="Times New Roman" panose="02020603050405020304" pitchFamily="18" charset="0"/>
              </a:rPr>
              <a:t> </a:t>
            </a:r>
            <a:r>
              <a:rPr lang="en-US" altLang="en-US" sz="1200" dirty="0" err="1">
                <a:highlight>
                  <a:srgbClr val="FFFF00"/>
                </a:highlight>
                <a:latin typeface="Times New Roman" panose="02020603050405020304" pitchFamily="18" charset="0"/>
              </a:rPr>
              <a:t>tử</a:t>
            </a:r>
            <a:r>
              <a:rPr lang="en-US" altLang="en-US" sz="1200" dirty="0">
                <a:highlight>
                  <a:srgbClr val="FFFF00"/>
                </a:highlight>
                <a:latin typeface="Times New Roman" panose="02020603050405020304" pitchFamily="18" charset="0"/>
              </a:rPr>
              <a:t> </a:t>
            </a:r>
            <a:r>
              <a:rPr lang="en-US" altLang="en-US" sz="1200" dirty="0" err="1">
                <a:highlight>
                  <a:srgbClr val="FFFF00"/>
                </a:highlight>
                <a:latin typeface="Times New Roman" panose="02020603050405020304" pitchFamily="18" charset="0"/>
              </a:rPr>
              <a:t>xâm</a:t>
            </a:r>
            <a:r>
              <a:rPr lang="en-US" altLang="en-US" sz="1200" dirty="0">
                <a:highlight>
                  <a:srgbClr val="FFFF00"/>
                </a:highlight>
                <a:latin typeface="Times New Roman" panose="02020603050405020304" pitchFamily="18" charset="0"/>
              </a:rPr>
              <a:t> </a:t>
            </a:r>
            <a:r>
              <a:rPr lang="en-US" altLang="en-US" sz="1200" dirty="0" err="1">
                <a:highlight>
                  <a:srgbClr val="FFFF00"/>
                </a:highlight>
                <a:latin typeface="Times New Roman" panose="02020603050405020304" pitchFamily="18" charset="0"/>
              </a:rPr>
              <a:t>phạm</a:t>
            </a:r>
            <a:r>
              <a:rPr lang="en-US" altLang="en-US" sz="1200" dirty="0">
                <a:highlight>
                  <a:srgbClr val="FFFF00"/>
                </a:highlight>
                <a:latin typeface="Times New Roman" panose="02020603050405020304" pitchFamily="18" charset="0"/>
              </a:rPr>
              <a:t> … </a:t>
            </a:r>
            <a:r>
              <a:rPr lang="en-US" altLang="en-US" sz="1200" b="1" u="sng" dirty="0" err="1">
                <a:highlight>
                  <a:srgbClr val="FFFF00"/>
                </a:highlight>
                <a:latin typeface="Times New Roman" panose="02020603050405020304" pitchFamily="18" charset="0"/>
              </a:rPr>
              <a:t>trật</a:t>
            </a:r>
            <a:r>
              <a:rPr lang="en-US" altLang="en-US" sz="1200" b="1" u="sng" dirty="0">
                <a:highlight>
                  <a:srgbClr val="FFFF00"/>
                </a:highlight>
                <a:latin typeface="Times New Roman" panose="02020603050405020304" pitchFamily="18" charset="0"/>
              </a:rPr>
              <a:t> </a:t>
            </a:r>
            <a:r>
              <a:rPr lang="en-US" altLang="en-US" sz="1200" b="1" u="sng" dirty="0" err="1">
                <a:highlight>
                  <a:srgbClr val="FFFF00"/>
                </a:highlight>
                <a:latin typeface="Times New Roman" panose="02020603050405020304" pitchFamily="18" charset="0"/>
              </a:rPr>
              <a:t>tự</a:t>
            </a:r>
            <a:r>
              <a:rPr lang="en-US" altLang="en-US" sz="1200" b="1" u="sng" dirty="0">
                <a:highlight>
                  <a:srgbClr val="FFFF00"/>
                </a:highlight>
                <a:latin typeface="Times New Roman" panose="02020603050405020304" pitchFamily="18" charset="0"/>
              </a:rPr>
              <a:t>, an </a:t>
            </a:r>
            <a:r>
              <a:rPr lang="en-US" altLang="en-US" sz="1200" b="1" u="sng" dirty="0" err="1">
                <a:highlight>
                  <a:srgbClr val="FFFF00"/>
                </a:highlight>
                <a:latin typeface="Times New Roman" panose="02020603050405020304" pitchFamily="18" charset="0"/>
              </a:rPr>
              <a:t>toàn</a:t>
            </a:r>
            <a:r>
              <a:rPr lang="en-US" altLang="en-US" sz="1200" b="1" u="sng" dirty="0">
                <a:highlight>
                  <a:srgbClr val="FFFF00"/>
                </a:highlight>
                <a:latin typeface="Times New Roman" panose="02020603050405020304" pitchFamily="18" charset="0"/>
              </a:rPr>
              <a:t> </a:t>
            </a:r>
            <a:r>
              <a:rPr lang="en-US" altLang="en-US" sz="1200" b="1" u="sng" dirty="0" err="1">
                <a:highlight>
                  <a:srgbClr val="FFFF00"/>
                </a:highlight>
                <a:latin typeface="Times New Roman" panose="02020603050405020304" pitchFamily="18" charset="0"/>
              </a:rPr>
              <a:t>xã</a:t>
            </a:r>
            <a:r>
              <a:rPr lang="en-US" altLang="en-US" sz="1200" b="1" u="sng" dirty="0">
                <a:highlight>
                  <a:srgbClr val="FFFF00"/>
                </a:highlight>
                <a:latin typeface="Times New Roman" panose="02020603050405020304" pitchFamily="18" charset="0"/>
              </a:rPr>
              <a:t> </a:t>
            </a:r>
            <a:r>
              <a:rPr lang="en-US" altLang="en-US" sz="1200" b="1" u="sng" dirty="0" err="1">
                <a:highlight>
                  <a:srgbClr val="FFFF00"/>
                </a:highlight>
                <a:latin typeface="Times New Roman" panose="02020603050405020304" pitchFamily="18" charset="0"/>
              </a:rPr>
              <a:t>hội</a:t>
            </a:r>
            <a:r>
              <a:rPr lang="en-US" altLang="en-US" sz="1200" dirty="0">
                <a:highlight>
                  <a:srgbClr val="FFFF00"/>
                </a:highlight>
                <a:latin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35BA7F90-CC88-41FE-8C08-D900BC0C4710}" type="slidenum">
              <a:rPr lang="en-US" smtClean="0"/>
              <a:t>12</a:t>
            </a:fld>
            <a:endParaRPr lang="en-US"/>
          </a:p>
        </p:txBody>
      </p:sp>
    </p:spTree>
    <p:extLst>
      <p:ext uri="{BB962C8B-B14F-4D97-AF65-F5344CB8AC3E}">
        <p14:creationId xmlns:p14="http://schemas.microsoft.com/office/powerpoint/2010/main" val="2063190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Thời</a:t>
            </a:r>
            <a:r>
              <a:rPr lang="en-US" dirty="0"/>
              <a:t> </a:t>
            </a:r>
            <a:r>
              <a:rPr lang="en-US" dirty="0" err="1"/>
              <a:t>điểm</a:t>
            </a:r>
            <a:r>
              <a:rPr lang="en-US" dirty="0"/>
              <a:t> </a:t>
            </a:r>
            <a:r>
              <a:rPr lang="en-US" dirty="0" err="1"/>
              <a:t>gởi</a:t>
            </a:r>
            <a:r>
              <a:rPr lang="en-US" dirty="0"/>
              <a:t> </a:t>
            </a:r>
            <a:r>
              <a:rPr lang="en-US" dirty="0" err="1"/>
              <a:t>và</a:t>
            </a:r>
            <a:r>
              <a:rPr lang="en-US" dirty="0"/>
              <a:t> </a:t>
            </a:r>
            <a:r>
              <a:rPr lang="en-US" dirty="0" err="1"/>
              <a:t>nhận</a:t>
            </a:r>
            <a:r>
              <a:rPr lang="en-US" dirty="0"/>
              <a:t> </a:t>
            </a:r>
            <a:r>
              <a:rPr lang="en-US" dirty="0" err="1"/>
              <a:t>trùng</a:t>
            </a:r>
            <a:r>
              <a:rPr lang="en-US" dirty="0"/>
              <a:t> </a:t>
            </a:r>
            <a:r>
              <a:rPr lang="en-US" dirty="0" err="1"/>
              <a:t>nhau</a:t>
            </a:r>
            <a:endParaRPr lang="en-US" dirty="0"/>
          </a:p>
        </p:txBody>
      </p:sp>
      <p:sp>
        <p:nvSpPr>
          <p:cNvPr id="4" name="Slide Number Placeholder 3"/>
          <p:cNvSpPr>
            <a:spLocks noGrp="1"/>
          </p:cNvSpPr>
          <p:nvPr>
            <p:ph type="sldNum" sz="quarter" idx="5"/>
          </p:nvPr>
        </p:nvSpPr>
        <p:spPr/>
        <p:txBody>
          <a:bodyPr/>
          <a:lstStyle/>
          <a:p>
            <a:fld id="{35BA7F90-CC88-41FE-8C08-D900BC0C4710}" type="slidenum">
              <a:rPr lang="en-US" smtClean="0"/>
              <a:t>26</a:t>
            </a:fld>
            <a:endParaRPr lang="en-US"/>
          </a:p>
        </p:txBody>
      </p:sp>
    </p:spTree>
    <p:extLst>
      <p:ext uri="{BB962C8B-B14F-4D97-AF65-F5344CB8AC3E}">
        <p14:creationId xmlns:p14="http://schemas.microsoft.com/office/powerpoint/2010/main" val="4158358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A7F90-CC88-41FE-8C08-D900BC0C4710}" type="slidenum">
              <a:rPr lang="en-US" smtClean="0"/>
              <a:t>30</a:t>
            </a:fld>
            <a:endParaRPr lang="en-US"/>
          </a:p>
        </p:txBody>
      </p:sp>
    </p:spTree>
    <p:extLst>
      <p:ext uri="{BB962C8B-B14F-4D97-AF65-F5344CB8AC3E}">
        <p14:creationId xmlns:p14="http://schemas.microsoft.com/office/powerpoint/2010/main" val="7704264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8004175" y="0"/>
            <a:ext cx="1139825" cy="6858000"/>
          </a:xfrm>
          <a:prstGeom prst="rect">
            <a:avLst/>
          </a:prstGeom>
          <a:solidFill>
            <a:schemeClr val="bg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9" name="Rectangle 18"/>
          <p:cNvSpPr>
            <a:spLocks noChangeArrowheads="1"/>
          </p:cNvSpPr>
          <p:nvPr/>
        </p:nvSpPr>
        <p:spPr bwMode="white">
          <a:xfrm>
            <a:off x="0" y="4638675"/>
            <a:ext cx="9144000" cy="2219325"/>
          </a:xfrm>
          <a:prstGeom prst="rect">
            <a:avLst/>
          </a:prstGeom>
          <a:solidFill>
            <a:schemeClr val="folHlink">
              <a:alpha val="3098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 name="Rectangle 19"/>
          <p:cNvSpPr>
            <a:spLocks noChangeArrowheads="1"/>
          </p:cNvSpPr>
          <p:nvPr/>
        </p:nvSpPr>
        <p:spPr bwMode="gray">
          <a:xfrm>
            <a:off x="0" y="2149475"/>
            <a:ext cx="9144000" cy="24987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053" name="Freeform 20"/>
          <p:cNvSpPr/>
          <p:nvPr/>
        </p:nvSpPr>
        <p:spPr>
          <a:xfrm>
            <a:off x="-9525" y="2138363"/>
            <a:ext cx="8015288" cy="22717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folHlink">
              <a:alpha val="72940"/>
            </a:schemeClr>
          </a:solidFill>
          <a:ln w="9525">
            <a:noFill/>
          </a:ln>
        </p:spPr>
        <p:txBody>
          <a:bodyPr/>
          <a:lstStyle/>
          <a:p>
            <a:endParaRPr lang="en-US"/>
          </a:p>
        </p:txBody>
      </p:sp>
      <p:sp>
        <p:nvSpPr>
          <p:cNvPr id="22" name="AutoShape 21"/>
          <p:cNvSpPr>
            <a:spLocks noChangeArrowheads="1"/>
          </p:cNvSpPr>
          <p:nvPr/>
        </p:nvSpPr>
        <p:spPr bwMode="gray">
          <a:xfrm>
            <a:off x="7696200" y="59436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3" name="AutoShape 22"/>
          <p:cNvSpPr>
            <a:spLocks noChangeArrowheads="1"/>
          </p:cNvSpPr>
          <p:nvPr/>
        </p:nvSpPr>
        <p:spPr bwMode="gray">
          <a:xfrm>
            <a:off x="8229600" y="563880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4" name="AutoShape 23"/>
          <p:cNvSpPr>
            <a:spLocks noChangeArrowheads="1"/>
          </p:cNvSpPr>
          <p:nvPr/>
        </p:nvSpPr>
        <p:spPr bwMode="gray">
          <a:xfrm>
            <a:off x="8220075" y="6229350"/>
            <a:ext cx="609600" cy="533400"/>
          </a:xfrm>
          <a:prstGeom prst="hexagon">
            <a:avLst>
              <a:gd name="adj" fmla="val 28571"/>
              <a:gd name="vf" fmla="val 115470"/>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5" name="Text Box 14"/>
          <p:cNvSpPr txBox="1">
            <a:spLocks noChangeArrowheads="1"/>
          </p:cNvSpPr>
          <p:nvPr/>
        </p:nvSpPr>
        <p:spPr bwMode="auto">
          <a:xfrm>
            <a:off x="304800" y="228600"/>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2800" b="1" i="0" u="none" strike="noStrike" kern="1200" cap="none" spc="0" normalizeH="0" baseline="0" noProof="0">
                <a:ln>
                  <a:noFill/>
                </a:ln>
                <a:solidFill>
                  <a:schemeClr val="tx2"/>
                </a:solidFill>
                <a:effectLst/>
                <a:uLnTx/>
                <a:uFillTx/>
                <a:latin typeface="Verdana" panose="020B0604030504040204" pitchFamily="34" charset="0"/>
                <a:ea typeface="+mn-ea"/>
                <a:cs typeface="+mn-cs"/>
              </a:rPr>
              <a:t>LOGO</a:t>
            </a:r>
          </a:p>
        </p:txBody>
      </p:sp>
      <p:grpSp>
        <p:nvGrpSpPr>
          <p:cNvPr id="2058" name="Group 116"/>
          <p:cNvGrpSpPr/>
          <p:nvPr/>
        </p:nvGrpSpPr>
        <p:grpSpPr>
          <a:xfrm>
            <a:off x="190500" y="2324100"/>
            <a:ext cx="3276600" cy="3314700"/>
            <a:chOff x="120" y="1464"/>
            <a:chExt cx="2064" cy="2088"/>
          </a:xfrm>
        </p:grpSpPr>
        <p:sp>
          <p:nvSpPr>
            <p:cNvPr id="2059" name="AutoShape 113" descr="gdd01"/>
            <p:cNvSpPr/>
            <p:nvPr/>
          </p:nvSpPr>
          <p:spPr>
            <a:xfrm>
              <a:off x="120" y="1992"/>
              <a:ext cx="1104" cy="1008"/>
            </a:xfrm>
            <a:prstGeom prst="hexagon">
              <a:avLst>
                <a:gd name="adj" fmla="val 27380"/>
                <a:gd name="vf" fmla="val 115470"/>
              </a:avLst>
            </a:prstGeom>
            <a:blipFill rotWithShape="1">
              <a:blip r:embed="rId2"/>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sp>
          <p:nvSpPr>
            <p:cNvPr id="2060" name="AutoShape 114" descr="gdd04"/>
            <p:cNvSpPr/>
            <p:nvPr/>
          </p:nvSpPr>
          <p:spPr>
            <a:xfrm>
              <a:off x="1032" y="1464"/>
              <a:ext cx="1152" cy="1008"/>
            </a:xfrm>
            <a:prstGeom prst="hexagon">
              <a:avLst>
                <a:gd name="adj" fmla="val 28571"/>
                <a:gd name="vf" fmla="val 115470"/>
              </a:avLst>
            </a:prstGeom>
            <a:blipFill rotWithShape="1">
              <a:blip r:embed="rId3"/>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sp>
          <p:nvSpPr>
            <p:cNvPr id="2061" name="AutoShape 115" descr="gdd03"/>
            <p:cNvSpPr/>
            <p:nvPr/>
          </p:nvSpPr>
          <p:spPr>
            <a:xfrm>
              <a:off x="1008" y="2544"/>
              <a:ext cx="1152" cy="1008"/>
            </a:xfrm>
            <a:prstGeom prst="hexagon">
              <a:avLst>
                <a:gd name="adj" fmla="val 28571"/>
                <a:gd name="vf" fmla="val 115470"/>
              </a:avLst>
            </a:prstGeom>
            <a:blipFill rotWithShape="1">
              <a:blip r:embed="rId4"/>
              <a:stretch>
                <a:fillRect/>
              </a:stretch>
            </a:blipFill>
            <a:ln w="28575" cap="flat" cmpd="sng">
              <a:solidFill>
                <a:schemeClr val="bg1"/>
              </a:solidFill>
              <a:prstDash val="solid"/>
              <a:miter/>
              <a:headEnd type="none" w="med" len="med"/>
              <a:tailEnd type="none" w="med" len="med"/>
            </a:ln>
            <a:effectLst>
              <a:outerShdw dist="125080" dir="1437749" algn="ctr" rotWithShape="0">
                <a:schemeClr val="bg2">
                  <a:alpha val="32001"/>
                </a:schemeClr>
              </a:outerShdw>
            </a:effectLst>
          </p:spPr>
          <p:txBody>
            <a:bodyPr wrap="none" anchor="ctr" anchorCtr="0"/>
            <a:lstStyle/>
            <a:p>
              <a:pPr lvl="0" algn="ctr" eaLnBrk="0" hangingPunct="0"/>
              <a:endParaRPr lang="ko-KR" altLang="en-US" dirty="0">
                <a:latin typeface="Times New Roman" panose="02020603050405020304" pitchFamily="18" charset="0"/>
                <a:ea typeface="Gulim" pitchFamily="34" charset="-127"/>
              </a:endParaRPr>
            </a:p>
          </p:txBody>
        </p:sp>
      </p:grpSp>
      <p:sp>
        <p:nvSpPr>
          <p:cNvPr id="3074" name="Rectangle 2"/>
          <p:cNvSpPr>
            <a:spLocks noGrp="1" noChangeArrowheads="1"/>
          </p:cNvSpPr>
          <p:nvPr>
            <p:ph type="ctrTitle"/>
          </p:nvPr>
        </p:nvSpPr>
        <p:spPr bwMode="gray">
          <a:xfrm>
            <a:off x="1143000" y="990600"/>
            <a:ext cx="6705600" cy="1012825"/>
          </a:xfrm>
        </p:spPr>
        <p:txBody>
          <a:bodyPr/>
          <a:lstStyle>
            <a:lvl1pPr algn="ctr">
              <a:defRPr sz="3600" b="1">
                <a:solidFill>
                  <a:schemeClr val="tx2"/>
                </a:solidFill>
              </a:defRPr>
            </a:lvl1pPr>
          </a:lstStyle>
          <a:p>
            <a:pPr lvl="0" fontAlgn="base"/>
            <a:r>
              <a:rPr lang="en-US" strike="noStrike" noProof="0"/>
              <a:t>Click to edit Master title style</a:t>
            </a:r>
          </a:p>
        </p:txBody>
      </p:sp>
      <p:sp>
        <p:nvSpPr>
          <p:cNvPr id="3075" name="Rectangle 3"/>
          <p:cNvSpPr>
            <a:spLocks noGrp="1" noChangeArrowheads="1"/>
          </p:cNvSpPr>
          <p:nvPr>
            <p:ph type="subTitle" idx="1"/>
          </p:nvPr>
        </p:nvSpPr>
        <p:spPr bwMode="white">
          <a:xfrm>
            <a:off x="3505200" y="2971800"/>
            <a:ext cx="4343400" cy="685800"/>
          </a:xfrm>
        </p:spPr>
        <p:txBody>
          <a:bodyPr/>
          <a:lstStyle>
            <a:lvl1pPr marL="0" indent="0" algn="r">
              <a:buFont typeface="Wingdings" panose="05000000000000000000" pitchFamily="2" charset="2"/>
              <a:buNone/>
              <a:defRPr sz="1600">
                <a:solidFill>
                  <a:schemeClr val="bg1"/>
                </a:solidFill>
              </a:defRPr>
            </a:lvl1pPr>
          </a:lstStyle>
          <a:p>
            <a:pPr lvl="0" fontAlgn="base"/>
            <a:r>
              <a:rPr lang="en-US" strike="noStrike" noProof="0"/>
              <a:t>Click to edit Master subtitle style</a:t>
            </a:r>
          </a:p>
        </p:txBody>
      </p:sp>
      <p:sp>
        <p:nvSpPr>
          <p:cNvPr id="30" name="Rectangle 4"/>
          <p:cNvSpPr>
            <a:spLocks noGrp="1" noChangeArrowheads="1"/>
          </p:cNvSpPr>
          <p:nvPr>
            <p:ph type="dt" sz="half" idx="2"/>
          </p:nvPr>
        </p:nvSpPr>
        <p:spPr bwMode="auto">
          <a:xfrm>
            <a:off x="3352800" y="6553200"/>
            <a:ext cx="21336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00">
                <a:solidFill>
                  <a:schemeClr val="tx2"/>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000" b="0" i="0" u="none" strike="noStrike" kern="1200" cap="none" spc="0" normalizeH="0" baseline="0" noProof="0">
              <a:ln>
                <a:noFill/>
              </a:ln>
              <a:solidFill>
                <a:schemeClr val="tx2"/>
              </a:solidFill>
              <a:effectLst/>
              <a:uLnTx/>
              <a:uFillTx/>
              <a:latin typeface="+mn-lt"/>
              <a:ea typeface="+mn-ea"/>
              <a:cs typeface="+mn-cs"/>
            </a:endParaRPr>
          </a:p>
        </p:txBody>
      </p:sp>
      <p:sp>
        <p:nvSpPr>
          <p:cNvPr id="31" name="Rectangle 5"/>
          <p:cNvSpPr>
            <a:spLocks noGrp="1" noChangeArrowheads="1"/>
          </p:cNvSpPr>
          <p:nvPr>
            <p:ph type="ftr" sz="quarter" idx="3"/>
          </p:nvPr>
        </p:nvSpPr>
        <p:spPr bwMode="auto">
          <a:xfrm>
            <a:off x="304800" y="6477000"/>
            <a:ext cx="25908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200">
                <a:solidFill>
                  <a:schemeClr val="tx2"/>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2"/>
              </a:solidFill>
              <a:effectLst/>
              <a:uLnTx/>
              <a:uFillTx/>
              <a:latin typeface="Arial" panose="020B0604020202020204" pitchFamily="34" charset="0"/>
              <a:ea typeface="+mn-ea"/>
              <a:cs typeface="+mn-cs"/>
            </a:endParaRPr>
          </a:p>
        </p:txBody>
      </p:sp>
      <p:sp>
        <p:nvSpPr>
          <p:cNvPr id="32" name="Rectangle 6"/>
          <p:cNvSpPr>
            <a:spLocks noGrp="1" noChangeArrowheads="1"/>
          </p:cNvSpPr>
          <p:nvPr>
            <p:ph type="sldNum" sz="quarter" idx="4"/>
          </p:nvPr>
        </p:nvSpPr>
        <p:spPr bwMode="auto">
          <a:xfrm>
            <a:off x="8210550" y="6467475"/>
            <a:ext cx="5334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EE9D29F8-A23C-4956-BFC8-FFC67A85A13C}"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rPr>
              <a:t>‹#›</a:t>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idx="1"/>
          </p:nvPr>
        </p:nvSpPr>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pPr fontAlgn="base"/>
            <a:r>
              <a:rPr lang="en-US" strike="noStrike" noProof="1"/>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en-US" strike="noStrike" noProof="1"/>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457200" y="1076325"/>
            <a:ext cx="4038600" cy="5248275"/>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4648200" y="1076325"/>
            <a:ext cx="4038600" cy="5248275"/>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pPr fontAlgn="base"/>
            <a:r>
              <a:rPr lang="en-US" strike="noStrike" noProof="1"/>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pPr fontAlgn="base"/>
            <a:r>
              <a:rPr lang="en-US" strike="noStrike" noProof="1"/>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sz="3200" b="1" i="0" u="none" strike="noStrike" kern="1200" cap="none" spc="0" normalizeH="0" baseline="0" noProof="0">
                <a:ln>
                  <a:noFill/>
                </a:ln>
                <a:solidFill>
                  <a:schemeClr val="tx1"/>
                </a:solidFill>
                <a:effectLst/>
                <a:uLnTx/>
                <a:uFillTx/>
                <a:latin typeface="+mn-lt"/>
                <a:ea typeface="+mn-ea"/>
                <a:cs typeface="+mn-cs"/>
              </a:rPr>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en-US" strike="noStrike" noProof="1"/>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a:t>Click to edit Master title style</a:t>
            </a:r>
          </a:p>
        </p:txBody>
      </p:sp>
      <p:sp>
        <p:nvSpPr>
          <p:cNvPr id="3" name="Vertical Text Placeholder 2"/>
          <p:cNvSpPr>
            <a:spLocks noGrp="1"/>
          </p:cNvSpPr>
          <p:nvPr>
            <p:ph type="body" orient="vert" idx="1"/>
          </p:nvPr>
        </p:nvSpPr>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943600"/>
          </a:xfrm>
        </p:spPr>
        <p:txBody>
          <a:bodyPr vert="eaVert"/>
          <a:lstStyle/>
          <a:p>
            <a:pPr fontAlgn="base"/>
            <a:r>
              <a:rPr lang="en-US" strike="noStrike" noProof="1"/>
              <a:t>Click to edit Master title style</a:t>
            </a:r>
          </a:p>
        </p:txBody>
      </p:sp>
      <p:sp>
        <p:nvSpPr>
          <p:cNvPr id="3" name="Vertical Text Placeholder 2"/>
          <p:cNvSpPr>
            <a:spLocks noGrp="1"/>
          </p:cNvSpPr>
          <p:nvPr>
            <p:ph type="body" orient="vert" idx="1"/>
          </p:nvPr>
        </p:nvSpPr>
        <p:spPr>
          <a:xfrm>
            <a:off x="457200" y="381000"/>
            <a:ext cx="6019800" cy="5943600"/>
          </a:xfrm>
        </p:spPr>
        <p:txBody>
          <a:bodyPr vert="eaVert"/>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pPr fontAlgn="base"/>
            <a:r>
              <a:rPr lang="en-US" strike="noStrike" noProof="1"/>
              <a:t>Click to edit Master title style</a:t>
            </a:r>
          </a:p>
        </p:txBody>
      </p:sp>
      <p:sp>
        <p:nvSpPr>
          <p:cNvPr id="3" name="Table Placeholder 2"/>
          <p:cNvSpPr>
            <a:spLocks noGrp="1"/>
          </p:cNvSpPr>
          <p:nvPr>
            <p:ph type="tbl"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table</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563563"/>
          </a:xfrm>
        </p:spPr>
        <p:txBody>
          <a:bodyPr/>
          <a:lstStyle/>
          <a:p>
            <a:pPr fontAlgn="base"/>
            <a:r>
              <a:rPr lang="en-US" strike="noStrike" noProof="1"/>
              <a:t>Click to edit Master title style</a:t>
            </a:r>
          </a:p>
        </p:txBody>
      </p:sp>
      <p:sp>
        <p:nvSpPr>
          <p:cNvPr id="3" name="Chart Placeholder 2"/>
          <p:cNvSpPr>
            <a:spLocks noGrp="1"/>
          </p:cNvSpPr>
          <p:nvPr>
            <p:ph type="chart" idx="1" hasCustomPrompt="1"/>
          </p:nvPr>
        </p:nvSpPr>
        <p:spPr>
          <a:xfrm>
            <a:off x="457200" y="1076325"/>
            <a:ext cx="8229600" cy="524827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en-US" sz="2800" b="1" i="0" u="none" strike="noStrike" kern="1200" cap="none" spc="0" normalizeH="0" baseline="0" noProof="0">
                <a:ln>
                  <a:noFill/>
                </a:ln>
                <a:solidFill>
                  <a:schemeClr val="tx1"/>
                </a:solidFill>
                <a:effectLst/>
                <a:uLnTx/>
                <a:uFillTx/>
                <a:latin typeface="+mn-lt"/>
                <a:ea typeface="+mn-ea"/>
                <a:cs typeface="+mn-cs"/>
              </a:rPr>
              <a:t>Click icon to add chart</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15"/>
          <p:cNvSpPr/>
          <p:nvPr/>
        </p:nvSpPr>
        <p:spPr>
          <a:xfrm>
            <a:off x="-9525" y="344488"/>
            <a:ext cx="8194675" cy="633412"/>
          </a:xfrm>
          <a:custGeom>
            <a:avLst/>
            <a:gdLst/>
            <a:ahLst/>
            <a:cxnLst>
              <a:cxn ang="0">
                <a:pos x="0" y="0"/>
              </a:cxn>
              <a:cxn ang="0">
                <a:pos x="2147483646" y="2147483646"/>
              </a:cxn>
              <a:cxn ang="0">
                <a:pos x="2147483646" y="2147483646"/>
              </a:cxn>
              <a:cxn ang="0">
                <a:pos x="0" y="2147483646"/>
              </a:cxn>
              <a:cxn ang="0">
                <a:pos x="0" y="0"/>
              </a:cxn>
            </a:cxnLst>
            <a:rect l="0" t="0" r="0" b="0"/>
            <a:pathLst>
              <a:path w="5049" h="1471">
                <a:moveTo>
                  <a:pt x="0" y="0"/>
                </a:moveTo>
                <a:lnTo>
                  <a:pt x="5049" y="2"/>
                </a:lnTo>
                <a:lnTo>
                  <a:pt x="5048" y="1458"/>
                </a:lnTo>
                <a:lnTo>
                  <a:pt x="0" y="1471"/>
                </a:lnTo>
                <a:lnTo>
                  <a:pt x="0" y="0"/>
                </a:lnTo>
                <a:close/>
              </a:path>
            </a:pathLst>
          </a:custGeom>
          <a:solidFill>
            <a:schemeClr val="tx2"/>
          </a:solidFill>
          <a:ln w="9525">
            <a:noFill/>
          </a:ln>
        </p:spPr>
        <p:txBody>
          <a:bodyPr/>
          <a:lstStyle/>
          <a:p>
            <a:endParaRPr lang="en-US"/>
          </a:p>
        </p:txBody>
      </p:sp>
      <p:grpSp>
        <p:nvGrpSpPr>
          <p:cNvPr id="1027" name="Group 16"/>
          <p:cNvGrpSpPr/>
          <p:nvPr/>
        </p:nvGrpSpPr>
        <p:grpSpPr>
          <a:xfrm>
            <a:off x="8153400" y="0"/>
            <a:ext cx="990600" cy="6858000"/>
            <a:chOff x="5040" y="0"/>
            <a:chExt cx="720" cy="4320"/>
          </a:xfrm>
        </p:grpSpPr>
        <p:sp>
          <p:nvSpPr>
            <p:cNvPr id="1040" name="Rectangle 17"/>
            <p:cNvSpPr>
              <a:spLocks noChangeArrowheads="1"/>
            </p:cNvSpPr>
            <p:nvPr/>
          </p:nvSpPr>
          <p:spPr bwMode="gray">
            <a:xfrm>
              <a:off x="5042" y="0"/>
              <a:ext cx="718" cy="4320"/>
            </a:xfrm>
            <a:prstGeom prst="rect">
              <a:avLst/>
            </a:prstGeom>
            <a:solidFill>
              <a:schemeClr val="folHlink">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41" name="Rectangle 18"/>
            <p:cNvSpPr>
              <a:spLocks noChangeArrowheads="1"/>
            </p:cNvSpPr>
            <p:nvPr/>
          </p:nvSpPr>
          <p:spPr bwMode="gray">
            <a:xfrm>
              <a:off x="5040" y="219"/>
              <a:ext cx="720" cy="39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1028" name="AutoShape 19"/>
          <p:cNvSpPr>
            <a:spLocks noChangeArrowheads="1"/>
          </p:cNvSpPr>
          <p:nvPr/>
        </p:nvSpPr>
        <p:spPr bwMode="gray">
          <a:xfrm>
            <a:off x="7696200" y="59436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AutoShape 20"/>
          <p:cNvSpPr>
            <a:spLocks noChangeArrowheads="1"/>
          </p:cNvSpPr>
          <p:nvPr/>
        </p:nvSpPr>
        <p:spPr bwMode="gray">
          <a:xfrm>
            <a:off x="8229600" y="563880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AutoShape 21"/>
          <p:cNvSpPr>
            <a:spLocks noChangeArrowheads="1"/>
          </p:cNvSpPr>
          <p:nvPr/>
        </p:nvSpPr>
        <p:spPr bwMode="gray">
          <a:xfrm>
            <a:off x="8220075" y="6229350"/>
            <a:ext cx="609600" cy="533400"/>
          </a:xfrm>
          <a:prstGeom prst="hexagon">
            <a:avLst>
              <a:gd name="adj" fmla="val 28571"/>
              <a:gd name="vf" fmla="val 115470"/>
            </a:avLst>
          </a:prstGeom>
          <a:solidFill>
            <a:srgbClr val="5086C2">
              <a:alpha val="34901"/>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3" name="Rectangle 3"/>
          <p:cNvSpPr>
            <a:spLocks noGrp="1"/>
          </p:cNvSpPr>
          <p:nvPr>
            <p:ph type="body"/>
          </p:nvPr>
        </p:nvSpPr>
        <p:spPr>
          <a:xfrm>
            <a:off x="457200" y="1076325"/>
            <a:ext cx="8229600" cy="5248275"/>
          </a:xfrm>
          <a:prstGeom prst="rect">
            <a:avLst/>
          </a:prstGeom>
          <a:noFill/>
          <a:ln w="9525">
            <a:noFill/>
          </a:ln>
        </p:spPr>
        <p:txBody>
          <a:bodyPr anchor="t" anchorCtr="0"/>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Rectangle 4"/>
          <p:cNvSpPr>
            <a:spLocks noGrp="1" noChangeArrowheads="1"/>
          </p:cNvSpPr>
          <p:nvPr>
            <p:ph type="dt" sz="half" idx="2"/>
          </p:nvPr>
        </p:nvSpPr>
        <p:spPr bwMode="auto">
          <a:xfrm>
            <a:off x="457200" y="6519863"/>
            <a:ext cx="2133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Rectangle 5"/>
          <p:cNvSpPr>
            <a:spLocks noGrp="1" noChangeArrowheads="1"/>
          </p:cNvSpPr>
          <p:nvPr>
            <p:ph type="ftr" sz="quarter" idx="3"/>
          </p:nvPr>
        </p:nvSpPr>
        <p:spPr bwMode="auto">
          <a:xfrm>
            <a:off x="5181600" y="6477000"/>
            <a:ext cx="2895600" cy="23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chemeClr val="tx1"/>
                </a:solidFill>
                <a:effectLst/>
                <a:uLnTx/>
                <a:uFillTx/>
                <a:latin typeface="+mn-lt"/>
                <a:ea typeface="+mn-ea"/>
                <a:cs typeface="+mn-cs"/>
              </a:rPr>
              <a:t>www.themegallery.com</a:t>
            </a:r>
          </a:p>
        </p:txBody>
      </p:sp>
      <p:sp>
        <p:nvSpPr>
          <p:cNvPr id="4" name="Rectangle 6"/>
          <p:cNvSpPr>
            <a:spLocks noGrp="1" noChangeArrowheads="1"/>
          </p:cNvSpPr>
          <p:nvPr>
            <p:ph type="sldNum" sz="quarter" idx="4"/>
          </p:nvPr>
        </p:nvSpPr>
        <p:spPr bwMode="auto">
          <a:xfrm>
            <a:off x="8286750" y="6386513"/>
            <a:ext cx="457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a:solidFill>
                  <a:schemeClr val="bg1"/>
                </a:solidFill>
                <a:latin typeface="+mn-lt"/>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5AA50AD-B3BD-41F2-BF9F-047A8FDD348D}" type="slidenum">
              <a:rPr kumimoji="0" lang="en-US" sz="1000" b="0" i="0" u="none" strike="noStrike" kern="1200" cap="none" spc="0" normalizeH="0" baseline="0" noProof="0">
                <a:ln>
                  <a:noFill/>
                </a:ln>
                <a:solidFill>
                  <a:schemeClr val="bg1"/>
                </a:solidFill>
                <a:effectLst/>
                <a:uLnTx/>
                <a:uFillTx/>
                <a:latin typeface="+mn-lt"/>
                <a:ea typeface="+mn-ea"/>
                <a:cs typeface="+mn-cs"/>
              </a:rPr>
              <a:t>‹#›</a:t>
            </a:fld>
            <a:endParaRPr kumimoji="0" lang="en-US" sz="1000" b="0" i="0" u="none" strike="noStrike" kern="1200" cap="none" spc="0" normalizeH="0" baseline="0" noProof="0">
              <a:ln>
                <a:noFill/>
              </a:ln>
              <a:solidFill>
                <a:schemeClr val="bg1"/>
              </a:solidFill>
              <a:effectLst/>
              <a:uLnTx/>
              <a:uFillTx/>
              <a:latin typeface="+mn-lt"/>
              <a:ea typeface="+mn-ea"/>
              <a:cs typeface="+mn-cs"/>
            </a:endParaRPr>
          </a:p>
        </p:txBody>
      </p:sp>
      <p:grpSp>
        <p:nvGrpSpPr>
          <p:cNvPr id="1037" name="Group 22"/>
          <p:cNvGrpSpPr/>
          <p:nvPr/>
        </p:nvGrpSpPr>
        <p:grpSpPr>
          <a:xfrm>
            <a:off x="152400" y="228600"/>
            <a:ext cx="838200" cy="838200"/>
            <a:chOff x="18" y="144"/>
            <a:chExt cx="510" cy="480"/>
          </a:xfrm>
        </p:grpSpPr>
        <p:sp>
          <p:nvSpPr>
            <p:cNvPr id="5" name="AutoShape 23"/>
            <p:cNvSpPr>
              <a:spLocks noChangeArrowheads="1"/>
            </p:cNvSpPr>
            <p:nvPr/>
          </p:nvSpPr>
          <p:spPr bwMode="gray">
            <a:xfrm>
              <a:off x="18" y="258"/>
              <a:ext cx="288" cy="240"/>
            </a:xfrm>
            <a:prstGeom prst="hexagon">
              <a:avLst>
                <a:gd name="adj" fmla="val 30000"/>
                <a:gd name="vf" fmla="val 115470"/>
              </a:avLst>
            </a:prstGeom>
            <a:solidFill>
              <a:schemeClr val="hlink"/>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8" name="AutoShape 24"/>
            <p:cNvSpPr>
              <a:spLocks noChangeArrowheads="1"/>
            </p:cNvSpPr>
            <p:nvPr/>
          </p:nvSpPr>
          <p:spPr bwMode="gray">
            <a:xfrm>
              <a:off x="240" y="144"/>
              <a:ext cx="288" cy="240"/>
            </a:xfrm>
            <a:prstGeom prst="hexagon">
              <a:avLst>
                <a:gd name="adj" fmla="val 30000"/>
                <a:gd name="vf" fmla="val 115470"/>
              </a:avLst>
            </a:prstGeom>
            <a:solidFill>
              <a:schemeClr val="accent2"/>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9" name="AutoShape 25"/>
            <p:cNvSpPr>
              <a:spLocks noChangeArrowheads="1"/>
            </p:cNvSpPr>
            <p:nvPr/>
          </p:nvSpPr>
          <p:spPr bwMode="gray">
            <a:xfrm>
              <a:off x="240" y="384"/>
              <a:ext cx="288" cy="240"/>
            </a:xfrm>
            <a:prstGeom prst="hexagon">
              <a:avLst>
                <a:gd name="adj" fmla="val 30000"/>
                <a:gd name="vf" fmla="val 115470"/>
              </a:avLst>
            </a:prstGeom>
            <a:solidFill>
              <a:schemeClr val="accent1"/>
            </a:solidFill>
            <a:ln w="28575">
              <a:solidFill>
                <a:schemeClr val="bg1"/>
              </a:solidFill>
              <a:miter lim="800000"/>
            </a:ln>
            <a:effectLst>
              <a:outerShdw dist="56796" dir="1593903" algn="ctr" rotWithShape="0">
                <a:srgbClr val="666633">
                  <a:alpha val="50000"/>
                </a:srgbClr>
              </a:outerShdw>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grpSp>
      <p:sp>
        <p:nvSpPr>
          <p:cNvPr id="6" name="Rectangle 2"/>
          <p:cNvSpPr>
            <a:spLocks noGrp="1"/>
          </p:cNvSpPr>
          <p:nvPr>
            <p:ph type="title"/>
          </p:nvPr>
        </p:nvSpPr>
        <p:spPr>
          <a:xfrm>
            <a:off x="1143000" y="381000"/>
            <a:ext cx="6705600" cy="563563"/>
          </a:xfrm>
          <a:prstGeom prst="rect">
            <a:avLst/>
          </a:prstGeom>
          <a:noFill/>
          <a:ln w="9525">
            <a:noFill/>
          </a:ln>
        </p:spPr>
        <p:txBody>
          <a:bodyPr anchor="ctr" anchorCtr="0"/>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kern="1200">
          <a:solidFill>
            <a:schemeClr val="bg1"/>
          </a:solidFill>
          <a:latin typeface="+mj-lt"/>
          <a:ea typeface="+mj-ea"/>
          <a:cs typeface="+mj-cs"/>
        </a:defRPr>
      </a:lvl1pPr>
      <a:lvl2pPr algn="l" rtl="0" eaLnBrk="0" fontAlgn="base" hangingPunct="0">
        <a:spcBef>
          <a:spcPct val="0"/>
        </a:spcBef>
        <a:spcAft>
          <a:spcPct val="0"/>
        </a:spcAft>
        <a:defRPr sz="3200">
          <a:solidFill>
            <a:schemeClr val="bg1"/>
          </a:solidFill>
          <a:latin typeface="Verdana" panose="020B0604030504040204" pitchFamily="34" charset="0"/>
        </a:defRPr>
      </a:lvl2pPr>
      <a:lvl3pPr algn="l" rtl="0" eaLnBrk="0" fontAlgn="base" hangingPunct="0">
        <a:spcBef>
          <a:spcPct val="0"/>
        </a:spcBef>
        <a:spcAft>
          <a:spcPct val="0"/>
        </a:spcAft>
        <a:defRPr sz="3200">
          <a:solidFill>
            <a:schemeClr val="bg1"/>
          </a:solidFill>
          <a:latin typeface="Verdana" panose="020B0604030504040204" pitchFamily="34" charset="0"/>
        </a:defRPr>
      </a:lvl3pPr>
      <a:lvl4pPr algn="l" rtl="0" eaLnBrk="0" fontAlgn="base" hangingPunct="0">
        <a:spcBef>
          <a:spcPct val="0"/>
        </a:spcBef>
        <a:spcAft>
          <a:spcPct val="0"/>
        </a:spcAft>
        <a:defRPr sz="3200">
          <a:solidFill>
            <a:schemeClr val="bg1"/>
          </a:solidFill>
          <a:latin typeface="Verdana" panose="020B0604030504040204" pitchFamily="34" charset="0"/>
        </a:defRPr>
      </a:lvl4pPr>
      <a:lvl5pPr algn="l" rtl="0" eaLnBrk="0" fontAlgn="base" hangingPunct="0">
        <a:spcBef>
          <a:spcPct val="0"/>
        </a:spcBef>
        <a:spcAft>
          <a:spcPct val="0"/>
        </a:spcAft>
        <a:defRPr sz="3200">
          <a:solidFill>
            <a:schemeClr val="bg1"/>
          </a:solidFill>
          <a:latin typeface="Verdana" panose="020B0604030504040204" pitchFamily="34" charset="0"/>
        </a:defRPr>
      </a:lvl5pPr>
      <a:lvl6pPr marL="457200" algn="l" rtl="0" eaLnBrk="1" fontAlgn="base" hangingPunct="1">
        <a:spcBef>
          <a:spcPct val="0"/>
        </a:spcBef>
        <a:spcAft>
          <a:spcPct val="0"/>
        </a:spcAft>
        <a:defRPr sz="3200">
          <a:solidFill>
            <a:schemeClr val="bg1"/>
          </a:solidFill>
          <a:latin typeface="Verdana" panose="020B0604030504040204" pitchFamily="34" charset="0"/>
        </a:defRPr>
      </a:lvl6pPr>
      <a:lvl7pPr marL="914400" algn="l" rtl="0" eaLnBrk="1" fontAlgn="base" hangingPunct="1">
        <a:spcBef>
          <a:spcPct val="0"/>
        </a:spcBef>
        <a:spcAft>
          <a:spcPct val="0"/>
        </a:spcAft>
        <a:defRPr sz="3200">
          <a:solidFill>
            <a:schemeClr val="bg1"/>
          </a:solidFill>
          <a:latin typeface="Verdana" panose="020B0604030504040204" pitchFamily="34" charset="0"/>
        </a:defRPr>
      </a:lvl7pPr>
      <a:lvl8pPr marL="1371600" algn="l" rtl="0" eaLnBrk="1" fontAlgn="base" hangingPunct="1">
        <a:spcBef>
          <a:spcPct val="0"/>
        </a:spcBef>
        <a:spcAft>
          <a:spcPct val="0"/>
        </a:spcAft>
        <a:defRPr sz="3200">
          <a:solidFill>
            <a:schemeClr val="bg1"/>
          </a:solidFill>
          <a:latin typeface="Verdana" panose="020B0604030504040204" pitchFamily="34" charset="0"/>
        </a:defRPr>
      </a:lvl8pPr>
      <a:lvl9pPr marL="1828800" algn="l" rtl="0" eaLnBrk="1" fontAlgn="base" hangingPunct="1">
        <a:spcBef>
          <a:spcPct val="0"/>
        </a:spcBef>
        <a:spcAft>
          <a:spcPct val="0"/>
        </a:spcAft>
        <a:defRPr sz="3200">
          <a:solidFill>
            <a:schemeClr val="bg1"/>
          </a:solidFill>
          <a:latin typeface="Verdana" panose="020B0604030504040204"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Arial" panose="020B0604020202020204" pitchFamily="34" charset="0"/>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LU&#7852;T%20GIAO%20D&#7882;CH%20&#272;I&#7878;N%20T&#7916;.mp4"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Chi&#234;u%20tr&#242;%20l&#7915;a%20&#273;&#7843;o%20m&#7899;i%20l&#7907;i%20d&#7909;ng%20vi&#7879;c%20s&#225;p%20nh&#7853;p%20t&#7881;nh%20th&#224;nh%20-%20B&#225;o%20Nh&#226;n%20D&#226;n.mp4"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3" name="Content Placeholder 2"/>
          <p:cNvSpPr>
            <a:spLocks noGrp="1"/>
          </p:cNvSpPr>
          <p:nvPr>
            <p:ph idx="1"/>
          </p:nvPr>
        </p:nvSpPr>
        <p:spPr/>
        <p:txBody>
          <a:bodyPr/>
          <a:lstStyle/>
          <a:p>
            <a:pPr marL="0" indent="0" algn="ctr">
              <a:buNone/>
            </a:pPr>
            <a:r>
              <a:rPr lang="en-US" altLang="en-US" sz="8000" b="0" dirty="0">
                <a:latin typeface="Times New Roman" panose="02020603050405020304" pitchFamily="18" charset="0"/>
                <a:sym typeface="+mn-ea"/>
              </a:rPr>
              <a:t>Luật </a:t>
            </a:r>
          </a:p>
          <a:p>
            <a:pPr marL="0" indent="0" algn="ctr">
              <a:buNone/>
            </a:pPr>
            <a:r>
              <a:rPr lang="en-US" altLang="en-US" sz="8000" b="0" dirty="0">
                <a:latin typeface="Times New Roman" panose="02020603050405020304" pitchFamily="18" charset="0"/>
                <a:sym typeface="+mn-ea"/>
                <a:hlinkClick r:id="rId2" action="ppaction://hlinkfile"/>
              </a:rPr>
              <a:t>Giao dịch điện tử</a:t>
            </a:r>
            <a:endParaRPr lang="en-US" altLang="en-US" sz="8000" b="0" dirty="0">
              <a:latin typeface="Times New Roman" panose="02020603050405020304" pitchFamily="18" charset="0"/>
              <a:sym typeface="+mn-ea"/>
            </a:endParaRPr>
          </a:p>
          <a:p>
            <a:pPr marL="0" indent="0" algn="ctr">
              <a:buNone/>
            </a:pPr>
            <a:r>
              <a:rPr lang="en-US" altLang="en-US" sz="6000" b="0" dirty="0">
                <a:latin typeface="Times New Roman" panose="02020603050405020304" pitchFamily="18" charset="0"/>
                <a:sym typeface="+mn-ea"/>
              </a:rPr>
              <a:t>Luật số: 20/2023/QH15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a:spLocks noGrp="1"/>
          </p:cNvSpPr>
          <p:nvPr>
            <p:ph type="title"/>
          </p:nvPr>
        </p:nvSpPr>
        <p:spPr/>
        <p:txBody>
          <a:bodyPr vert="horz" wrap="square" lIns="91440" tIns="45720" rIns="91440" bIns="45720" anchor="ctr" anchorCtr="0"/>
          <a:lstStyle/>
          <a:p>
            <a:pPr eaLnBrk="1" hangingPunct="1"/>
            <a:br>
              <a:rPr lang="en-US" altLang="en-US" dirty="0">
                <a:latin typeface="Times New Roman" panose="02020603050405020304" pitchFamily="18" charset="0"/>
              </a:rPr>
            </a:br>
            <a:r>
              <a:rPr lang="en-US" altLang="en-US" dirty="0">
                <a:solidFill>
                  <a:srgbClr val="FF0000"/>
                </a:solidFill>
                <a:latin typeface="Times New Roman" panose="02020603050405020304" pitchFamily="18" charset="0"/>
              </a:rPr>
              <a:t>Cơ cấu của luật</a:t>
            </a:r>
            <a:br>
              <a:rPr lang="en-US" altLang="en-US" dirty="0">
                <a:latin typeface="Times New Roman" panose="02020603050405020304" pitchFamily="18" charset="0"/>
              </a:rPr>
            </a:br>
            <a:endParaRPr lang="en-US" altLang="en-US" dirty="0"/>
          </a:p>
        </p:txBody>
      </p:sp>
      <p:sp>
        <p:nvSpPr>
          <p:cNvPr id="3074" name="Rectangle 3"/>
          <p:cNvSpPr>
            <a:spLocks noGrp="1"/>
          </p:cNvSpPr>
          <p:nvPr>
            <p:ph idx="1"/>
          </p:nvPr>
        </p:nvSpPr>
        <p:spPr>
          <a:xfrm>
            <a:off x="250825" y="1392238"/>
            <a:ext cx="8713788" cy="4852987"/>
          </a:xfrm>
        </p:spPr>
        <p:txBody>
          <a:bodyPr vert="horz" wrap="square" lIns="91440" tIns="45720" rIns="91440" bIns="45720" anchor="t" anchorCtr="0"/>
          <a:lstStyle/>
          <a:p>
            <a:r>
              <a:rPr lang="en-US" altLang="en-US" b="0" dirty="0">
                <a:latin typeface="Times New Roman" panose="02020603050405020304" pitchFamily="18" charset="0"/>
              </a:rPr>
              <a:t>Luật Giao dịch điện tử: Luật số: 20/2023/QH15</a:t>
            </a:r>
          </a:p>
          <a:p>
            <a:r>
              <a:rPr lang="en-US" altLang="en-US" b="0" dirty="0">
                <a:latin typeface="Times New Roman" panose="02020603050405020304" pitchFamily="18" charset="0"/>
              </a:rPr>
              <a:t>Luật này được Quốc hội nước Cộng hòa xã hội chủ nghĩa Việt Nam khóa XV, kỳ họp thứ 5 </a:t>
            </a:r>
            <a:r>
              <a:rPr lang="en-US" altLang="en-US" b="0" dirty="0">
                <a:highlight>
                  <a:srgbClr val="FFFF00"/>
                </a:highlight>
                <a:latin typeface="Times New Roman" panose="02020603050405020304" pitchFamily="18" charset="0"/>
              </a:rPr>
              <a:t>thông qua ngày 22 tháng 6 năm 2023.</a:t>
            </a:r>
          </a:p>
          <a:p>
            <a:r>
              <a:rPr lang="en-US" altLang="en-US" b="0" dirty="0">
                <a:highlight>
                  <a:srgbClr val="FFFF00"/>
                </a:highlight>
                <a:latin typeface="Times New Roman" panose="02020603050405020304" pitchFamily="18" charset="0"/>
              </a:rPr>
              <a:t>Có hiệu lực Ng</a:t>
            </a:r>
            <a:r>
              <a:rPr lang="en-US" altLang="en-US" b="0" dirty="0">
                <a:highlight>
                  <a:srgbClr val="FFFF00"/>
                </a:highlight>
                <a:latin typeface="Times New Roman" panose="02020603050405020304" pitchFamily="18" charset="0"/>
                <a:ea typeface="Times New Roman" panose="02020603050405020304" pitchFamily="18" charset="0"/>
              </a:rPr>
              <a:t>à</a:t>
            </a:r>
            <a:r>
              <a:rPr lang="en-US" altLang="en-US" b="0" dirty="0">
                <a:highlight>
                  <a:srgbClr val="FFFF00"/>
                </a:highlight>
                <a:latin typeface="Times New Roman" panose="02020603050405020304" pitchFamily="18" charset="0"/>
              </a:rPr>
              <a:t>y 01 tháng 07 năm 2024</a:t>
            </a:r>
            <a:endParaRPr lang="en-US" altLang="en-US" b="0" dirty="0">
              <a:latin typeface="Times New Roman" panose="02020603050405020304" pitchFamily="18" charset="0"/>
            </a:endParaRPr>
          </a:p>
          <a:p>
            <a:pPr lvl="1"/>
            <a:endParaRPr lang="en-US" altLang="en-US" dirty="0">
              <a:highlight>
                <a:srgbClr val="FFFF00"/>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vi-VN" altLang="en-US" b="0" dirty="0">
                <a:highlight>
                  <a:srgbClr val="FFFF00"/>
                </a:highlight>
                <a:latin typeface="Times New Roman" panose="02020603050405020304" pitchFamily="18" charset="0"/>
                <a:sym typeface="+mn-ea"/>
              </a:rPr>
              <a:t>Luật Giao dịch điện tử gồm 8 chương, 5</a:t>
            </a:r>
            <a:r>
              <a:rPr lang="en-US" altLang="vi-VN" b="0" dirty="0">
                <a:highlight>
                  <a:srgbClr val="FFFF00"/>
                </a:highlight>
                <a:latin typeface="Times New Roman" panose="02020603050405020304" pitchFamily="18" charset="0"/>
                <a:sym typeface="+mn-ea"/>
              </a:rPr>
              <a:t>3</a:t>
            </a:r>
            <a:r>
              <a:rPr lang="vi-VN" altLang="en-US" b="0" dirty="0">
                <a:highlight>
                  <a:srgbClr val="FFFF00"/>
                </a:highlight>
                <a:latin typeface="Times New Roman" panose="02020603050405020304" pitchFamily="18" charset="0"/>
                <a:sym typeface="+mn-ea"/>
              </a:rPr>
              <a:t> điều</a:t>
            </a:r>
            <a:r>
              <a:rPr lang="vi-VN" altLang="en-US" dirty="0">
                <a:highlight>
                  <a:srgbClr val="FFFF00"/>
                </a:highlight>
                <a:latin typeface="Times New Roman" panose="02020603050405020304" pitchFamily="18" charset="0"/>
                <a:sym typeface="+mn-ea"/>
              </a:rPr>
              <a:t>.</a:t>
            </a:r>
            <a:endParaRPr lang="en-US" altLang="en-US" dirty="0">
              <a:highlight>
                <a:srgbClr val="FFFF00"/>
              </a:highlight>
              <a:latin typeface="Times New Roman" panose="02020603050405020304" pitchFamily="18" charset="0"/>
            </a:endParaRPr>
          </a:p>
          <a:p>
            <a:pPr lvl="1"/>
            <a:r>
              <a:rPr lang="en-US" altLang="en-US" dirty="0">
                <a:highlight>
                  <a:srgbClr val="FFFF00"/>
                </a:highlight>
                <a:latin typeface="Times New Roman" panose="02020603050405020304" pitchFamily="18" charset="0"/>
                <a:sym typeface="+mn-ea"/>
              </a:rPr>
              <a:t>Chương I: Những quy định chung, gồm 6 điều, từ Điều 1 đến Điều 6;</a:t>
            </a:r>
            <a:endParaRPr lang="en-US" altLang="en-US" dirty="0">
              <a:highlight>
                <a:srgbClr val="FFFF00"/>
              </a:highlight>
              <a:latin typeface="Times New Roman" panose="02020603050405020304" pitchFamily="18" charset="0"/>
            </a:endParaRPr>
          </a:p>
          <a:p>
            <a:pPr lvl="1"/>
            <a:r>
              <a:rPr lang="en-US" altLang="en-US" dirty="0">
                <a:highlight>
                  <a:srgbClr val="FFFF00"/>
                </a:highlight>
                <a:latin typeface="Times New Roman" panose="02020603050405020304" pitchFamily="18" charset="0"/>
                <a:sym typeface="+mn-ea"/>
              </a:rPr>
              <a:t>Chương II: Thông điệp dữ liệu, gồm 15 điều, từ Điều 7 đến Điều 21;</a:t>
            </a:r>
            <a:endParaRPr lang="en-US" altLang="en-US" dirty="0">
              <a:highlight>
                <a:srgbClr val="FFFF00"/>
              </a:highlight>
              <a:latin typeface="Times New Roman" panose="02020603050405020304" pitchFamily="18" charset="0"/>
            </a:endParaRPr>
          </a:p>
          <a:p>
            <a:pPr lvl="1"/>
            <a:endParaRPr lang="en-US" altLang="en-US" dirty="0">
              <a:highlight>
                <a:srgbClr val="FFFF00"/>
              </a:highlight>
              <a:latin typeface="Times New Roman" panose="02020603050405020304" pitchFamily="18" charset="0"/>
              <a:ea typeface="Times New Roman" panose="02020603050405020304" pitchFamily="18" charset="0"/>
            </a:endParaRP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p:cNvSpPr>
          <p:nvPr>
            <p:ph type="title"/>
          </p:nvPr>
        </p:nvSpPr>
        <p:spPr/>
        <p:txBody>
          <a:bodyPr vert="horz" wrap="square" lIns="91440" tIns="45720" rIns="91440" bIns="45720" anchor="ctr" anchorCtr="0"/>
          <a:lstStyle/>
          <a:p>
            <a:pPr eaLnBrk="1" hangingPunct="1"/>
            <a:r>
              <a:rPr lang="en-US" altLang="en-US" dirty="0">
                <a:solidFill>
                  <a:srgbClr val="FF0000"/>
                </a:solidFill>
                <a:latin typeface="Times New Roman" panose="02020603050405020304" pitchFamily="18" charset="0"/>
              </a:rPr>
              <a:t>Cơ cấu của luật</a:t>
            </a:r>
            <a:endParaRPr lang="en-US" altLang="en-US" dirty="0"/>
          </a:p>
        </p:txBody>
      </p:sp>
      <p:sp>
        <p:nvSpPr>
          <p:cNvPr id="4098" name="Rectangle 3"/>
          <p:cNvSpPr>
            <a:spLocks noGrp="1"/>
          </p:cNvSpPr>
          <p:nvPr>
            <p:ph idx="1"/>
          </p:nvPr>
        </p:nvSpPr>
        <p:spPr>
          <a:xfrm>
            <a:off x="250825" y="1392238"/>
            <a:ext cx="8713788" cy="4852987"/>
          </a:xfrm>
        </p:spPr>
        <p:txBody>
          <a:bodyPr vert="horz" wrap="square" lIns="91440" tIns="45720" rIns="91440" bIns="45720" anchor="t" anchorCtr="0"/>
          <a:lstStyle/>
          <a:p>
            <a:pPr marL="0" lvl="1" indent="-342900">
              <a:buClr>
                <a:schemeClr val="hlink"/>
              </a:buClr>
              <a:buFont typeface="Wingdings" panose="05000000000000000000" pitchFamily="2" charset="2"/>
              <a:buChar char="v"/>
            </a:pPr>
            <a:r>
              <a:rPr lang="en-US" altLang="en-US" dirty="0">
                <a:highlight>
                  <a:srgbClr val="FFFF00"/>
                </a:highlight>
                <a:latin typeface="Times New Roman" panose="02020603050405020304" pitchFamily="18" charset="0"/>
                <a:sym typeface="+mn-ea"/>
              </a:rPr>
              <a:t>Chương III: CHỮ KÝ ĐIỆN TỬ VÀ DỊCH VỤ TIN CẬY, gồm 12 điều, từ Điều 22 đến Điều 33;</a:t>
            </a:r>
            <a:endParaRPr lang="en-US" altLang="en-US" dirty="0">
              <a:highlight>
                <a:srgbClr val="FFFF00"/>
              </a:highlight>
              <a:latin typeface="Times New Roman" panose="02020603050405020304" pitchFamily="18" charset="0"/>
              <a:ea typeface="Times New Roman" panose="02020603050405020304" pitchFamily="18" charset="0"/>
            </a:endParaRPr>
          </a:p>
          <a:p>
            <a:pPr marL="342900" lvl="1" indent="-342900">
              <a:buClr>
                <a:schemeClr val="hlink"/>
              </a:buClr>
              <a:buFont typeface="Wingdings" panose="05000000000000000000" pitchFamily="2" charset="2"/>
              <a:buChar char="v"/>
            </a:pPr>
            <a:endParaRPr lang="en-US" altLang="en-US" dirty="0">
              <a:highlight>
                <a:srgbClr val="FFFF00"/>
              </a:highlight>
              <a:latin typeface="Times New Roman" panose="02020603050405020304" pitchFamily="18" charset="0"/>
            </a:endParaRPr>
          </a:p>
          <a:p>
            <a:pPr marL="342900" lvl="1" indent="-342900">
              <a:buClr>
                <a:schemeClr val="hlink"/>
              </a:buClr>
              <a:buFont typeface="Wingdings" panose="05000000000000000000" pitchFamily="2" charset="2"/>
              <a:buChar char="v"/>
            </a:pPr>
            <a:r>
              <a:rPr lang="en-US" altLang="en-US" dirty="0">
                <a:highlight>
                  <a:srgbClr val="FFFF00"/>
                </a:highlight>
                <a:latin typeface="Times New Roman" panose="02020603050405020304" pitchFamily="18" charset="0"/>
              </a:rPr>
              <a:t>Chương IV: GIAO KẾT VÀ THỰC HIỆN HỢP ĐỒNG ĐIỆN TỬ, , gồm 5 điều, từ Điều 34 đến Điều 38;</a:t>
            </a:r>
          </a:p>
          <a:p>
            <a:endParaRPr lang="en-US" altLang="en-US" b="0" dirty="0">
              <a:highlight>
                <a:srgbClr val="FFFF00"/>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b="0" dirty="0">
                <a:highlight>
                  <a:srgbClr val="FFFF00"/>
                </a:highlight>
                <a:latin typeface="Times New Roman" panose="02020603050405020304" pitchFamily="18" charset="0"/>
                <a:sym typeface="+mn-ea"/>
              </a:rPr>
              <a:t>Chương V: GIAO DỊCH ĐIỆN TỬ CỦA CƠ QUAN NHÀ NƯỚC , gồm 6 điều, từ Điều 39 đến Điều 44;</a:t>
            </a:r>
          </a:p>
          <a:p>
            <a:endParaRPr lang="en-US" altLang="en-US" b="0" dirty="0">
              <a:latin typeface="Times New Roman" panose="02020603050405020304" pitchFamily="18" charset="0"/>
            </a:endParaRPr>
          </a:p>
          <a:p>
            <a:r>
              <a:rPr lang="en-US" altLang="en-US" b="0" dirty="0">
                <a:highlight>
                  <a:srgbClr val="FFFF00"/>
                </a:highlight>
                <a:latin typeface="Times New Roman" panose="02020603050405020304" pitchFamily="18" charset="0"/>
                <a:sym typeface="+mn-ea"/>
              </a:rPr>
              <a:t>Chương VI: HỆ THỐNG THÔNG TIN PHỤC VỤ GIAO DỊCH ĐIỆN TỬ, gồm 4 điều, từ Điều 45 đến Điều 48;</a:t>
            </a:r>
            <a:endParaRPr lang="en-US" altLang="en-US" b="0" dirty="0">
              <a:highlight>
                <a:srgbClr val="FFFF00"/>
              </a:highlight>
              <a:latin typeface="Times New Roman" panose="02020603050405020304" pitchFamily="18" charset="0"/>
            </a:endParaRPr>
          </a:p>
          <a:p>
            <a:endParaRPr lang="en-US" altLang="en-US" b="0" dirty="0">
              <a:highlight>
                <a:srgbClr val="FFFF00"/>
              </a:highlight>
              <a:latin typeface="Times New Roman" panose="020206030504050203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b="0" dirty="0">
                <a:highlight>
                  <a:srgbClr val="FFFF00"/>
                </a:highlight>
                <a:latin typeface="Times New Roman" panose="02020603050405020304" pitchFamily="18" charset="0"/>
                <a:sym typeface="+mn-ea"/>
              </a:rPr>
              <a:t>Chương VII: QUẢN LÝ NHÀ NƯỚC VỀ GIAO DỊCH ĐIỆN TỬ, gồm 2 điều, từ Điều 49 đến Điều 50;</a:t>
            </a:r>
            <a:endParaRPr lang="en-US" altLang="en-US" b="0" dirty="0">
              <a:highlight>
                <a:srgbClr val="FFFF00"/>
              </a:highlight>
              <a:latin typeface="Times New Roman" panose="02020603050405020304" pitchFamily="18" charset="0"/>
            </a:endParaRPr>
          </a:p>
          <a:p>
            <a:r>
              <a:rPr lang="en-US" altLang="en-US" b="0" dirty="0">
                <a:highlight>
                  <a:srgbClr val="FFFF00"/>
                </a:highlight>
                <a:latin typeface="Times New Roman" panose="02020603050405020304" pitchFamily="18" charset="0"/>
                <a:sym typeface="+mn-ea"/>
              </a:rPr>
              <a:t>Chương VIII: Điều khoản thi h</a:t>
            </a:r>
            <a:r>
              <a:rPr lang="en-US" altLang="en-US" b="0" dirty="0">
                <a:highlight>
                  <a:srgbClr val="FFFF00"/>
                </a:highlight>
                <a:latin typeface="Times New Roman" panose="02020603050405020304" pitchFamily="18" charset="0"/>
                <a:ea typeface="Times New Roman" panose="02020603050405020304" pitchFamily="18" charset="0"/>
                <a:sym typeface="+mn-ea"/>
              </a:rPr>
              <a:t>à</a:t>
            </a:r>
            <a:r>
              <a:rPr lang="en-US" altLang="en-US" b="0" dirty="0">
                <a:highlight>
                  <a:srgbClr val="FFFF00"/>
                </a:highlight>
                <a:latin typeface="Times New Roman" panose="02020603050405020304" pitchFamily="18" charset="0"/>
                <a:sym typeface="+mn-ea"/>
              </a:rPr>
              <a:t>nh, gồm 3 điều, Điều 51 v</a:t>
            </a:r>
            <a:r>
              <a:rPr lang="en-US" altLang="en-US" b="0" dirty="0">
                <a:highlight>
                  <a:srgbClr val="FFFF00"/>
                </a:highlight>
                <a:latin typeface="Times New Roman" panose="02020603050405020304" pitchFamily="18" charset="0"/>
                <a:ea typeface="Times New Roman" panose="02020603050405020304" pitchFamily="18" charset="0"/>
                <a:sym typeface="+mn-ea"/>
              </a:rPr>
              <a:t>à</a:t>
            </a:r>
            <a:r>
              <a:rPr lang="en-US" altLang="en-US" b="0" dirty="0">
                <a:highlight>
                  <a:srgbClr val="FFFF00"/>
                </a:highlight>
                <a:latin typeface="Times New Roman" panose="02020603050405020304" pitchFamily="18" charset="0"/>
                <a:sym typeface="+mn-ea"/>
              </a:rPr>
              <a:t> Điều 53.</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p:nvPr>
        </p:nvSpPr>
        <p:spPr/>
        <p:txBody>
          <a:bodyPr vert="horz" wrap="square" lIns="91440" tIns="45720" rIns="91440" bIns="45720" anchor="ctr" anchorCtr="0"/>
          <a:lstStyle/>
          <a:p>
            <a:pPr eaLnBrk="1" hangingPunct="1"/>
            <a:r>
              <a:rPr lang="en-US" altLang="en-US" dirty="0">
                <a:latin typeface="Times New Roman" panose="02020603050405020304" pitchFamily="18" charset="0"/>
                <a:sym typeface="+mn-ea"/>
              </a:rPr>
              <a:t>Chương I: Những quy định chung</a:t>
            </a:r>
            <a:endParaRPr lang="en-US" altLang="en-US" dirty="0"/>
          </a:p>
        </p:txBody>
      </p:sp>
      <p:sp>
        <p:nvSpPr>
          <p:cNvPr id="5122"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b="0" i="1" dirty="0">
                <a:latin typeface="Times New Roman" panose="02020603050405020304" pitchFamily="18" charset="0"/>
              </a:rPr>
              <a:t>Phạm vi điều chỉnh; </a:t>
            </a:r>
          </a:p>
          <a:p>
            <a:pPr algn="just"/>
            <a:r>
              <a:rPr lang="en-US" altLang="en-US" b="0" i="1" dirty="0">
                <a:latin typeface="Times New Roman" panose="02020603050405020304" pitchFamily="18" charset="0"/>
              </a:rPr>
              <a:t>Đối tượng áp dụng; </a:t>
            </a:r>
          </a:p>
          <a:p>
            <a:pPr algn="just"/>
            <a:r>
              <a:rPr lang="en-US" altLang="en-US" b="0" i="1" dirty="0">
                <a:latin typeface="Times New Roman" panose="02020603050405020304" pitchFamily="18" charset="0"/>
              </a:rPr>
              <a:t>Áp dụng Luật Giao dịch điện tử; </a:t>
            </a:r>
          </a:p>
          <a:p>
            <a:pPr algn="just"/>
            <a:r>
              <a:rPr lang="en-US" altLang="en-US" b="0" i="1" dirty="0">
                <a:latin typeface="Times New Roman" panose="02020603050405020304" pitchFamily="18" charset="0"/>
              </a:rPr>
              <a:t>Giải thích từ ngữ; </a:t>
            </a:r>
          </a:p>
          <a:p>
            <a:pPr algn="just"/>
            <a:r>
              <a:rPr lang="en-US" altLang="en-US" b="0" i="1" dirty="0">
                <a:latin typeface="Times New Roman" panose="02020603050405020304" pitchFamily="18" charset="0"/>
              </a:rPr>
              <a:t>Nguyên tắc chung tiến h</a:t>
            </a:r>
            <a:r>
              <a:rPr lang="en-US" altLang="en-US" b="0" i="1" dirty="0">
                <a:latin typeface="Times New Roman" panose="02020603050405020304" pitchFamily="18" charset="0"/>
                <a:ea typeface="Times New Roman" panose="02020603050405020304" pitchFamily="18" charset="0"/>
              </a:rPr>
              <a:t>à</a:t>
            </a:r>
            <a:r>
              <a:rPr lang="en-US" altLang="en-US" b="0" i="1" dirty="0">
                <a:latin typeface="Times New Roman" panose="02020603050405020304" pitchFamily="18" charset="0"/>
              </a:rPr>
              <a:t>nh giao dịch điện tử; </a:t>
            </a:r>
          </a:p>
          <a:p>
            <a:pPr algn="just"/>
            <a:r>
              <a:rPr lang="en-US" altLang="en-US" b="0" i="1" dirty="0">
                <a:latin typeface="Times New Roman" panose="02020603050405020304" pitchFamily="18" charset="0"/>
              </a:rPr>
              <a:t>Chính sách phát triển v</a:t>
            </a:r>
            <a:r>
              <a:rPr lang="en-US" altLang="en-US" b="0" i="1" dirty="0">
                <a:latin typeface="Times New Roman" panose="02020603050405020304" pitchFamily="18" charset="0"/>
                <a:ea typeface="Times New Roman" panose="02020603050405020304" pitchFamily="18" charset="0"/>
              </a:rPr>
              <a:t>à</a:t>
            </a:r>
            <a:r>
              <a:rPr lang="en-US" altLang="en-US" b="0" i="1" dirty="0">
                <a:latin typeface="Times New Roman" panose="02020603050405020304" pitchFamily="18" charset="0"/>
              </a:rPr>
              <a:t> ứng dụng giao dịch điện tử; </a:t>
            </a:r>
          </a:p>
          <a:p>
            <a:pPr algn="just"/>
            <a:r>
              <a:rPr lang="en-US" altLang="en-US" b="0" i="1" dirty="0">
                <a:latin typeface="Times New Roman" panose="02020603050405020304" pitchFamily="18" charset="0"/>
              </a:rPr>
              <a:t>Nội dung quản lý nh</a:t>
            </a:r>
            <a:r>
              <a:rPr lang="en-US" altLang="en-US" b="0" i="1" dirty="0">
                <a:latin typeface="Times New Roman" panose="02020603050405020304" pitchFamily="18" charset="0"/>
                <a:ea typeface="Times New Roman" panose="02020603050405020304" pitchFamily="18" charset="0"/>
              </a:rPr>
              <a:t>à</a:t>
            </a:r>
            <a:r>
              <a:rPr lang="en-US" altLang="en-US" b="0" i="1" dirty="0">
                <a:latin typeface="Times New Roman" panose="02020603050405020304" pitchFamily="18" charset="0"/>
              </a:rPr>
              <a:t> nước về hoạt động giao dịch điện tử; </a:t>
            </a:r>
          </a:p>
          <a:p>
            <a:pPr algn="just"/>
            <a:r>
              <a:rPr lang="en-US" altLang="en-US" b="0" i="1" dirty="0">
                <a:latin typeface="Times New Roman" panose="02020603050405020304" pitchFamily="18" charset="0"/>
              </a:rPr>
              <a:t>Trách nhiệm quản lý nh</a:t>
            </a:r>
            <a:r>
              <a:rPr lang="en-US" altLang="en-US" b="0" i="1" dirty="0">
                <a:latin typeface="Times New Roman" panose="02020603050405020304" pitchFamily="18" charset="0"/>
                <a:ea typeface="Times New Roman" panose="02020603050405020304" pitchFamily="18" charset="0"/>
              </a:rPr>
              <a:t>à</a:t>
            </a:r>
            <a:r>
              <a:rPr lang="en-US" altLang="en-US" b="0" i="1" dirty="0">
                <a:latin typeface="Times New Roman" panose="02020603050405020304" pitchFamily="18" charset="0"/>
              </a:rPr>
              <a:t> nước về hoạt động giao dịch điện tử; </a:t>
            </a:r>
          </a:p>
          <a:p>
            <a:pPr algn="just"/>
            <a:r>
              <a:rPr lang="en-US" altLang="en-US" b="0" i="1" dirty="0">
                <a:latin typeface="Times New Roman" panose="02020603050405020304" pitchFamily="18" charset="0"/>
              </a:rPr>
              <a:t>Các h</a:t>
            </a:r>
            <a:r>
              <a:rPr lang="en-US" altLang="en-US" b="0" i="1" dirty="0">
                <a:latin typeface="Times New Roman" panose="02020603050405020304" pitchFamily="18" charset="0"/>
                <a:ea typeface="Times New Roman" panose="02020603050405020304" pitchFamily="18" charset="0"/>
              </a:rPr>
              <a:t>à</a:t>
            </a:r>
            <a:r>
              <a:rPr lang="en-US" altLang="en-US" b="0" i="1" dirty="0">
                <a:latin typeface="Times New Roman" panose="02020603050405020304" pitchFamily="18" charset="0"/>
              </a:rPr>
              <a:t>nh vi bị nghiêm cấm trong giao dịch điện tử</a:t>
            </a:r>
            <a:endParaRPr lang="en-US" altLang="en-US" b="0" i="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p:cNvSpPr>
          <p:nvPr>
            <p:ph type="title"/>
          </p:nvPr>
        </p:nvSpPr>
        <p:spPr/>
        <p:txBody>
          <a:bodyPr vert="horz" wrap="square" lIns="91440" tIns="45720" rIns="91440" bIns="45720" anchor="ctr" anchorCtr="0"/>
          <a:lstStyle/>
          <a:p>
            <a:pPr eaLnBrk="1" hangingPunct="1"/>
            <a:r>
              <a:rPr lang="en-US" altLang="en-US" dirty="0">
                <a:solidFill>
                  <a:srgbClr val="FF0000"/>
                </a:solidFill>
                <a:latin typeface="Times New Roman" panose="02020603050405020304" pitchFamily="18" charset="0"/>
              </a:rPr>
              <a:t>Nội dung cơ bản - Chương 1</a:t>
            </a:r>
            <a:endParaRPr lang="en-US" altLang="en-US" dirty="0"/>
          </a:p>
        </p:txBody>
      </p:sp>
      <p:sp>
        <p:nvSpPr>
          <p:cNvPr id="6146"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b="0" dirty="0">
                <a:highlight>
                  <a:srgbClr val="FFFF00"/>
                </a:highlight>
                <a:latin typeface="Times New Roman" panose="02020603050405020304" pitchFamily="18" charset="0"/>
              </a:rPr>
              <a:t>Điều 1. Phạm vi điều chỉnh</a:t>
            </a:r>
          </a:p>
          <a:p>
            <a:pPr algn="just"/>
            <a:r>
              <a:rPr lang="en-US" altLang="en-US" b="0" dirty="0">
                <a:highlight>
                  <a:srgbClr val="FFFF00"/>
                </a:highlight>
                <a:latin typeface="Times New Roman" panose="02020603050405020304" pitchFamily="18" charset="0"/>
              </a:rPr>
              <a:t>1. Luật này </a:t>
            </a:r>
            <a:r>
              <a:rPr lang="en-US" altLang="en-US" dirty="0">
                <a:highlight>
                  <a:srgbClr val="FFFF00"/>
                </a:highlight>
                <a:latin typeface="Times New Roman" panose="02020603050405020304" pitchFamily="18" charset="0"/>
              </a:rPr>
              <a:t>quy định việc thực hiện </a:t>
            </a:r>
            <a:r>
              <a:rPr lang="en-US" altLang="en-US" dirty="0">
                <a:solidFill>
                  <a:srgbClr val="FF0000"/>
                </a:solidFill>
                <a:highlight>
                  <a:srgbClr val="FFFF00"/>
                </a:highlight>
                <a:latin typeface="Times New Roman" panose="02020603050405020304" pitchFamily="18" charset="0"/>
              </a:rPr>
              <a:t>giao dịch bằng phương tiện điện tử.</a:t>
            </a:r>
            <a:r>
              <a:rPr lang="en-US" altLang="en-US" b="0" dirty="0">
                <a:highlight>
                  <a:srgbClr val="FFFF00"/>
                </a:highlight>
                <a:latin typeface="Times New Roman" panose="02020603050405020304" pitchFamily="18" charset="0"/>
              </a:rPr>
              <a:t> </a:t>
            </a:r>
          </a:p>
          <a:p>
            <a:pPr algn="just"/>
            <a:r>
              <a:rPr lang="en-US" altLang="en-US" b="0" dirty="0">
                <a:highlight>
                  <a:srgbClr val="FFFF00"/>
                </a:highlight>
                <a:latin typeface="Times New Roman" panose="02020603050405020304" pitchFamily="18" charset="0"/>
              </a:rPr>
              <a:t>2. Luật này </a:t>
            </a:r>
            <a:r>
              <a:rPr lang="en-US" altLang="en-US" dirty="0">
                <a:solidFill>
                  <a:srgbClr val="FF0000"/>
                </a:solidFill>
                <a:highlight>
                  <a:srgbClr val="FFFF00"/>
                </a:highlight>
                <a:latin typeface="Times New Roman" panose="02020603050405020304" pitchFamily="18" charset="0"/>
              </a:rPr>
              <a:t>không</a:t>
            </a:r>
            <a:r>
              <a:rPr lang="en-US" altLang="en-US" dirty="0">
                <a:highlight>
                  <a:srgbClr val="FFFF00"/>
                </a:highlight>
                <a:latin typeface="Times New Roman" panose="02020603050405020304" pitchFamily="18" charset="0"/>
              </a:rPr>
              <a:t> quy định về nội dung, điều kiện, hình thức</a:t>
            </a:r>
            <a:r>
              <a:rPr lang="en-US" altLang="en-US" b="0" dirty="0">
                <a:highlight>
                  <a:srgbClr val="FFFF00"/>
                </a:highlight>
                <a:latin typeface="Times New Roman" panose="02020603050405020304" pitchFamily="18" charset="0"/>
              </a:rPr>
              <a:t> của giao dịch.</a:t>
            </a:r>
          </a:p>
          <a:p>
            <a:pPr algn="just"/>
            <a:endParaRPr lang="en-US" altLang="en-US" b="0" dirty="0">
              <a:highlight>
                <a:srgbClr val="FFFF00"/>
              </a:highlight>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sz="3600" b="0" dirty="0">
                <a:highlight>
                  <a:srgbClr val="FFFF00"/>
                </a:highlight>
                <a:latin typeface="Times New Roman" panose="02020603050405020304" pitchFamily="18" charset="0"/>
                <a:sym typeface="+mn-ea"/>
              </a:rPr>
              <a:t>3. Trường hợp luật khác quy định </a:t>
            </a:r>
            <a:r>
              <a:rPr lang="en-US" altLang="en-US" sz="3600" b="0" dirty="0">
                <a:highlight>
                  <a:srgbClr val="00FFFF"/>
                </a:highlight>
                <a:latin typeface="Times New Roman" panose="02020603050405020304" pitchFamily="18" charset="0"/>
                <a:sym typeface="+mn-ea"/>
              </a:rPr>
              <a:t>hoặc không quy định</a:t>
            </a:r>
            <a:r>
              <a:rPr lang="en-US" altLang="en-US" sz="3600" b="0" dirty="0">
                <a:highlight>
                  <a:srgbClr val="FFFF00"/>
                </a:highlight>
                <a:latin typeface="Times New Roman" panose="02020603050405020304" pitchFamily="18" charset="0"/>
                <a:sym typeface="+mn-ea"/>
              </a:rPr>
              <a:t> giao dịch </a:t>
            </a:r>
            <a:r>
              <a:rPr lang="en-US" altLang="en-US" sz="3600" b="0" dirty="0">
                <a:solidFill>
                  <a:srgbClr val="FF0000"/>
                </a:solidFill>
                <a:highlight>
                  <a:srgbClr val="FFFF00"/>
                </a:highlight>
                <a:latin typeface="Times New Roman" panose="02020603050405020304" pitchFamily="18" charset="0"/>
                <a:sym typeface="+mn-ea"/>
              </a:rPr>
              <a:t>được </a:t>
            </a:r>
            <a:r>
              <a:rPr lang="en-US" altLang="en-US" sz="3600" dirty="0">
                <a:solidFill>
                  <a:srgbClr val="FF0000"/>
                </a:solidFill>
                <a:highlight>
                  <a:srgbClr val="FFFF00"/>
                </a:highlight>
                <a:latin typeface="Times New Roman" panose="02020603050405020304" pitchFamily="18" charset="0"/>
                <a:sym typeface="+mn-ea"/>
              </a:rPr>
              <a:t>thực hiện bằng phương tiện điện tử </a:t>
            </a:r>
            <a:r>
              <a:rPr lang="en-US" altLang="en-US" sz="3600" b="0" dirty="0">
                <a:highlight>
                  <a:srgbClr val="FFFF00"/>
                </a:highlight>
                <a:latin typeface="Times New Roman" panose="02020603050405020304" pitchFamily="18" charset="0"/>
                <a:sym typeface="+mn-ea"/>
              </a:rPr>
              <a:t>thì được áp dụng theo quy định của Luật này. </a:t>
            </a:r>
          </a:p>
          <a:p>
            <a:r>
              <a:rPr lang="en-US" altLang="en-US" sz="3200" b="0" dirty="0">
                <a:highlight>
                  <a:srgbClr val="FFFF00"/>
                </a:highlight>
                <a:latin typeface="Times New Roman" panose="02020603050405020304" pitchFamily="18" charset="0"/>
                <a:sym typeface="+mn-ea"/>
              </a:rPr>
              <a:t>Trường hợp luật khác quy định </a:t>
            </a:r>
            <a:r>
              <a:rPr lang="en-US" altLang="en-US" sz="3200" dirty="0">
                <a:solidFill>
                  <a:srgbClr val="FF0000"/>
                </a:solidFill>
                <a:highlight>
                  <a:srgbClr val="FFFF00"/>
                </a:highlight>
                <a:latin typeface="Times New Roman" panose="02020603050405020304" pitchFamily="18" charset="0"/>
                <a:sym typeface="+mn-ea"/>
              </a:rPr>
              <a:t>không</a:t>
            </a:r>
            <a:r>
              <a:rPr lang="en-US" altLang="en-US" sz="3200" b="0" dirty="0">
                <a:solidFill>
                  <a:srgbClr val="FF0000"/>
                </a:solidFill>
                <a:highlight>
                  <a:srgbClr val="FFFF00"/>
                </a:highlight>
                <a:latin typeface="Times New Roman" panose="02020603050405020304" pitchFamily="18" charset="0"/>
                <a:sym typeface="+mn-ea"/>
              </a:rPr>
              <a:t> được thực hiện giao dịch bằng phương tiện điện tử</a:t>
            </a:r>
            <a:r>
              <a:rPr lang="en-US" altLang="en-US" sz="3200" b="0" dirty="0">
                <a:highlight>
                  <a:srgbClr val="FFFF00"/>
                </a:highlight>
                <a:latin typeface="Times New Roman" panose="02020603050405020304" pitchFamily="18" charset="0"/>
                <a:sym typeface="+mn-ea"/>
              </a:rPr>
              <a:t> thì thực hiện theo quy định của luật đó.</a:t>
            </a:r>
            <a:endParaRPr lang="en-US" altLang="en-US" sz="3200" b="0" dirty="0">
              <a:highlight>
                <a:srgbClr val="FFFF00"/>
              </a:highlight>
              <a:latin typeface="Times New Roman" panose="02020603050405020304" pitchFamily="18" charset="0"/>
            </a:endParaRPr>
          </a:p>
          <a:p>
            <a:endParaRPr lang="en-US" altLang="en-US" sz="3600" b="0" dirty="0">
              <a:highlight>
                <a:srgbClr val="FFFF00"/>
              </a:highlight>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Tân </a:t>
            </a:r>
            <a:r>
              <a:rPr lang="en-US" dirty="0" err="1"/>
              <a:t>chuyển</a:t>
            </a:r>
            <a:r>
              <a:rPr lang="en-US" dirty="0"/>
              <a:t> </a:t>
            </a:r>
            <a:r>
              <a:rPr lang="en-US" dirty="0" err="1"/>
              <a:t>cho</a:t>
            </a:r>
            <a:r>
              <a:rPr lang="en-US" dirty="0"/>
              <a:t> Phúc 3 </a:t>
            </a:r>
            <a:r>
              <a:rPr lang="en-US" dirty="0" err="1"/>
              <a:t>triệu</a:t>
            </a:r>
            <a:r>
              <a:rPr lang="en-US" dirty="0"/>
              <a:t> </a:t>
            </a:r>
            <a:r>
              <a:rPr lang="en-US" dirty="0" err="1"/>
              <a:t>tiền</a:t>
            </a:r>
            <a:r>
              <a:rPr lang="en-US" dirty="0"/>
              <a:t> </a:t>
            </a:r>
            <a:r>
              <a:rPr lang="en-US" dirty="0" err="1"/>
              <a:t>mua</a:t>
            </a:r>
            <a:r>
              <a:rPr lang="en-US" dirty="0"/>
              <a:t> </a:t>
            </a:r>
            <a:r>
              <a:rPr lang="en-US" dirty="0" err="1"/>
              <a:t>hàng</a:t>
            </a:r>
            <a:r>
              <a:rPr lang="en-US" dirty="0"/>
              <a:t>. </a:t>
            </a:r>
            <a:r>
              <a:rPr lang="en-US" dirty="0" err="1"/>
              <a:t>Có</a:t>
            </a:r>
            <a:r>
              <a:rPr lang="en-US" dirty="0"/>
              <a:t> 2 </a:t>
            </a:r>
            <a:r>
              <a:rPr lang="en-US" dirty="0" err="1"/>
              <a:t>cách</a:t>
            </a:r>
            <a:r>
              <a:rPr lang="en-US" dirty="0"/>
              <a:t>: </a:t>
            </a:r>
            <a:r>
              <a:rPr lang="en-US" dirty="0" err="1"/>
              <a:t>giao</a:t>
            </a:r>
            <a:r>
              <a:rPr lang="en-US" dirty="0"/>
              <a:t> </a:t>
            </a:r>
            <a:r>
              <a:rPr lang="en-US" dirty="0" err="1"/>
              <a:t>tiền</a:t>
            </a:r>
            <a:r>
              <a:rPr lang="en-US" dirty="0"/>
              <a:t> </a:t>
            </a:r>
            <a:r>
              <a:rPr lang="en-US" dirty="0" err="1"/>
              <a:t>trực</a:t>
            </a:r>
            <a:r>
              <a:rPr lang="en-US" dirty="0"/>
              <a:t> </a:t>
            </a:r>
            <a:r>
              <a:rPr lang="en-US" dirty="0" err="1"/>
              <a:t>tiếp</a:t>
            </a:r>
            <a:r>
              <a:rPr lang="en-US" dirty="0"/>
              <a:t> </a:t>
            </a:r>
            <a:r>
              <a:rPr lang="en-US" dirty="0" err="1"/>
              <a:t>và</a:t>
            </a:r>
            <a:r>
              <a:rPr lang="en-US" dirty="0"/>
              <a:t> </a:t>
            </a:r>
            <a:r>
              <a:rPr lang="en-US" dirty="0" err="1"/>
              <a:t>chuyển</a:t>
            </a:r>
            <a:r>
              <a:rPr lang="en-US" dirty="0"/>
              <a:t> </a:t>
            </a:r>
            <a:r>
              <a:rPr lang="en-US" dirty="0" err="1"/>
              <a:t>khoản</a:t>
            </a:r>
            <a:endParaRPr lang="en-US" dirty="0"/>
          </a:p>
          <a:p>
            <a:r>
              <a:rPr lang="en-US" dirty="0" err="1"/>
              <a:t>Nêu</a:t>
            </a:r>
            <a:r>
              <a:rPr lang="en-US" dirty="0"/>
              <a:t> </a:t>
            </a:r>
            <a:r>
              <a:rPr lang="en-US" dirty="0" err="1"/>
              <a:t>ưu</a:t>
            </a:r>
            <a:r>
              <a:rPr lang="en-US" dirty="0"/>
              <a:t> </a:t>
            </a:r>
            <a:r>
              <a:rPr lang="en-US" dirty="0" err="1"/>
              <a:t>điểm</a:t>
            </a:r>
            <a:r>
              <a:rPr lang="en-US" dirty="0"/>
              <a:t>, </a:t>
            </a:r>
            <a:r>
              <a:rPr lang="en-US" dirty="0" err="1"/>
              <a:t>nhược</a:t>
            </a:r>
            <a:r>
              <a:rPr lang="en-US" dirty="0"/>
              <a:t> </a:t>
            </a:r>
            <a:r>
              <a:rPr lang="en-US" dirty="0" err="1"/>
              <a:t>điểm</a:t>
            </a:r>
            <a:r>
              <a:rPr lang="en-US" dirty="0"/>
              <a:t> </a:t>
            </a:r>
            <a:r>
              <a:rPr lang="en-US" dirty="0" err="1"/>
              <a:t>từng</a:t>
            </a:r>
            <a:r>
              <a:rPr lang="en-US" dirty="0"/>
              <a:t> </a:t>
            </a:r>
            <a:r>
              <a:rPr lang="en-US" dirty="0" err="1"/>
              <a:t>phương</a:t>
            </a:r>
            <a:r>
              <a:rPr lang="en-US" dirty="0"/>
              <a:t> </a:t>
            </a:r>
            <a:r>
              <a:rPr lang="en-US" dirty="0" err="1"/>
              <a:t>thức</a:t>
            </a:r>
            <a:r>
              <a:rPr lang="en-US" dirty="0"/>
              <a:t>?</a:t>
            </a:r>
          </a:p>
          <a:p>
            <a:r>
              <a:rPr lang="en-US" dirty="0" err="1"/>
              <a:t>Luật</a:t>
            </a:r>
            <a:r>
              <a:rPr lang="en-US" dirty="0"/>
              <a:t> </a:t>
            </a:r>
            <a:r>
              <a:rPr lang="en-US" dirty="0" err="1"/>
              <a:t>nào</a:t>
            </a:r>
            <a:r>
              <a:rPr lang="en-US" dirty="0"/>
              <a:t> </a:t>
            </a:r>
            <a:r>
              <a:rPr lang="en-US" dirty="0" err="1"/>
              <a:t>sẽ</a:t>
            </a:r>
            <a:r>
              <a:rPr lang="en-US" dirty="0"/>
              <a:t> </a:t>
            </a:r>
            <a:r>
              <a:rPr lang="en-US" dirty="0" err="1"/>
              <a:t>điều</a:t>
            </a:r>
            <a:r>
              <a:rPr lang="en-US" dirty="0"/>
              <a:t> </a:t>
            </a:r>
            <a:r>
              <a:rPr lang="en-US" dirty="0" err="1"/>
              <a:t>chỉnh</a:t>
            </a:r>
            <a:r>
              <a:rPr lang="en-US"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highlight>
                  <a:srgbClr val="FFFF00"/>
                </a:highlight>
              </a:rPr>
              <a:t>Điều 2. Đối tượng áp dụng</a:t>
            </a:r>
          </a:p>
          <a:p>
            <a:r>
              <a:rPr lang="en-US">
                <a:highlight>
                  <a:srgbClr val="FFFF00"/>
                </a:highlight>
              </a:rPr>
              <a:t>Luật này áp dụng đối với cơ quan, tổ chức, cá nhân trực tiếp tham gia giao dịch điện tử hoặc có liên quan đến giao dịch điện tử.</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p:txBody>
          <a:bodyPr vert="horz" wrap="square" lIns="91440" tIns="45720" rIns="91440" bIns="45720" anchor="ctr" anchorCtr="0"/>
          <a:lstStyle/>
          <a:p>
            <a:pPr eaLnBrk="1" hangingPunct="1"/>
            <a:r>
              <a:rPr lang="en-US" altLang="en-US" dirty="0">
                <a:solidFill>
                  <a:srgbClr val="FF0000"/>
                </a:solidFill>
                <a:latin typeface="Times New Roman" panose="02020603050405020304" pitchFamily="18" charset="0"/>
              </a:rPr>
              <a:t>Nội dung cơ bản - Chương 1</a:t>
            </a:r>
            <a:endParaRPr lang="en-US" altLang="en-US" dirty="0"/>
          </a:p>
        </p:txBody>
      </p:sp>
      <p:sp>
        <p:nvSpPr>
          <p:cNvPr id="8194" name="Rectangle 3"/>
          <p:cNvSpPr>
            <a:spLocks noGrp="1"/>
          </p:cNvSpPr>
          <p:nvPr>
            <p:ph idx="1"/>
          </p:nvPr>
        </p:nvSpPr>
        <p:spPr>
          <a:xfrm>
            <a:off x="250825" y="1052513"/>
            <a:ext cx="8713788" cy="5905500"/>
          </a:xfrm>
        </p:spPr>
        <p:txBody>
          <a:bodyPr vert="horz" wrap="square" lIns="91440" tIns="45720" rIns="91440" bIns="45720" anchor="t" anchorCtr="0"/>
          <a:lstStyle/>
          <a:p>
            <a:pPr algn="just"/>
            <a:r>
              <a:rPr lang="en-US" altLang="en-US" sz="3200" dirty="0">
                <a:highlight>
                  <a:srgbClr val="FFFF00"/>
                </a:highlight>
                <a:latin typeface="Times New Roman" panose="02020603050405020304" pitchFamily="18" charset="0"/>
              </a:rPr>
              <a:t>Điều 6. </a:t>
            </a:r>
            <a:r>
              <a:rPr lang="en-US" altLang="en-US" sz="3200" dirty="0">
                <a:solidFill>
                  <a:srgbClr val="FF0000"/>
                </a:solidFill>
                <a:highlight>
                  <a:srgbClr val="FFFF00"/>
                </a:highlight>
                <a:latin typeface="Times New Roman" panose="02020603050405020304" pitchFamily="18" charset="0"/>
              </a:rPr>
              <a:t>Các hành vi bị nghiêm cấm trong giao dịch điện tử</a:t>
            </a:r>
            <a:endParaRPr lang="en-US" altLang="en-US" sz="3200" dirty="0">
              <a:highlight>
                <a:srgbClr val="FFFF00"/>
              </a:highlight>
              <a:latin typeface="Times New Roman" panose="02020603050405020304" pitchFamily="18" charset="0"/>
            </a:endParaRPr>
          </a:p>
          <a:p>
            <a:pPr algn="just"/>
            <a:r>
              <a:rPr lang="en-US" altLang="en-US" sz="3200" dirty="0">
                <a:highlight>
                  <a:srgbClr val="FFFF00"/>
                </a:highlight>
                <a:latin typeface="Times New Roman" panose="02020603050405020304" pitchFamily="18" charset="0"/>
              </a:rPr>
              <a:t>1. </a:t>
            </a:r>
            <a:r>
              <a:rPr lang="en-US" altLang="en-US" sz="3200" dirty="0">
                <a:highlight>
                  <a:srgbClr val="FFFF00"/>
                </a:highlight>
                <a:latin typeface="Times New Roman" panose="02020603050405020304" pitchFamily="18" charset="0"/>
                <a:hlinkClick r:id="rId3" action="ppaction://hlinkfile"/>
              </a:rPr>
              <a:t>Lợi dụng giao dịch điện tử xâm phạm đến lợi ích quốc gia, dân tộc, an ninh quốc gia, trật tự, an toàn xã hội, lợi ích công cộng, quyền và lợi ích hợp pháp của cơ quan, tổ chức, cá nhân.</a:t>
            </a:r>
            <a:endParaRPr lang="en-US" altLang="en-US" sz="3200" dirty="0">
              <a:highlight>
                <a:srgbClr val="FFFF00"/>
              </a:highlight>
              <a:latin typeface="Times New Roman" panose="02020603050405020304" pitchFamily="18" charset="0"/>
            </a:endParaRPr>
          </a:p>
          <a:p>
            <a:pPr algn="just"/>
            <a:r>
              <a:rPr lang="en-US" altLang="en-US" sz="3200" dirty="0">
                <a:highlight>
                  <a:srgbClr val="FFFF00"/>
                </a:highlight>
                <a:latin typeface="Times New Roman" panose="02020603050405020304" pitchFamily="18" charset="0"/>
              </a:rPr>
              <a:t>2. Cản trở hoặc ngăn chặn trái pháp luật quá trình tạo ra, gửi, nhận, lưu trữ thông điệp dữ liệu hoặc có hành vi khác nhằm phá hoại hệ thống thông tin phục vụ giao dịch điện tử.</a:t>
            </a:r>
          </a:p>
          <a:p>
            <a:pPr algn="just"/>
            <a:endParaRPr lang="en-US" altLang="en-US" sz="3200" dirty="0">
              <a:highlight>
                <a:srgbClr val="FFFF00"/>
              </a:highlight>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altLang="en-US" dirty="0">
                <a:highlight>
                  <a:srgbClr val="FFFF00"/>
                </a:highlight>
                <a:latin typeface="Times New Roman" panose="02020603050405020304" pitchFamily="18" charset="0"/>
                <a:sym typeface="+mn-ea"/>
              </a:rPr>
              <a:t>Điều 6. </a:t>
            </a:r>
            <a:r>
              <a:rPr lang="en-US" altLang="en-US" dirty="0">
                <a:solidFill>
                  <a:srgbClr val="FF0000"/>
                </a:solidFill>
                <a:highlight>
                  <a:srgbClr val="FFFF00"/>
                </a:highlight>
                <a:latin typeface="Times New Roman" panose="02020603050405020304" pitchFamily="18" charset="0"/>
                <a:sym typeface="+mn-ea"/>
              </a:rPr>
              <a:t>Các hành vi bị nghiêm cấm trong giao dịch điện tử</a:t>
            </a:r>
          </a:p>
          <a:p>
            <a:pPr algn="just"/>
            <a:r>
              <a:rPr lang="en-US" altLang="en-US" dirty="0">
                <a:highlight>
                  <a:srgbClr val="FFFF00"/>
                </a:highlight>
                <a:latin typeface="Times New Roman" panose="02020603050405020304" pitchFamily="18" charset="0"/>
                <a:sym typeface="+mn-ea"/>
              </a:rPr>
              <a:t>3. Thu thập, cung cấp, sử dụng, tiết lộ, hiển thị, phát tán, kinh doanh trái pháp luật thông điệp dữ liệu.</a:t>
            </a:r>
            <a:endParaRPr lang="en-US" altLang="en-US" dirty="0">
              <a:highlight>
                <a:srgbClr val="FFFF00"/>
              </a:highlight>
              <a:latin typeface="Times New Roman" panose="02020603050405020304" pitchFamily="18" charset="0"/>
            </a:endParaRPr>
          </a:p>
          <a:p>
            <a:pPr algn="just"/>
            <a:r>
              <a:rPr lang="en-US" altLang="en-US" dirty="0">
                <a:highlight>
                  <a:srgbClr val="FFFF00"/>
                </a:highlight>
                <a:latin typeface="Times New Roman" panose="02020603050405020304" pitchFamily="18" charset="0"/>
                <a:sym typeface="+mn-ea"/>
              </a:rPr>
              <a:t>4. Giả mạo, làm sai lệch hoặc xóa, hủy, sao chép, di chuyển trái pháp luật một phần hoặc toàn bộ thông điệp dữ liệu.</a:t>
            </a:r>
            <a:endParaRPr lang="en-US" altLang="en-US" dirty="0">
              <a:highlight>
                <a:srgbClr val="FFFF00"/>
              </a:highlight>
              <a:latin typeface="Times New Roman" panose="02020603050405020304" pitchFamily="18" charset="0"/>
            </a:endParaRPr>
          </a:p>
          <a:p>
            <a:pPr algn="just"/>
            <a:r>
              <a:rPr lang="en-US" altLang="en-US" dirty="0">
                <a:highlight>
                  <a:srgbClr val="FFFF00"/>
                </a:highlight>
                <a:latin typeface="Times New Roman" panose="02020603050405020304" pitchFamily="18" charset="0"/>
                <a:sym typeface="+mn-ea"/>
              </a:rPr>
              <a:t>5. Tạo ra thông điệp dữ liệu nhằm thực hiện hành vi trái pháp luật. </a:t>
            </a:r>
          </a:p>
          <a:p>
            <a:pPr lvl="1" algn="just"/>
            <a:r>
              <a:rPr lang="en-US" altLang="en-US" dirty="0" err="1">
                <a:highlight>
                  <a:srgbClr val="FFFF00"/>
                </a:highlight>
                <a:latin typeface="Times New Roman" panose="02020603050405020304" pitchFamily="18" charset="0"/>
                <a:sym typeface="+mn-ea"/>
              </a:rPr>
              <a:t>Vd</a:t>
            </a:r>
            <a:r>
              <a:rPr lang="en-US" altLang="en-US" dirty="0">
                <a:highlight>
                  <a:srgbClr val="FFFF00"/>
                </a:highlight>
                <a:latin typeface="Times New Roman" panose="02020603050405020304" pitchFamily="18" charset="0"/>
                <a:sym typeface="+mn-ea"/>
              </a:rPr>
              <a:t>: video AI </a:t>
            </a:r>
            <a:r>
              <a:rPr lang="en-US" altLang="en-US" dirty="0" err="1">
                <a:highlight>
                  <a:srgbClr val="FFFF00"/>
                </a:highlight>
                <a:latin typeface="Times New Roman" panose="02020603050405020304" pitchFamily="18" charset="0"/>
                <a:sym typeface="+mn-ea"/>
              </a:rPr>
              <a:t>cổ</a:t>
            </a:r>
            <a:r>
              <a:rPr lang="en-US" altLang="en-US" dirty="0">
                <a:highlight>
                  <a:srgbClr val="FFFF00"/>
                </a:highlight>
                <a:latin typeface="Times New Roman" panose="02020603050405020304" pitchFamily="18" charset="0"/>
                <a:sym typeface="+mn-ea"/>
              </a:rPr>
              <a:t> </a:t>
            </a:r>
            <a:r>
              <a:rPr lang="en-US" altLang="en-US" dirty="0" err="1">
                <a:highlight>
                  <a:srgbClr val="FFFF00"/>
                </a:highlight>
                <a:latin typeface="Times New Roman" panose="02020603050405020304" pitchFamily="18" charset="0"/>
                <a:sym typeface="+mn-ea"/>
              </a:rPr>
              <a:t>vũ</a:t>
            </a:r>
            <a:r>
              <a:rPr lang="en-US" altLang="en-US" dirty="0">
                <a:highlight>
                  <a:srgbClr val="FFFF00"/>
                </a:highlight>
                <a:latin typeface="Times New Roman" panose="02020603050405020304" pitchFamily="18" charset="0"/>
                <a:sym typeface="+mn-ea"/>
              </a:rPr>
              <a:t> </a:t>
            </a:r>
            <a:r>
              <a:rPr lang="en-US" altLang="en-US" dirty="0" err="1">
                <a:highlight>
                  <a:srgbClr val="FFFF00"/>
                </a:highlight>
                <a:latin typeface="Times New Roman" panose="02020603050405020304" pitchFamily="18" charset="0"/>
                <a:sym typeface="+mn-ea"/>
              </a:rPr>
              <a:t>hành</a:t>
            </a:r>
            <a:r>
              <a:rPr lang="en-US" altLang="en-US" dirty="0">
                <a:highlight>
                  <a:srgbClr val="FFFF00"/>
                </a:highlight>
                <a:latin typeface="Times New Roman" panose="02020603050405020304" pitchFamily="18" charset="0"/>
                <a:sym typeface="+mn-ea"/>
              </a:rPr>
              <a:t> vi </a:t>
            </a:r>
            <a:r>
              <a:rPr lang="en-US" altLang="en-US" dirty="0" err="1">
                <a:highlight>
                  <a:srgbClr val="FFFF00"/>
                </a:highlight>
                <a:latin typeface="Times New Roman" panose="02020603050405020304" pitchFamily="18" charset="0"/>
                <a:sym typeface="+mn-ea"/>
              </a:rPr>
              <a:t>trái</a:t>
            </a:r>
            <a:r>
              <a:rPr lang="en-US" altLang="en-US" dirty="0">
                <a:highlight>
                  <a:srgbClr val="FFFF00"/>
                </a:highlight>
                <a:latin typeface="Times New Roman" panose="02020603050405020304" pitchFamily="18" charset="0"/>
                <a:sym typeface="+mn-ea"/>
              </a:rPr>
              <a:t> </a:t>
            </a:r>
            <a:r>
              <a:rPr lang="en-US" altLang="en-US" dirty="0" err="1">
                <a:highlight>
                  <a:srgbClr val="FFFF00"/>
                </a:highlight>
                <a:latin typeface="Times New Roman" panose="02020603050405020304" pitchFamily="18" charset="0"/>
                <a:sym typeface="+mn-ea"/>
              </a:rPr>
              <a:t>pháp</a:t>
            </a:r>
            <a:r>
              <a:rPr lang="en-US" altLang="en-US" dirty="0">
                <a:highlight>
                  <a:srgbClr val="FFFF00"/>
                </a:highlight>
                <a:latin typeface="Times New Roman" panose="02020603050405020304" pitchFamily="18" charset="0"/>
                <a:sym typeface="+mn-ea"/>
              </a:rPr>
              <a:t> </a:t>
            </a:r>
            <a:r>
              <a:rPr lang="en-US" altLang="en-US" dirty="0" err="1">
                <a:highlight>
                  <a:srgbClr val="FFFF00"/>
                </a:highlight>
                <a:latin typeface="Times New Roman" panose="02020603050405020304" pitchFamily="18" charset="0"/>
                <a:sym typeface="+mn-ea"/>
              </a:rPr>
              <a:t>luật</a:t>
            </a:r>
            <a:r>
              <a:rPr lang="en-US" altLang="en-US" dirty="0">
                <a:highlight>
                  <a:srgbClr val="FFFF00"/>
                </a:highlight>
                <a:latin typeface="Times New Roman" panose="02020603050405020304" pitchFamily="18" charset="0"/>
                <a:sym typeface="+mn-ea"/>
              </a:rPr>
              <a:t>.</a:t>
            </a:r>
            <a:endParaRPr lang="en-US" altLang="en-US" dirty="0">
              <a:highlight>
                <a:srgbClr val="FFFF00"/>
              </a:highlight>
              <a:latin typeface="Times New Roman" panose="02020603050405020304" pitchFamily="18" charset="0"/>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altLang="en-US" dirty="0">
                <a:highlight>
                  <a:srgbClr val="FFFF00"/>
                </a:highlight>
                <a:latin typeface="Times New Roman" panose="02020603050405020304" pitchFamily="18" charset="0"/>
                <a:sym typeface="+mn-ea"/>
              </a:rPr>
              <a:t>Điều 6. </a:t>
            </a:r>
            <a:r>
              <a:rPr lang="en-US" altLang="en-US" dirty="0">
                <a:solidFill>
                  <a:srgbClr val="FF0000"/>
                </a:solidFill>
                <a:highlight>
                  <a:srgbClr val="FFFF00"/>
                </a:highlight>
                <a:latin typeface="Times New Roman" panose="02020603050405020304" pitchFamily="18" charset="0"/>
                <a:sym typeface="+mn-ea"/>
              </a:rPr>
              <a:t>Các hành vi bị nghiêm cấm trong giao dịch điện tử</a:t>
            </a:r>
          </a:p>
          <a:p>
            <a:pPr algn="just"/>
            <a:r>
              <a:rPr lang="en-US" altLang="en-US" dirty="0">
                <a:highlight>
                  <a:srgbClr val="FFFF00"/>
                </a:highlight>
                <a:latin typeface="Times New Roman" panose="02020603050405020304" pitchFamily="18" charset="0"/>
                <a:sym typeface="+mn-ea"/>
              </a:rPr>
              <a:t>6. Gian lận, giả mạo, chiếm đoạt hoặc sử dụng trái pháp luật tài khoản giao dịch điện tử, chứng thư điện tử, chứng thư chữ ký điện tử, chữ ký điện tử.</a:t>
            </a:r>
            <a:endParaRPr lang="en-US" altLang="en-US" dirty="0">
              <a:highlight>
                <a:srgbClr val="FFFF00"/>
              </a:highlight>
              <a:latin typeface="Times New Roman" panose="02020603050405020304" pitchFamily="18" charset="0"/>
            </a:endParaRPr>
          </a:p>
          <a:p>
            <a:pPr algn="just"/>
            <a:r>
              <a:rPr lang="en-US" altLang="en-US" dirty="0">
                <a:highlight>
                  <a:srgbClr val="FFFF00"/>
                </a:highlight>
                <a:latin typeface="Times New Roman" panose="02020603050405020304" pitchFamily="18" charset="0"/>
                <a:sym typeface="+mn-ea"/>
              </a:rPr>
              <a:t>7. Cản trở việc lựa chọn thực hiện giao dịch điện tử.</a:t>
            </a:r>
            <a:endParaRPr lang="en-US" altLang="en-US" dirty="0">
              <a:highlight>
                <a:srgbClr val="FFFF00"/>
              </a:highlight>
              <a:latin typeface="Times New Roman" panose="02020603050405020304" pitchFamily="18" charset="0"/>
            </a:endParaRPr>
          </a:p>
          <a:p>
            <a:pPr algn="just"/>
            <a:r>
              <a:rPr lang="en-US" altLang="en-US" dirty="0">
                <a:highlight>
                  <a:srgbClr val="FFFF00"/>
                </a:highlight>
                <a:latin typeface="Times New Roman" panose="02020603050405020304" pitchFamily="18" charset="0"/>
                <a:sym typeface="+mn-ea"/>
              </a:rPr>
              <a:t>8. Hành vi khác bị nghiêm cấm theo quy định của luật.</a:t>
            </a:r>
            <a:endParaRPr lang="en-US" altLang="en-US" dirty="0">
              <a:highlight>
                <a:srgbClr val="FFFF00"/>
              </a:highlight>
              <a:latin typeface="Times New Roman" panose="02020603050405020304" pitchFamily="18" charset="0"/>
            </a:endParaRPr>
          </a:p>
          <a:p>
            <a:endParaRPr lang="en-US"/>
          </a:p>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a:p>
          <a:p>
            <a:pPr marL="0" indent="0" algn="ctr">
              <a:buNone/>
            </a:pPr>
            <a:endParaRPr lang="en-US"/>
          </a:p>
          <a:p>
            <a:pPr marL="0" indent="0" algn="ctr">
              <a:buNone/>
            </a:pPr>
            <a:r>
              <a:rPr lang="en-US"/>
              <a:t>Chương II</a:t>
            </a:r>
          </a:p>
          <a:p>
            <a:pPr marL="0" indent="0" algn="ctr">
              <a:buNone/>
            </a:pPr>
            <a:r>
              <a:rPr lang="en-US"/>
              <a:t>THÔNG ĐIỆP DỮ LIỆU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p:cNvSpPr>
          <p:nvPr>
            <p:ph type="title"/>
          </p:nvPr>
        </p:nvSpPr>
        <p:spPr/>
        <p:txBody>
          <a:bodyPr vert="horz" wrap="square" lIns="91440" tIns="45720" rIns="91440" bIns="45720" anchor="ctr" anchorCtr="0"/>
          <a:lstStyle/>
          <a:p>
            <a:pPr eaLnBrk="1" hangingPunct="1"/>
            <a:r>
              <a:rPr lang="en-US" altLang="en-US" dirty="0">
                <a:highlight>
                  <a:srgbClr val="000080"/>
                </a:highlight>
                <a:latin typeface="Times New Roman" panose="02020603050405020304" pitchFamily="18" charset="0"/>
                <a:sym typeface="+mn-ea"/>
              </a:rPr>
              <a:t>Chương II: Thông điệp dữ liệu</a:t>
            </a:r>
          </a:p>
        </p:txBody>
      </p:sp>
      <p:sp>
        <p:nvSpPr>
          <p:cNvPr id="9218"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vi-VN" altLang="en-US" sz="4800" b="0" dirty="0">
                <a:highlight>
                  <a:srgbClr val="FFFF00"/>
                </a:highlight>
                <a:latin typeface="Times New Roman" panose="02020603050405020304" pitchFamily="18" charset="0"/>
              </a:rPr>
              <a:t>Thông điệp dữ liệu là thông tin được tạo ra, được </a:t>
            </a:r>
            <a:r>
              <a:rPr lang="vi-VN" altLang="en-US" sz="4800" u="sng" dirty="0">
                <a:highlight>
                  <a:srgbClr val="FFFF00"/>
                </a:highlight>
                <a:latin typeface="Times New Roman" panose="02020603050405020304" pitchFamily="18" charset="0"/>
              </a:rPr>
              <a:t>gửi</a:t>
            </a:r>
            <a:r>
              <a:rPr lang="vi-VN" altLang="en-US" sz="4800" b="0" dirty="0">
                <a:highlight>
                  <a:srgbClr val="FFFF00"/>
                </a:highlight>
                <a:latin typeface="Times New Roman" panose="02020603050405020304" pitchFamily="18" charset="0"/>
              </a:rPr>
              <a:t>, được nhận, được </a:t>
            </a:r>
            <a:r>
              <a:rPr lang="vi-VN" altLang="en-US" sz="4800" u="sng" dirty="0">
                <a:highlight>
                  <a:srgbClr val="FFFF00"/>
                </a:highlight>
                <a:latin typeface="Times New Roman" panose="02020603050405020304" pitchFamily="18" charset="0"/>
              </a:rPr>
              <a:t>lưu trữ </a:t>
            </a:r>
            <a:r>
              <a:rPr lang="vi-VN" altLang="en-US" sz="4800" b="0" dirty="0">
                <a:highlight>
                  <a:srgbClr val="FFFF00"/>
                </a:highlight>
                <a:latin typeface="Times New Roman" panose="02020603050405020304" pitchFamily="18" charset="0"/>
              </a:rPr>
              <a:t>bằng phương tiện điện tử.</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p:cNvSpPr>
          <p:nvPr>
            <p:ph type="title"/>
          </p:nvPr>
        </p:nvSpPr>
        <p:spPr/>
        <p:txBody>
          <a:bodyPr vert="horz" wrap="square" lIns="91440" tIns="45720" rIns="91440" bIns="45720" anchor="ctr" anchorCtr="0"/>
          <a:lstStyle/>
          <a:p>
            <a:pPr eaLnBrk="1" hangingPunct="1"/>
            <a:r>
              <a:rPr lang="en-US" altLang="en-US" dirty="0">
                <a:solidFill>
                  <a:srgbClr val="FF0000"/>
                </a:solidFill>
                <a:latin typeface="Times New Roman" panose="02020603050405020304" pitchFamily="18" charset="0"/>
              </a:rPr>
              <a:t>Nội dung cơ bản - Chương 2</a:t>
            </a:r>
            <a:endParaRPr lang="en-US" altLang="en-US" dirty="0"/>
          </a:p>
        </p:txBody>
      </p:sp>
      <p:sp>
        <p:nvSpPr>
          <p:cNvPr id="10242" name="Rectangle 3"/>
          <p:cNvSpPr>
            <a:spLocks noGrp="1"/>
          </p:cNvSpPr>
          <p:nvPr>
            <p:ph idx="1"/>
          </p:nvPr>
        </p:nvSpPr>
        <p:spPr>
          <a:xfrm>
            <a:off x="250825" y="1392238"/>
            <a:ext cx="8713788" cy="4852987"/>
          </a:xfrm>
        </p:spPr>
        <p:txBody>
          <a:bodyPr vert="horz" wrap="square" lIns="91440" tIns="45720" rIns="91440" bIns="45720" anchor="t" anchorCtr="0"/>
          <a:lstStyle/>
          <a:p>
            <a:pPr marL="0" indent="0" algn="just">
              <a:buNone/>
            </a:pPr>
            <a:r>
              <a:rPr lang="en-US" altLang="vi-VN" sz="3200" b="0" dirty="0">
                <a:highlight>
                  <a:srgbClr val="FFFF00"/>
                </a:highlight>
                <a:latin typeface="Times New Roman" panose="02020603050405020304" pitchFamily="18" charset="0"/>
              </a:rPr>
              <a:t>Điều 7. Hình thức thể hiện của thông điệp dữ liệu</a:t>
            </a:r>
          </a:p>
          <a:p>
            <a:pPr marL="0" indent="0" algn="just">
              <a:buNone/>
            </a:pPr>
            <a:r>
              <a:rPr lang="en-US" altLang="vi-VN" sz="3200" b="0" dirty="0">
                <a:highlight>
                  <a:srgbClr val="FFFF00"/>
                </a:highlight>
                <a:latin typeface="Times New Roman" panose="02020603050405020304" pitchFamily="18" charset="0"/>
              </a:rPr>
              <a:t>1. Thông điệp dữ liệu được thể hiện dưới hình thức </a:t>
            </a:r>
            <a:r>
              <a:rPr lang="en-US" altLang="vi-VN" sz="3200" b="0" dirty="0">
                <a:solidFill>
                  <a:srgbClr val="FF0000"/>
                </a:solidFill>
                <a:highlight>
                  <a:srgbClr val="FFFF00"/>
                </a:highlight>
                <a:latin typeface="Times New Roman" panose="02020603050405020304" pitchFamily="18" charset="0"/>
              </a:rPr>
              <a:t>văn bản điện tử, tài liệu điện tử, chứng thư điện tử, chứng từ điện tử, hợp đồng điện tử, thư điện tử, điện tín, điện báo, fax </a:t>
            </a:r>
            <a:r>
              <a:rPr lang="en-US" altLang="vi-VN" sz="3200" b="0" dirty="0">
                <a:highlight>
                  <a:srgbClr val="FFFF00"/>
                </a:highlight>
                <a:latin typeface="Times New Roman" panose="02020603050405020304" pitchFamily="18" charset="0"/>
              </a:rPr>
              <a:t>và hình thức trao đổi dữ liệu điện tử khác theo quy định của pháp luật.</a:t>
            </a:r>
          </a:p>
          <a:p>
            <a:pPr marL="0" indent="0" algn="just">
              <a:buNone/>
            </a:pPr>
            <a:r>
              <a:rPr lang="en-US" altLang="vi-VN" sz="3200" b="0" dirty="0">
                <a:highlight>
                  <a:srgbClr val="FFFF00"/>
                </a:highlight>
                <a:latin typeface="Times New Roman" panose="02020603050405020304" pitchFamily="18" charset="0"/>
              </a:rPr>
              <a:t>2. Thông điệp dữ liệu được tạo ra, phát sinh </a:t>
            </a:r>
            <a:r>
              <a:rPr lang="en-US" altLang="vi-VN" sz="3200" b="0" dirty="0">
                <a:solidFill>
                  <a:srgbClr val="FF0000"/>
                </a:solidFill>
                <a:highlight>
                  <a:srgbClr val="FFFF00"/>
                </a:highlight>
                <a:latin typeface="Times New Roman" panose="02020603050405020304" pitchFamily="18" charset="0"/>
              </a:rPr>
              <a:t>trong quá trình giao dịch hoặc được chuyển đổi từ văn bản giấy</a:t>
            </a:r>
            <a:r>
              <a:rPr lang="en-US" altLang="vi-VN" sz="3200" b="0" dirty="0">
                <a:highlight>
                  <a:srgbClr val="FFFF00"/>
                </a:highlight>
                <a:latin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p:txBody>
          <a:bodyPr vert="horz" wrap="square" lIns="91440" tIns="45720" rIns="91440" bIns="45720" anchor="ctr" anchorCtr="0"/>
          <a:lstStyle/>
          <a:p>
            <a:pPr eaLnBrk="1" hangingPunct="1"/>
            <a:r>
              <a:rPr lang="en-US" altLang="en-US" dirty="0">
                <a:solidFill>
                  <a:srgbClr val="FF0000"/>
                </a:solidFill>
                <a:latin typeface="Times New Roman" panose="02020603050405020304" pitchFamily="18" charset="0"/>
              </a:rPr>
              <a:t>Nội dung cơ bản - Chương 2</a:t>
            </a:r>
            <a:endParaRPr lang="en-US" altLang="en-US" dirty="0"/>
          </a:p>
        </p:txBody>
      </p:sp>
      <p:sp>
        <p:nvSpPr>
          <p:cNvPr id="12290"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sz="4000" b="0" dirty="0">
                <a:solidFill>
                  <a:srgbClr val="FF0000"/>
                </a:solidFill>
                <a:highlight>
                  <a:srgbClr val="FFFF00"/>
                </a:highlight>
                <a:latin typeface="Times New Roman" panose="02020603050405020304" pitchFamily="18" charset="0"/>
              </a:rPr>
              <a:t>Điều 8. Giá trị pháp lý của thông điệp dữ liệu</a:t>
            </a:r>
          </a:p>
          <a:p>
            <a:pPr algn="just"/>
            <a:r>
              <a:rPr lang="en-US" altLang="en-US" sz="4000" b="0" dirty="0">
                <a:latin typeface="Times New Roman" panose="02020603050405020304" pitchFamily="18" charset="0"/>
              </a:rPr>
              <a:t>Thông tin trong thông điệp dữ liệu không bị phủ nhận giá trị pháp lý chỉ vì thông tin đó được thể hiện dưới dạng thông điệp dữ liệu.</a:t>
            </a:r>
          </a:p>
          <a:p>
            <a:pPr algn="just"/>
            <a:endParaRPr lang="en-US" altLang="en-US" sz="4000" b="0" dirty="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altLang="en-US" sz="4000" b="0" dirty="0">
                <a:solidFill>
                  <a:srgbClr val="FF0000"/>
                </a:solidFill>
                <a:highlight>
                  <a:srgbClr val="FFFF00"/>
                </a:highlight>
                <a:latin typeface="Times New Roman" panose="02020603050405020304" pitchFamily="18" charset="0"/>
                <a:sym typeface="+mn-ea"/>
              </a:rPr>
              <a:t>Giá trị pháp lý của thông điệp dữ liệu NHƯ VĂN BẢN BẢN GIẤY (Trừ  khi pháp luật có quy định khác)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vi-VN" altLang="en-US"/>
              <a:t>Nhóm 4107</a:t>
            </a:r>
          </a:p>
          <a:p>
            <a:r>
              <a:rPr lang="vi-VN" altLang="en-US"/>
              <a:t>Dịch vụ công nghệ TT: Nếu định nghĩa --&gt; Nên lấy thêm ví dụ chứng minh</a:t>
            </a:r>
          </a:p>
          <a:p>
            <a:r>
              <a:rPr lang="vi-VN" altLang="en-US"/>
              <a:t>Hạn chế sử dụng điện thoại khi TT</a:t>
            </a:r>
          </a:p>
          <a:p>
            <a:r>
              <a:rPr lang="vi-VN" altLang="en-US"/>
              <a:t>Chữ nhỏ (ở mục ưu điểm, nhược điểm)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p:cNvSpPr>
          <p:nvPr>
            <p:ph type="title"/>
          </p:nvPr>
        </p:nvSpPr>
        <p:spPr/>
        <p:txBody>
          <a:bodyPr vert="horz" wrap="square" lIns="91440" tIns="45720" rIns="91440" bIns="45720" anchor="ctr" anchorCtr="0"/>
          <a:lstStyle/>
          <a:p>
            <a:pPr eaLnBrk="1" hangingPunct="1"/>
            <a:r>
              <a:rPr lang="en-US" altLang="en-US" dirty="0">
                <a:solidFill>
                  <a:srgbClr val="FF0000"/>
                </a:solidFill>
                <a:latin typeface="Times New Roman" panose="02020603050405020304" pitchFamily="18" charset="0"/>
              </a:rPr>
              <a:t>Nội dung cơ bản - Chương 2</a:t>
            </a:r>
            <a:endParaRPr lang="en-US" altLang="en-US" dirty="0"/>
          </a:p>
        </p:txBody>
      </p:sp>
      <p:sp>
        <p:nvSpPr>
          <p:cNvPr id="13314" name="Rectangle 3"/>
          <p:cNvSpPr>
            <a:spLocks noGrp="1"/>
          </p:cNvSpPr>
          <p:nvPr>
            <p:ph idx="1"/>
          </p:nvPr>
        </p:nvSpPr>
        <p:spPr>
          <a:xfrm>
            <a:off x="250825" y="1392238"/>
            <a:ext cx="8713788" cy="4852987"/>
          </a:xfrm>
        </p:spPr>
        <p:txBody>
          <a:bodyPr vert="horz" wrap="square" lIns="91440" tIns="45720" rIns="91440" bIns="45720" anchor="t" anchorCtr="0"/>
          <a:lstStyle/>
          <a:p>
            <a:pPr algn="just"/>
            <a:r>
              <a:rPr lang="en-US" altLang="en-US" b="0" dirty="0">
                <a:highlight>
                  <a:srgbClr val="FFFF00"/>
                </a:highlight>
                <a:latin typeface="Times New Roman" panose="02020603050405020304" pitchFamily="18" charset="0"/>
              </a:rPr>
              <a:t>Điều 10. Thông điệp dữ liệu có giá trị như bản gốc </a:t>
            </a:r>
          </a:p>
          <a:p>
            <a:pPr algn="just"/>
            <a:r>
              <a:rPr lang="en-US" altLang="en-US" b="0" dirty="0">
                <a:highlight>
                  <a:srgbClr val="FFFF00"/>
                </a:highlight>
                <a:latin typeface="Times New Roman" panose="02020603050405020304" pitchFamily="18" charset="0"/>
              </a:rPr>
              <a:t>Thông điệp dữ liệu được sử dụng và có giá trị như bản gốc khi đáp ứng đủ các yêu cầu sau đây:</a:t>
            </a:r>
          </a:p>
          <a:p>
            <a:pPr algn="just"/>
            <a:r>
              <a:rPr lang="en-US" altLang="en-US" b="0" dirty="0">
                <a:highlight>
                  <a:srgbClr val="FFFF00"/>
                </a:highlight>
                <a:latin typeface="Times New Roman" panose="02020603050405020304" pitchFamily="18" charset="0"/>
              </a:rPr>
              <a:t>1. Thông tin trong thông điệp dữ liệu được bảo đảm toàn vẹn kể từ khi được khởi tạo lần đầu tiên dưới dạng một thông điệp dữ liệu hoàn chỉnh. </a:t>
            </a:r>
          </a:p>
          <a:p>
            <a:pPr algn="just"/>
            <a:r>
              <a:rPr lang="en-US" altLang="en-US" b="0" dirty="0">
                <a:highlight>
                  <a:srgbClr val="FFFF00"/>
                </a:highlight>
                <a:latin typeface="Times New Roman" panose="02020603050405020304" pitchFamily="18" charset="0"/>
              </a:rPr>
              <a:t>Thông tin trong thông điệp dữ liệu được xem là toàn vẹn khi thông tin đó chưa bị thay đổi, trừ những thay đổi về hình thức phát sinh trong quá trình gửi, lưu trữ hoặc hiển thị thông điệp dữ liệu;</a:t>
            </a:r>
          </a:p>
          <a:p>
            <a:pPr algn="just"/>
            <a:r>
              <a:rPr lang="en-US" altLang="en-US" b="0" dirty="0">
                <a:highlight>
                  <a:srgbClr val="FFFF00"/>
                </a:highlight>
                <a:latin typeface="Times New Roman" panose="02020603050405020304" pitchFamily="18" charset="0"/>
              </a:rPr>
              <a:t>2. Thông tin trong thông điệp dữ liệu có thể truy cập và sử dụng được dưới dạng hoàn chỉnh.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b="0">
                <a:highlight>
                  <a:srgbClr val="FFFF00"/>
                </a:highlight>
              </a:rPr>
              <a:t>Điều 11. Thông điệp dữ liệu có giá trị dùng làm chứng cứ </a:t>
            </a:r>
          </a:p>
          <a:p>
            <a:r>
              <a:rPr lang="en-US" sz="2400" b="0">
                <a:highlight>
                  <a:srgbClr val="FFFF00"/>
                </a:highlight>
              </a:rPr>
              <a:t>1. Thông điệp dữ liệu được dùng làm chứng cứ theo quy định của Luật này và pháp luật về tố tụng.</a:t>
            </a:r>
          </a:p>
          <a:p>
            <a:r>
              <a:rPr lang="en-US" sz="2400" b="0">
                <a:highlight>
                  <a:srgbClr val="FFFF00"/>
                </a:highlight>
              </a:rPr>
              <a:t>2. Giá trị dùng làm chứng cứ của thông điệp dữ liệu được xác định căn cứ vào độ tin cậy của cách thức khởi tạo, gửi, nhận hoặc lưu trữ thông điệp dữ liệu; cách thức bảo đảm và duy trì tính toàn vẹn của thông điệp dữ liệu; cách thức xác định người khởi tạo, gửi, nhận thông điệp dữ liệu và các yếu tố phù hợp khác.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highlight>
                  <a:srgbClr val="FFFF00"/>
                </a:highlight>
              </a:rPr>
              <a:t>Điều 14. Người khởi tạo thông điệp dữ liệu</a:t>
            </a:r>
          </a:p>
          <a:p>
            <a:r>
              <a:rPr lang="en-US">
                <a:highlight>
                  <a:srgbClr val="FFFF00"/>
                </a:highlight>
              </a:rPr>
              <a:t>1. Người khởi tạo thông điệp dữ liệu là cơ quan, tổ chức, cá nhân tạo hoặc gửi một thông điệp dữ liệu trước khi thông điệp dữ liệu đó được lưu trữ nhưng không bao gồm người trung gian chuyển thông điệp dữ liệu.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a:solidFill>
                  <a:srgbClr val="FF0000"/>
                </a:solidFill>
                <a:highlight>
                  <a:srgbClr val="FFFF00"/>
                </a:highlight>
                <a:sym typeface="+mn-ea"/>
              </a:rPr>
              <a:t>Điều 15. Thời điểm, địa điểm gửi thông điệp dữ liệu</a:t>
            </a:r>
          </a:p>
        </p:txBody>
      </p:sp>
      <p:sp>
        <p:nvSpPr>
          <p:cNvPr id="3" name="Content Placeholder 2"/>
          <p:cNvSpPr>
            <a:spLocks noGrp="1"/>
          </p:cNvSpPr>
          <p:nvPr>
            <p:ph idx="1"/>
          </p:nvPr>
        </p:nvSpPr>
        <p:spPr/>
        <p:txBody>
          <a:bodyPr/>
          <a:lstStyle/>
          <a:p>
            <a:r>
              <a:rPr lang="en-US">
                <a:highlight>
                  <a:srgbClr val="FFFF00"/>
                </a:highlight>
              </a:rPr>
              <a:t>Nếu có thỏa thuận</a:t>
            </a:r>
          </a:p>
          <a:p>
            <a:endParaRPr lang="en-US">
              <a:highlight>
                <a:srgbClr val="FFFF00"/>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srgbClr val="FF0000"/>
                </a:solidFill>
                <a:highlight>
                  <a:srgbClr val="FFFF00"/>
                </a:highlight>
                <a:sym typeface="+mn-ea"/>
              </a:rPr>
              <a:t>Điều 15. Thời điểm, địa điểm gửi thông điệp dữ liệu</a:t>
            </a:r>
            <a:endParaRPr lang="en-US"/>
          </a:p>
        </p:txBody>
      </p:sp>
      <p:sp>
        <p:nvSpPr>
          <p:cNvPr id="3" name="Content Placeholder 2"/>
          <p:cNvSpPr>
            <a:spLocks noGrp="1"/>
          </p:cNvSpPr>
          <p:nvPr>
            <p:ph idx="1"/>
          </p:nvPr>
        </p:nvSpPr>
        <p:spPr/>
        <p:txBody>
          <a:bodyPr/>
          <a:lstStyle/>
          <a:p>
            <a:r>
              <a:rPr lang="en-US" dirty="0" err="1">
                <a:highlight>
                  <a:srgbClr val="FFFF00"/>
                </a:highlight>
                <a:sym typeface="+mn-ea"/>
              </a:rPr>
              <a:t>Nếu</a:t>
            </a:r>
            <a:r>
              <a:rPr lang="en-US" dirty="0">
                <a:highlight>
                  <a:srgbClr val="FFFF00"/>
                </a:highlight>
                <a:sym typeface="+mn-ea"/>
              </a:rPr>
              <a:t> </a:t>
            </a:r>
            <a:r>
              <a:rPr lang="en-US" dirty="0" err="1">
                <a:highlight>
                  <a:srgbClr val="FFFF00"/>
                </a:highlight>
                <a:sym typeface="+mn-ea"/>
              </a:rPr>
              <a:t>không</a:t>
            </a:r>
            <a:r>
              <a:rPr lang="en-US" dirty="0">
                <a:highlight>
                  <a:srgbClr val="FFFF00"/>
                </a:highlight>
                <a:sym typeface="+mn-ea"/>
              </a:rPr>
              <a:t> </a:t>
            </a:r>
            <a:r>
              <a:rPr lang="en-US" dirty="0" err="1">
                <a:highlight>
                  <a:srgbClr val="FFFF00"/>
                </a:highlight>
                <a:sym typeface="+mn-ea"/>
              </a:rPr>
              <a:t>có</a:t>
            </a:r>
            <a:r>
              <a:rPr lang="en-US" dirty="0">
                <a:highlight>
                  <a:srgbClr val="FFFF00"/>
                </a:highlight>
                <a:sym typeface="+mn-ea"/>
              </a:rPr>
              <a:t> </a:t>
            </a:r>
            <a:r>
              <a:rPr lang="en-US" dirty="0" err="1">
                <a:highlight>
                  <a:srgbClr val="FFFF00"/>
                </a:highlight>
                <a:sym typeface="+mn-ea"/>
              </a:rPr>
              <a:t>thỏa</a:t>
            </a:r>
            <a:r>
              <a:rPr lang="en-US" dirty="0">
                <a:highlight>
                  <a:srgbClr val="FFFF00"/>
                </a:highlight>
                <a:sym typeface="+mn-ea"/>
              </a:rPr>
              <a:t> </a:t>
            </a:r>
            <a:r>
              <a:rPr lang="en-US" dirty="0" err="1">
                <a:highlight>
                  <a:srgbClr val="FFFF00"/>
                </a:highlight>
                <a:sym typeface="+mn-ea"/>
              </a:rPr>
              <a:t>thuận</a:t>
            </a:r>
            <a:endParaRPr lang="en-US" dirty="0">
              <a:highlight>
                <a:srgbClr val="FFFF00"/>
              </a:highlight>
            </a:endParaRPr>
          </a:p>
          <a:p>
            <a:r>
              <a:rPr lang="en-US" dirty="0">
                <a:highlight>
                  <a:srgbClr val="FFFF00"/>
                </a:highlight>
                <a:sym typeface="+mn-ea"/>
              </a:rPr>
              <a:t>1. </a:t>
            </a:r>
            <a:r>
              <a:rPr lang="en-US" u="sng" dirty="0" err="1">
                <a:solidFill>
                  <a:srgbClr val="FF0000"/>
                </a:solidFill>
                <a:highlight>
                  <a:srgbClr val="FFFF00"/>
                </a:highlight>
                <a:sym typeface="+mn-ea"/>
              </a:rPr>
              <a:t>Thời</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điểm</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gửi</a:t>
            </a:r>
            <a:r>
              <a:rPr lang="en-US" u="sng" dirty="0">
                <a:solidFill>
                  <a:srgbClr val="FF0000"/>
                </a:solidFill>
                <a:highlight>
                  <a:srgbClr val="FFFF00"/>
                </a:highlight>
                <a:sym typeface="+mn-ea"/>
              </a:rPr>
              <a:t> </a:t>
            </a:r>
            <a:r>
              <a:rPr lang="en-US" dirty="0" err="1">
                <a:highlight>
                  <a:srgbClr val="FFFF00"/>
                </a:highlight>
                <a:sym typeface="+mn-ea"/>
              </a:rPr>
              <a:t>một</a:t>
            </a:r>
            <a:r>
              <a:rPr lang="en-US" dirty="0">
                <a:highlight>
                  <a:srgbClr val="FFFF00"/>
                </a:highlight>
                <a:sym typeface="+mn-ea"/>
              </a:rPr>
              <a:t> </a:t>
            </a:r>
            <a:r>
              <a:rPr lang="en-US" dirty="0" err="1">
                <a:highlight>
                  <a:srgbClr val="FFFF00"/>
                </a:highlight>
                <a:sym typeface="+mn-ea"/>
              </a:rPr>
              <a:t>thông</a:t>
            </a:r>
            <a:r>
              <a:rPr lang="en-US" dirty="0">
                <a:highlight>
                  <a:srgbClr val="FFFF00"/>
                </a:highlight>
                <a:sym typeface="+mn-ea"/>
              </a:rPr>
              <a:t> </a:t>
            </a:r>
            <a:r>
              <a:rPr lang="en-US" dirty="0" err="1">
                <a:highlight>
                  <a:srgbClr val="FFFF00"/>
                </a:highlight>
                <a:sym typeface="+mn-ea"/>
              </a:rPr>
              <a:t>điệp</a:t>
            </a:r>
            <a:r>
              <a:rPr lang="en-US" dirty="0">
                <a:highlight>
                  <a:srgbClr val="FFFF00"/>
                </a:highlight>
                <a:sym typeface="+mn-ea"/>
              </a:rPr>
              <a:t> </a:t>
            </a:r>
            <a:r>
              <a:rPr lang="en-US" dirty="0" err="1">
                <a:highlight>
                  <a:srgbClr val="FFFF00"/>
                </a:highlight>
                <a:sym typeface="+mn-ea"/>
              </a:rPr>
              <a:t>dữ</a:t>
            </a:r>
            <a:r>
              <a:rPr lang="en-US" dirty="0">
                <a:highlight>
                  <a:srgbClr val="FFFF00"/>
                </a:highlight>
                <a:sym typeface="+mn-ea"/>
              </a:rPr>
              <a:t> </a:t>
            </a:r>
            <a:r>
              <a:rPr lang="en-US" dirty="0" err="1">
                <a:highlight>
                  <a:srgbClr val="FFFF00"/>
                </a:highlight>
                <a:sym typeface="+mn-ea"/>
              </a:rPr>
              <a:t>liệu</a:t>
            </a:r>
            <a:r>
              <a:rPr lang="en-US" dirty="0">
                <a:highlight>
                  <a:srgbClr val="FFFF00"/>
                </a:highlight>
                <a:sym typeface="+mn-ea"/>
              </a:rPr>
              <a:t> </a:t>
            </a:r>
            <a:r>
              <a:rPr lang="en-US" dirty="0" err="1">
                <a:highlight>
                  <a:srgbClr val="FFFF00"/>
                </a:highlight>
                <a:sym typeface="+mn-ea"/>
              </a:rPr>
              <a:t>là</a:t>
            </a:r>
            <a:r>
              <a:rPr lang="en-US" dirty="0">
                <a:highlight>
                  <a:srgbClr val="FFFF00"/>
                </a:highlight>
                <a:sym typeface="+mn-ea"/>
              </a:rPr>
              <a:t> </a:t>
            </a:r>
            <a:r>
              <a:rPr lang="en-US" dirty="0" err="1">
                <a:highlight>
                  <a:srgbClr val="FFFF00"/>
                </a:highlight>
                <a:sym typeface="+mn-ea"/>
              </a:rPr>
              <a:t>thời</a:t>
            </a:r>
            <a:r>
              <a:rPr lang="en-US" dirty="0">
                <a:highlight>
                  <a:srgbClr val="FFFF00"/>
                </a:highlight>
                <a:sym typeface="+mn-ea"/>
              </a:rPr>
              <a:t> </a:t>
            </a:r>
            <a:r>
              <a:rPr lang="en-US" dirty="0" err="1">
                <a:highlight>
                  <a:srgbClr val="FFFF00"/>
                </a:highlight>
                <a:sym typeface="+mn-ea"/>
              </a:rPr>
              <a:t>điểm</a:t>
            </a:r>
            <a:r>
              <a:rPr lang="en-US" dirty="0">
                <a:highlight>
                  <a:srgbClr val="FFFF00"/>
                </a:highlight>
                <a:sym typeface="+mn-ea"/>
              </a:rPr>
              <a:t> </a:t>
            </a:r>
            <a:r>
              <a:rPr lang="en-US" dirty="0" err="1">
                <a:highlight>
                  <a:srgbClr val="FFFF00"/>
                </a:highlight>
                <a:sym typeface="+mn-ea"/>
              </a:rPr>
              <a:t>thông</a:t>
            </a:r>
            <a:r>
              <a:rPr lang="en-US" dirty="0">
                <a:highlight>
                  <a:srgbClr val="FFFF00"/>
                </a:highlight>
                <a:sym typeface="+mn-ea"/>
              </a:rPr>
              <a:t> </a:t>
            </a:r>
            <a:r>
              <a:rPr lang="en-US" dirty="0" err="1">
                <a:highlight>
                  <a:srgbClr val="FFFF00"/>
                </a:highlight>
                <a:sym typeface="+mn-ea"/>
              </a:rPr>
              <a:t>điệp</a:t>
            </a:r>
            <a:r>
              <a:rPr lang="en-US" dirty="0">
                <a:highlight>
                  <a:srgbClr val="FFFF00"/>
                </a:highlight>
                <a:sym typeface="+mn-ea"/>
              </a:rPr>
              <a:t> </a:t>
            </a:r>
            <a:r>
              <a:rPr lang="en-US" dirty="0" err="1">
                <a:highlight>
                  <a:srgbClr val="FFFF00"/>
                </a:highlight>
                <a:sym typeface="+mn-ea"/>
              </a:rPr>
              <a:t>dữ</a:t>
            </a:r>
            <a:r>
              <a:rPr lang="en-US" dirty="0">
                <a:highlight>
                  <a:srgbClr val="FFFF00"/>
                </a:highlight>
                <a:sym typeface="+mn-ea"/>
              </a:rPr>
              <a:t> </a:t>
            </a:r>
            <a:r>
              <a:rPr lang="en-US" dirty="0" err="1">
                <a:highlight>
                  <a:srgbClr val="FFFF00"/>
                </a:highlight>
                <a:sym typeface="+mn-ea"/>
              </a:rPr>
              <a:t>liệu</a:t>
            </a:r>
            <a:r>
              <a:rPr lang="en-US" dirty="0">
                <a:highlight>
                  <a:srgbClr val="FFFF00"/>
                </a:highlight>
                <a:sym typeface="+mn-ea"/>
              </a:rPr>
              <a:t> </a:t>
            </a:r>
            <a:r>
              <a:rPr lang="en-US" dirty="0" err="1">
                <a:highlight>
                  <a:srgbClr val="FFFF00"/>
                </a:highlight>
                <a:sym typeface="+mn-ea"/>
              </a:rPr>
              <a:t>đó</a:t>
            </a:r>
            <a:r>
              <a:rPr lang="en-US" dirty="0">
                <a:highlight>
                  <a:srgbClr val="FFFF00"/>
                </a:highlight>
                <a:sym typeface="+mn-ea"/>
              </a:rPr>
              <a:t> </a:t>
            </a:r>
            <a:r>
              <a:rPr lang="en-US" i="1" u="sng" dirty="0" err="1">
                <a:solidFill>
                  <a:srgbClr val="FF0000"/>
                </a:solidFill>
                <a:highlight>
                  <a:srgbClr val="FFFF00"/>
                </a:highlight>
                <a:sym typeface="+mn-ea"/>
              </a:rPr>
              <a:t>rời</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khỏi</a:t>
            </a:r>
            <a:r>
              <a:rPr lang="en-US" i="1" u="sng" dirty="0">
                <a:solidFill>
                  <a:srgbClr val="FF0000"/>
                </a:solidFill>
                <a:highlight>
                  <a:srgbClr val="FFFF00"/>
                </a:highlight>
                <a:sym typeface="+mn-ea"/>
              </a:rPr>
              <a:t> </a:t>
            </a:r>
            <a:r>
              <a:rPr lang="en-US" i="1" u="sng" dirty="0" err="1">
                <a:highlight>
                  <a:srgbClr val="FFFF00"/>
                </a:highlight>
                <a:sym typeface="+mn-ea"/>
              </a:rPr>
              <a:t>hệ</a:t>
            </a:r>
            <a:r>
              <a:rPr lang="en-US" i="1" u="sng" dirty="0">
                <a:highlight>
                  <a:srgbClr val="FFFF00"/>
                </a:highlight>
                <a:sym typeface="+mn-ea"/>
              </a:rPr>
              <a:t> </a:t>
            </a:r>
            <a:r>
              <a:rPr lang="en-US" i="1" u="sng" dirty="0" err="1">
                <a:highlight>
                  <a:srgbClr val="FFFF00"/>
                </a:highlight>
                <a:sym typeface="+mn-ea"/>
              </a:rPr>
              <a:t>thống</a:t>
            </a:r>
            <a:r>
              <a:rPr lang="en-US" i="1" u="sng" dirty="0">
                <a:highlight>
                  <a:srgbClr val="FFFF00"/>
                </a:highlight>
                <a:sym typeface="+mn-ea"/>
              </a:rPr>
              <a:t> </a:t>
            </a:r>
            <a:r>
              <a:rPr lang="en-US" i="1" u="sng" dirty="0" err="1">
                <a:highlight>
                  <a:srgbClr val="FFFF00"/>
                </a:highlight>
                <a:sym typeface="+mn-ea"/>
              </a:rPr>
              <a:t>thông</a:t>
            </a:r>
            <a:r>
              <a:rPr lang="en-US" i="1" u="sng" dirty="0">
                <a:highlight>
                  <a:srgbClr val="FFFF00"/>
                </a:highlight>
                <a:sym typeface="+mn-ea"/>
              </a:rPr>
              <a:t> tin </a:t>
            </a:r>
            <a:r>
              <a:rPr lang="en-US" i="1" u="sng" dirty="0" err="1">
                <a:highlight>
                  <a:srgbClr val="FFFF00"/>
                </a:highlight>
                <a:sym typeface="+mn-ea"/>
              </a:rPr>
              <a:t>dưới</a:t>
            </a:r>
            <a:r>
              <a:rPr lang="en-US" i="1" u="sng" dirty="0">
                <a:highlight>
                  <a:srgbClr val="FFFF00"/>
                </a:highlight>
                <a:sym typeface="+mn-ea"/>
              </a:rPr>
              <a:t> </a:t>
            </a:r>
            <a:r>
              <a:rPr lang="en-US" i="1" u="sng" dirty="0" err="1">
                <a:highlight>
                  <a:srgbClr val="FFFF00"/>
                </a:highlight>
                <a:sym typeface="+mn-ea"/>
              </a:rPr>
              <a:t>sự</a:t>
            </a:r>
            <a:r>
              <a:rPr lang="en-US" i="1" u="sng" dirty="0">
                <a:highlight>
                  <a:srgbClr val="FFFF00"/>
                </a:highlight>
                <a:sym typeface="+mn-ea"/>
              </a:rPr>
              <a:t> </a:t>
            </a:r>
            <a:r>
              <a:rPr lang="en-US" i="1" u="sng" dirty="0" err="1">
                <a:highlight>
                  <a:srgbClr val="FFFF00"/>
                </a:highlight>
                <a:sym typeface="+mn-ea"/>
              </a:rPr>
              <a:t>kiểm</a:t>
            </a:r>
            <a:r>
              <a:rPr lang="en-US" i="1" u="sng" dirty="0">
                <a:highlight>
                  <a:srgbClr val="FFFF00"/>
                </a:highlight>
                <a:sym typeface="+mn-ea"/>
              </a:rPr>
              <a:t> </a:t>
            </a:r>
            <a:r>
              <a:rPr lang="en-US" i="1" u="sng" dirty="0" err="1">
                <a:highlight>
                  <a:srgbClr val="FFFF00"/>
                </a:highlight>
                <a:sym typeface="+mn-ea"/>
              </a:rPr>
              <a:t>soát</a:t>
            </a:r>
            <a:r>
              <a:rPr lang="en-US" i="1" u="sng" dirty="0">
                <a:highlight>
                  <a:srgbClr val="FFFF00"/>
                </a:highlight>
                <a:sym typeface="+mn-ea"/>
              </a:rPr>
              <a:t> </a:t>
            </a:r>
            <a:r>
              <a:rPr lang="en-US" i="1" u="sng" dirty="0" err="1">
                <a:highlight>
                  <a:srgbClr val="FFFF00"/>
                </a:highlight>
                <a:sym typeface="+mn-ea"/>
              </a:rPr>
              <a:t>của</a:t>
            </a:r>
            <a:r>
              <a:rPr lang="en-US" i="1" u="sng" dirty="0">
                <a:highlight>
                  <a:srgbClr val="FFFF00"/>
                </a:highlight>
                <a:sym typeface="+mn-ea"/>
              </a:rPr>
              <a:t> </a:t>
            </a:r>
            <a:r>
              <a:rPr lang="en-US" i="1" u="sng" dirty="0" err="1">
                <a:highlight>
                  <a:srgbClr val="FFFF00"/>
                </a:highlight>
                <a:sym typeface="+mn-ea"/>
              </a:rPr>
              <a:t>người</a:t>
            </a:r>
            <a:r>
              <a:rPr lang="en-US" i="1" u="sng" dirty="0">
                <a:highlight>
                  <a:srgbClr val="FFFF00"/>
                </a:highlight>
                <a:sym typeface="+mn-ea"/>
              </a:rPr>
              <a:t> </a:t>
            </a:r>
            <a:r>
              <a:rPr lang="en-US" i="1" u="sng" dirty="0" err="1">
                <a:highlight>
                  <a:srgbClr val="FFFF00"/>
                </a:highlight>
                <a:sym typeface="+mn-ea"/>
              </a:rPr>
              <a:t>khởi</a:t>
            </a:r>
            <a:r>
              <a:rPr lang="en-US" i="1" u="sng" dirty="0">
                <a:highlight>
                  <a:srgbClr val="FFFF00"/>
                </a:highlight>
                <a:sym typeface="+mn-ea"/>
              </a:rPr>
              <a:t> </a:t>
            </a:r>
            <a:r>
              <a:rPr lang="en-US" i="1" u="sng" dirty="0" err="1">
                <a:highlight>
                  <a:srgbClr val="FFFF00"/>
                </a:highlight>
                <a:sym typeface="+mn-ea"/>
              </a:rPr>
              <a:t>tạo</a:t>
            </a:r>
            <a:r>
              <a:rPr lang="en-US" i="1" u="sng" dirty="0">
                <a:highlight>
                  <a:srgbClr val="FFFF00"/>
                </a:highlight>
                <a:sym typeface="+mn-ea"/>
              </a:rPr>
              <a:t> </a:t>
            </a:r>
            <a:r>
              <a:rPr lang="en-US" dirty="0" err="1">
                <a:highlight>
                  <a:srgbClr val="FFFF00"/>
                </a:highlight>
                <a:sym typeface="+mn-ea"/>
              </a:rPr>
              <a:t>hoặc</a:t>
            </a:r>
            <a:r>
              <a:rPr lang="en-US" dirty="0">
                <a:highlight>
                  <a:srgbClr val="FFFF00"/>
                </a:highlight>
                <a:sym typeface="+mn-ea"/>
              </a:rPr>
              <a:t> </a:t>
            </a:r>
            <a:r>
              <a:rPr lang="en-US" dirty="0" err="1">
                <a:highlight>
                  <a:srgbClr val="FFFF00"/>
                </a:highlight>
                <a:sym typeface="+mn-ea"/>
              </a:rPr>
              <a:t>người</a:t>
            </a:r>
            <a:r>
              <a:rPr lang="en-US" dirty="0">
                <a:highlight>
                  <a:srgbClr val="FFFF00"/>
                </a:highlight>
                <a:sym typeface="+mn-ea"/>
              </a:rPr>
              <a:t> </a:t>
            </a:r>
            <a:r>
              <a:rPr lang="en-US" dirty="0" err="1">
                <a:highlight>
                  <a:srgbClr val="FFFF00"/>
                </a:highlight>
                <a:sym typeface="+mn-ea"/>
              </a:rPr>
              <a:t>đại</a:t>
            </a:r>
            <a:r>
              <a:rPr lang="en-US" dirty="0">
                <a:highlight>
                  <a:srgbClr val="FFFF00"/>
                </a:highlight>
                <a:sym typeface="+mn-ea"/>
              </a:rPr>
              <a:t> </a:t>
            </a:r>
            <a:r>
              <a:rPr lang="en-US" dirty="0" err="1">
                <a:highlight>
                  <a:srgbClr val="FFFF00"/>
                </a:highlight>
                <a:sym typeface="+mn-ea"/>
              </a:rPr>
              <a:t>diện</a:t>
            </a:r>
            <a:r>
              <a:rPr lang="en-US" dirty="0">
                <a:highlight>
                  <a:srgbClr val="FFFF00"/>
                </a:highlight>
                <a:sym typeface="+mn-ea"/>
              </a:rPr>
              <a:t> </a:t>
            </a:r>
            <a:r>
              <a:rPr lang="en-US" dirty="0" err="1">
                <a:highlight>
                  <a:srgbClr val="FFFF00"/>
                </a:highlight>
                <a:sym typeface="+mn-ea"/>
              </a:rPr>
              <a:t>của</a:t>
            </a:r>
            <a:r>
              <a:rPr lang="en-US" dirty="0">
                <a:highlight>
                  <a:srgbClr val="FFFF00"/>
                </a:highlight>
                <a:sym typeface="+mn-ea"/>
              </a:rPr>
              <a:t> </a:t>
            </a:r>
            <a:r>
              <a:rPr lang="en-US" dirty="0" err="1">
                <a:highlight>
                  <a:srgbClr val="FFFF00"/>
                </a:highlight>
                <a:sym typeface="+mn-ea"/>
              </a:rPr>
              <a:t>người</a:t>
            </a:r>
            <a:r>
              <a:rPr lang="en-US" dirty="0">
                <a:highlight>
                  <a:srgbClr val="FFFF00"/>
                </a:highlight>
                <a:sym typeface="+mn-ea"/>
              </a:rPr>
              <a:t> </a:t>
            </a:r>
            <a:r>
              <a:rPr lang="en-US" dirty="0" err="1">
                <a:highlight>
                  <a:srgbClr val="FFFF00"/>
                </a:highlight>
                <a:sym typeface="+mn-ea"/>
              </a:rPr>
              <a:t>khởi</a:t>
            </a:r>
            <a:r>
              <a:rPr lang="en-US" dirty="0">
                <a:highlight>
                  <a:srgbClr val="FFFF00"/>
                </a:highlight>
                <a:sym typeface="+mn-ea"/>
              </a:rPr>
              <a:t> </a:t>
            </a:r>
            <a:r>
              <a:rPr lang="en-US" dirty="0" err="1">
                <a:highlight>
                  <a:srgbClr val="FFFF00"/>
                </a:highlight>
                <a:sym typeface="+mn-ea"/>
              </a:rPr>
              <a:t>tạo</a:t>
            </a:r>
            <a:r>
              <a:rPr lang="en-US" dirty="0">
                <a:highlight>
                  <a:srgbClr val="FFFF00"/>
                </a:highlight>
                <a:sym typeface="+mn-ea"/>
              </a:rPr>
              <a:t>.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ighlight>
                  <a:srgbClr val="FFFF00"/>
                </a:highlight>
                <a:sym typeface="+mn-ea"/>
              </a:rPr>
              <a:t>Trường </a:t>
            </a:r>
            <a:r>
              <a:rPr lang="en-US" dirty="0" err="1">
                <a:highlight>
                  <a:srgbClr val="FFFF00"/>
                </a:highlight>
                <a:sym typeface="+mn-ea"/>
              </a:rPr>
              <a:t>hợp</a:t>
            </a:r>
            <a:r>
              <a:rPr lang="en-US" dirty="0">
                <a:highlight>
                  <a:srgbClr val="FFFF00"/>
                </a:highlight>
                <a:sym typeface="+mn-ea"/>
              </a:rPr>
              <a:t> </a:t>
            </a:r>
            <a:r>
              <a:rPr lang="en-US" dirty="0" err="1">
                <a:highlight>
                  <a:srgbClr val="FFFF00"/>
                </a:highlight>
                <a:sym typeface="+mn-ea"/>
              </a:rPr>
              <a:t>hệ</a:t>
            </a:r>
            <a:r>
              <a:rPr lang="en-US" dirty="0">
                <a:highlight>
                  <a:srgbClr val="FFFF00"/>
                </a:highlight>
                <a:sym typeface="+mn-ea"/>
              </a:rPr>
              <a:t> </a:t>
            </a:r>
            <a:r>
              <a:rPr lang="en-US" dirty="0" err="1">
                <a:highlight>
                  <a:srgbClr val="FFFF00"/>
                </a:highlight>
                <a:sym typeface="+mn-ea"/>
              </a:rPr>
              <a:t>thống</a:t>
            </a:r>
            <a:r>
              <a:rPr lang="en-US" dirty="0">
                <a:highlight>
                  <a:srgbClr val="FFFF00"/>
                </a:highlight>
                <a:sym typeface="+mn-ea"/>
              </a:rPr>
              <a:t> </a:t>
            </a:r>
            <a:r>
              <a:rPr lang="en-US" dirty="0" err="1">
                <a:highlight>
                  <a:srgbClr val="FFFF00"/>
                </a:highlight>
                <a:sym typeface="+mn-ea"/>
              </a:rPr>
              <a:t>thông</a:t>
            </a:r>
            <a:r>
              <a:rPr lang="en-US" dirty="0">
                <a:highlight>
                  <a:srgbClr val="FFFF00"/>
                </a:highlight>
                <a:sym typeface="+mn-ea"/>
              </a:rPr>
              <a:t> tin </a:t>
            </a:r>
            <a:r>
              <a:rPr lang="en-US" dirty="0" err="1">
                <a:solidFill>
                  <a:srgbClr val="FF0000"/>
                </a:solidFill>
                <a:highlight>
                  <a:srgbClr val="FFFF00"/>
                </a:highlight>
                <a:sym typeface="+mn-ea"/>
              </a:rPr>
              <a:t>nằm</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ngoài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sự</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kiểm</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soát</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của</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người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khởi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tạo</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hoặc</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người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đại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diện</a:t>
            </a:r>
            <a:r>
              <a:rPr lang="en-US" dirty="0">
                <a:solidFill>
                  <a:srgbClr val="FF0000"/>
                </a:solidFill>
                <a:highlight>
                  <a:srgbClr val="FFFF00"/>
                </a:highlight>
                <a:sym typeface="+mn-ea"/>
              </a:rPr>
              <a:t> </a:t>
            </a:r>
            <a:r>
              <a:rPr lang="en-US" dirty="0" err="1">
                <a:highlight>
                  <a:srgbClr val="FFFF00"/>
                </a:highlight>
                <a:sym typeface="+mn-ea"/>
              </a:rPr>
              <a:t>của</a:t>
            </a:r>
            <a:r>
              <a:rPr lang="en-US" dirty="0">
                <a:highlight>
                  <a:srgbClr val="FFFF00"/>
                </a:highlight>
                <a:sym typeface="+mn-ea"/>
              </a:rPr>
              <a:t> </a:t>
            </a:r>
            <a:r>
              <a:rPr lang="en-US" dirty="0" err="1">
                <a:highlight>
                  <a:srgbClr val="FFFF00"/>
                </a:highlight>
                <a:sym typeface="+mn-ea"/>
              </a:rPr>
              <a:t>người</a:t>
            </a:r>
            <a:r>
              <a:rPr lang="en-US" dirty="0">
                <a:highlight>
                  <a:srgbClr val="FFFF00"/>
                </a:highlight>
                <a:sym typeface="+mn-ea"/>
              </a:rPr>
              <a:t> </a:t>
            </a:r>
            <a:r>
              <a:rPr lang="en-US" dirty="0" err="1">
                <a:highlight>
                  <a:srgbClr val="FFFF00"/>
                </a:highlight>
                <a:sym typeface="+mn-ea"/>
              </a:rPr>
              <a:t>khởi</a:t>
            </a:r>
            <a:r>
              <a:rPr lang="en-US" dirty="0">
                <a:highlight>
                  <a:srgbClr val="FFFF00"/>
                </a:highlight>
                <a:sym typeface="+mn-ea"/>
              </a:rPr>
              <a:t> </a:t>
            </a:r>
            <a:r>
              <a:rPr lang="en-US" dirty="0" err="1">
                <a:highlight>
                  <a:srgbClr val="FFFF00"/>
                </a:highlight>
                <a:sym typeface="+mn-ea"/>
              </a:rPr>
              <a:t>tạo</a:t>
            </a:r>
            <a:r>
              <a:rPr lang="en-US" dirty="0">
                <a:highlight>
                  <a:srgbClr val="FFFF00"/>
                </a:highlight>
                <a:sym typeface="+mn-ea"/>
              </a:rPr>
              <a:t>, </a:t>
            </a:r>
            <a:r>
              <a:rPr lang="en-US" u="sng" dirty="0" err="1">
                <a:highlight>
                  <a:srgbClr val="FFFF00"/>
                </a:highlight>
                <a:sym typeface="+mn-ea"/>
              </a:rPr>
              <a:t>thời</a:t>
            </a:r>
            <a:r>
              <a:rPr lang="en-US" u="sng" dirty="0">
                <a:highlight>
                  <a:srgbClr val="FFFF00"/>
                </a:highlight>
                <a:sym typeface="+mn-ea"/>
              </a:rPr>
              <a:t> </a:t>
            </a:r>
            <a:r>
              <a:rPr lang="en-US" u="sng" dirty="0" err="1">
                <a:highlight>
                  <a:srgbClr val="FFFF00"/>
                </a:highlight>
                <a:sym typeface="+mn-ea"/>
              </a:rPr>
              <a:t>điểm</a:t>
            </a:r>
            <a:r>
              <a:rPr lang="en-US" u="sng" dirty="0">
                <a:highlight>
                  <a:srgbClr val="FFFF00"/>
                </a:highlight>
                <a:sym typeface="+mn-ea"/>
              </a:rPr>
              <a:t> </a:t>
            </a:r>
            <a:r>
              <a:rPr lang="en-US" u="sng" dirty="0" err="1">
                <a:highlight>
                  <a:srgbClr val="FFFF00"/>
                </a:highlight>
                <a:sym typeface="+mn-ea"/>
              </a:rPr>
              <a:t>gửi</a:t>
            </a:r>
            <a:r>
              <a:rPr lang="en-US" u="sng" dirty="0">
                <a:highlight>
                  <a:srgbClr val="FFFF00"/>
                </a:highlight>
                <a:sym typeface="+mn-ea"/>
              </a:rPr>
              <a:t> </a:t>
            </a:r>
            <a:r>
              <a:rPr lang="en-US" u="sng" dirty="0" err="1">
                <a:highlight>
                  <a:srgbClr val="FFFF00"/>
                </a:highlight>
                <a:sym typeface="+mn-ea"/>
              </a:rPr>
              <a:t>một</a:t>
            </a:r>
            <a:r>
              <a:rPr lang="en-US" u="sng" dirty="0">
                <a:highlight>
                  <a:srgbClr val="FFFF00"/>
                </a:highlight>
                <a:sym typeface="+mn-ea"/>
              </a:rPr>
              <a:t> </a:t>
            </a:r>
            <a:r>
              <a:rPr lang="en-US" u="sng" dirty="0" err="1">
                <a:highlight>
                  <a:srgbClr val="FFFF00"/>
                </a:highlight>
                <a:sym typeface="+mn-ea"/>
              </a:rPr>
              <a:t>thông</a:t>
            </a:r>
            <a:r>
              <a:rPr lang="en-US" u="sng" dirty="0">
                <a:highlight>
                  <a:srgbClr val="FFFF00"/>
                </a:highlight>
                <a:sym typeface="+mn-ea"/>
              </a:rPr>
              <a:t> </a:t>
            </a:r>
            <a:r>
              <a:rPr lang="en-US" u="sng" dirty="0" err="1">
                <a:highlight>
                  <a:srgbClr val="FFFF00"/>
                </a:highlight>
                <a:sym typeface="+mn-ea"/>
              </a:rPr>
              <a:t>điệp</a:t>
            </a:r>
            <a:r>
              <a:rPr lang="en-US" u="sng" dirty="0">
                <a:highlight>
                  <a:srgbClr val="FFFF00"/>
                </a:highlight>
                <a:sym typeface="+mn-ea"/>
              </a:rPr>
              <a:t> </a:t>
            </a:r>
            <a:r>
              <a:rPr lang="en-US" u="sng" dirty="0" err="1">
                <a:highlight>
                  <a:srgbClr val="FFFF00"/>
                </a:highlight>
                <a:sym typeface="+mn-ea"/>
              </a:rPr>
              <a:t>dữ</a:t>
            </a:r>
            <a:r>
              <a:rPr lang="en-US" u="sng" dirty="0">
                <a:highlight>
                  <a:srgbClr val="FFFF00"/>
                </a:highlight>
                <a:sym typeface="+mn-ea"/>
              </a:rPr>
              <a:t> </a:t>
            </a:r>
            <a:r>
              <a:rPr lang="en-US" u="sng" dirty="0" err="1">
                <a:highlight>
                  <a:srgbClr val="FFFF00"/>
                </a:highlight>
                <a:sym typeface="+mn-ea"/>
              </a:rPr>
              <a:t>liệu</a:t>
            </a:r>
            <a:r>
              <a:rPr lang="en-US" u="sng" dirty="0">
                <a:highlight>
                  <a:srgbClr val="FFFF00"/>
                </a:highlight>
                <a:sym typeface="+mn-ea"/>
              </a:rPr>
              <a:t> </a:t>
            </a:r>
            <a:r>
              <a:rPr lang="en-US" u="sng" dirty="0" err="1">
                <a:highlight>
                  <a:srgbClr val="FFFF00"/>
                </a:highlight>
                <a:sym typeface="+mn-ea"/>
              </a:rPr>
              <a:t>là</a:t>
            </a:r>
            <a:r>
              <a:rPr lang="en-US" u="sng" dirty="0">
                <a:highlight>
                  <a:srgbClr val="FFFF00"/>
                </a:highlight>
                <a:sym typeface="+mn-ea"/>
              </a:rPr>
              <a:t> </a:t>
            </a:r>
            <a:r>
              <a:rPr lang="en-US" u="sng" dirty="0" err="1">
                <a:highlight>
                  <a:srgbClr val="FFFF00"/>
                </a:highlight>
                <a:sym typeface="+mn-ea"/>
              </a:rPr>
              <a:t>thời</a:t>
            </a:r>
            <a:r>
              <a:rPr lang="en-US" u="sng" dirty="0">
                <a:highlight>
                  <a:srgbClr val="FFFF00"/>
                </a:highlight>
                <a:sym typeface="+mn-ea"/>
              </a:rPr>
              <a:t> </a:t>
            </a:r>
            <a:r>
              <a:rPr lang="en-US" u="sng" dirty="0" err="1">
                <a:highlight>
                  <a:srgbClr val="FFFF00"/>
                </a:highlight>
                <a:sym typeface="+mn-ea"/>
              </a:rPr>
              <a:t>điểm</a:t>
            </a:r>
            <a:r>
              <a:rPr lang="en-US" u="sng" dirty="0">
                <a:highlight>
                  <a:srgbClr val="FFFF00"/>
                </a:highlight>
                <a:sym typeface="+mn-ea"/>
              </a:rPr>
              <a:t> </a:t>
            </a:r>
            <a:r>
              <a:rPr lang="en-US" u="sng" dirty="0" err="1">
                <a:highlight>
                  <a:srgbClr val="FFFF00"/>
                </a:highlight>
                <a:sym typeface="+mn-ea"/>
              </a:rPr>
              <a:t>thông</a:t>
            </a:r>
            <a:r>
              <a:rPr lang="en-US" u="sng" dirty="0">
                <a:highlight>
                  <a:srgbClr val="FFFF00"/>
                </a:highlight>
                <a:sym typeface="+mn-ea"/>
              </a:rPr>
              <a:t> </a:t>
            </a:r>
            <a:r>
              <a:rPr lang="en-US" u="sng" dirty="0" err="1">
                <a:highlight>
                  <a:srgbClr val="FFFF00"/>
                </a:highlight>
                <a:sym typeface="+mn-ea"/>
              </a:rPr>
              <a:t>điệp</a:t>
            </a:r>
            <a:r>
              <a:rPr lang="en-US" u="sng" dirty="0">
                <a:highlight>
                  <a:srgbClr val="FFFF00"/>
                </a:highlight>
                <a:sym typeface="+mn-ea"/>
              </a:rPr>
              <a:t> </a:t>
            </a:r>
            <a:r>
              <a:rPr lang="en-US" u="sng" dirty="0" err="1">
                <a:highlight>
                  <a:srgbClr val="FFFF00"/>
                </a:highlight>
                <a:sym typeface="+mn-ea"/>
              </a:rPr>
              <a:t>dữ</a:t>
            </a:r>
            <a:r>
              <a:rPr lang="en-US" u="sng" dirty="0">
                <a:highlight>
                  <a:srgbClr val="FFFF00"/>
                </a:highlight>
                <a:sym typeface="+mn-ea"/>
              </a:rPr>
              <a:t> </a:t>
            </a:r>
            <a:r>
              <a:rPr lang="en-US" u="sng" dirty="0" err="1">
                <a:highlight>
                  <a:srgbClr val="FFFF00"/>
                </a:highlight>
                <a:sym typeface="+mn-ea"/>
              </a:rPr>
              <a:t>liệu</a:t>
            </a:r>
            <a:r>
              <a:rPr lang="en-US" u="sng" dirty="0">
                <a:highlight>
                  <a:srgbClr val="FFFF00"/>
                </a:highlight>
                <a:sym typeface="+mn-ea"/>
              </a:rPr>
              <a:t> </a:t>
            </a:r>
            <a:r>
              <a:rPr lang="en-US" u="sng" dirty="0" err="1">
                <a:highlight>
                  <a:srgbClr val="FFFF00"/>
                </a:highlight>
                <a:sym typeface="+mn-ea"/>
              </a:rPr>
              <a:t>này</a:t>
            </a:r>
            <a:r>
              <a:rPr lang="en-US" u="sng" dirty="0">
                <a:highlight>
                  <a:srgbClr val="FFFF00"/>
                </a:highlight>
                <a:sym typeface="+mn-ea"/>
              </a:rPr>
              <a:t> </a:t>
            </a:r>
            <a:r>
              <a:rPr lang="en-US" u="sng" dirty="0" err="1">
                <a:highlight>
                  <a:srgbClr val="FFFF00"/>
                </a:highlight>
                <a:sym typeface="+mn-ea"/>
              </a:rPr>
              <a:t>nhập</a:t>
            </a:r>
            <a:r>
              <a:rPr lang="en-US" u="sng" dirty="0">
                <a:highlight>
                  <a:srgbClr val="FFFF00"/>
                </a:highlight>
                <a:sym typeface="+mn-ea"/>
              </a:rPr>
              <a:t> </a:t>
            </a:r>
            <a:r>
              <a:rPr lang="en-US" u="sng" dirty="0" err="1">
                <a:highlight>
                  <a:srgbClr val="FFFF00"/>
                </a:highlight>
                <a:sym typeface="+mn-ea"/>
              </a:rPr>
              <a:t>vào</a:t>
            </a:r>
            <a:r>
              <a:rPr lang="en-US" u="sng" dirty="0">
                <a:highlight>
                  <a:srgbClr val="FFFF00"/>
                </a:highlight>
                <a:sym typeface="+mn-ea"/>
              </a:rPr>
              <a:t> </a:t>
            </a:r>
            <a:r>
              <a:rPr lang="en-US" u="sng" dirty="0" err="1">
                <a:highlight>
                  <a:srgbClr val="FFFF00"/>
                </a:highlight>
                <a:sym typeface="+mn-ea"/>
              </a:rPr>
              <a:t>hệ</a:t>
            </a:r>
            <a:r>
              <a:rPr lang="en-US" u="sng" dirty="0">
                <a:highlight>
                  <a:srgbClr val="FFFF00"/>
                </a:highlight>
                <a:sym typeface="+mn-ea"/>
              </a:rPr>
              <a:t> </a:t>
            </a:r>
            <a:r>
              <a:rPr lang="en-US" u="sng" dirty="0" err="1">
                <a:highlight>
                  <a:srgbClr val="FFFF00"/>
                </a:highlight>
                <a:sym typeface="+mn-ea"/>
              </a:rPr>
              <a:t>thống</a:t>
            </a:r>
            <a:r>
              <a:rPr lang="en-US" u="sng" dirty="0">
                <a:highlight>
                  <a:srgbClr val="FFFF00"/>
                </a:highlight>
                <a:sym typeface="+mn-ea"/>
              </a:rPr>
              <a:t> </a:t>
            </a:r>
            <a:r>
              <a:rPr lang="en-US" u="sng" dirty="0" err="1">
                <a:highlight>
                  <a:srgbClr val="FFFF00"/>
                </a:highlight>
                <a:sym typeface="+mn-ea"/>
              </a:rPr>
              <a:t>thông</a:t>
            </a:r>
            <a:r>
              <a:rPr lang="en-US" u="sng" dirty="0">
                <a:highlight>
                  <a:srgbClr val="FFFF00"/>
                </a:highlight>
                <a:sym typeface="+mn-ea"/>
              </a:rPr>
              <a:t> tin</a:t>
            </a:r>
            <a:r>
              <a:rPr lang="en-US" dirty="0">
                <a:highlight>
                  <a:srgbClr val="FFFF00"/>
                </a:highlight>
                <a:sym typeface="+mn-ea"/>
              </a:rPr>
              <a:t>;</a:t>
            </a:r>
            <a:endParaRPr lang="en-US" dirty="0">
              <a:highlight>
                <a:srgbClr val="FFFF00"/>
              </a:highlight>
            </a:endParaRPr>
          </a:p>
          <a:p>
            <a:endParaRPr lang="en-US" b="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ighlight>
                  <a:srgbClr val="FFFF00"/>
                </a:highlight>
                <a:sym typeface="+mn-ea"/>
              </a:rPr>
              <a:t>2. Ở </a:t>
            </a:r>
            <a:r>
              <a:rPr lang="en-US" dirty="0" err="1">
                <a:highlight>
                  <a:srgbClr val="FFFF00"/>
                </a:highlight>
                <a:sym typeface="+mn-ea"/>
              </a:rPr>
              <a:t>bất</a:t>
            </a:r>
            <a:r>
              <a:rPr lang="en-US" dirty="0">
                <a:highlight>
                  <a:srgbClr val="FFFF00"/>
                </a:highlight>
                <a:sym typeface="+mn-ea"/>
              </a:rPr>
              <a:t> </a:t>
            </a:r>
            <a:r>
              <a:rPr lang="en-US" dirty="0" err="1">
                <a:highlight>
                  <a:srgbClr val="FFFF00"/>
                </a:highlight>
                <a:sym typeface="+mn-ea"/>
              </a:rPr>
              <a:t>kỳ</a:t>
            </a:r>
            <a:r>
              <a:rPr lang="en-US" dirty="0">
                <a:highlight>
                  <a:srgbClr val="FFFF00"/>
                </a:highlight>
                <a:sym typeface="+mn-ea"/>
              </a:rPr>
              <a:t> </a:t>
            </a:r>
            <a:r>
              <a:rPr lang="en-US" dirty="0" err="1">
                <a:highlight>
                  <a:srgbClr val="FFFF00"/>
                </a:highlight>
                <a:sym typeface="+mn-ea"/>
              </a:rPr>
              <a:t>địa</a:t>
            </a:r>
            <a:r>
              <a:rPr lang="en-US" dirty="0">
                <a:highlight>
                  <a:srgbClr val="FFFF00"/>
                </a:highlight>
                <a:sym typeface="+mn-ea"/>
              </a:rPr>
              <a:t> </a:t>
            </a:r>
            <a:r>
              <a:rPr lang="en-US" dirty="0" err="1">
                <a:highlight>
                  <a:srgbClr val="FFFF00"/>
                </a:highlight>
                <a:sym typeface="+mn-ea"/>
              </a:rPr>
              <a:t>điểm</a:t>
            </a:r>
            <a:r>
              <a:rPr lang="en-US" dirty="0">
                <a:highlight>
                  <a:srgbClr val="FFFF00"/>
                </a:highlight>
                <a:sym typeface="+mn-ea"/>
              </a:rPr>
              <a:t> </a:t>
            </a:r>
            <a:r>
              <a:rPr lang="en-US" dirty="0" err="1">
                <a:highlight>
                  <a:srgbClr val="FFFF00"/>
                </a:highlight>
                <a:sym typeface="+mn-ea"/>
              </a:rPr>
              <a:t>nào</a:t>
            </a:r>
            <a:r>
              <a:rPr lang="en-US" dirty="0">
                <a:highlight>
                  <a:srgbClr val="FFFF00"/>
                </a:highlight>
                <a:sym typeface="+mn-ea"/>
              </a:rPr>
              <a:t> </a:t>
            </a:r>
            <a:r>
              <a:rPr lang="en-US" dirty="0" err="1">
                <a:highlight>
                  <a:srgbClr val="FFFF00"/>
                </a:highlight>
                <a:sym typeface="+mn-ea"/>
              </a:rPr>
              <a:t>thông</a:t>
            </a:r>
            <a:r>
              <a:rPr lang="en-US" dirty="0">
                <a:highlight>
                  <a:srgbClr val="FFFF00"/>
                </a:highlight>
                <a:sym typeface="+mn-ea"/>
              </a:rPr>
              <a:t> </a:t>
            </a:r>
            <a:r>
              <a:rPr lang="en-US" dirty="0" err="1">
                <a:highlight>
                  <a:srgbClr val="FFFF00"/>
                </a:highlight>
                <a:sym typeface="+mn-ea"/>
              </a:rPr>
              <a:t>điệp</a:t>
            </a:r>
            <a:r>
              <a:rPr lang="en-US" dirty="0">
                <a:highlight>
                  <a:srgbClr val="FFFF00"/>
                </a:highlight>
                <a:sym typeface="+mn-ea"/>
              </a:rPr>
              <a:t> </a:t>
            </a:r>
            <a:r>
              <a:rPr lang="en-US" dirty="0" err="1">
                <a:highlight>
                  <a:srgbClr val="FFFF00"/>
                </a:highlight>
                <a:sym typeface="+mn-ea"/>
              </a:rPr>
              <a:t>dữ</a:t>
            </a:r>
            <a:r>
              <a:rPr lang="en-US" dirty="0">
                <a:highlight>
                  <a:srgbClr val="FFFF00"/>
                </a:highlight>
                <a:sym typeface="+mn-ea"/>
              </a:rPr>
              <a:t> </a:t>
            </a:r>
            <a:r>
              <a:rPr lang="en-US" dirty="0" err="1">
                <a:highlight>
                  <a:srgbClr val="FFFF00"/>
                </a:highlight>
                <a:sym typeface="+mn-ea"/>
              </a:rPr>
              <a:t>liệu</a:t>
            </a:r>
            <a:r>
              <a:rPr lang="en-US" dirty="0">
                <a:highlight>
                  <a:srgbClr val="FFFF00"/>
                </a:highlight>
                <a:sym typeface="+mn-ea"/>
              </a:rPr>
              <a:t> </a:t>
            </a:r>
            <a:r>
              <a:rPr lang="en-US" dirty="0" err="1">
                <a:highlight>
                  <a:srgbClr val="FFFF00"/>
                </a:highlight>
                <a:sym typeface="+mn-ea"/>
              </a:rPr>
              <a:t>được</a:t>
            </a:r>
            <a:r>
              <a:rPr lang="en-US" dirty="0">
                <a:highlight>
                  <a:srgbClr val="FFFF00"/>
                </a:highlight>
                <a:sym typeface="+mn-ea"/>
              </a:rPr>
              <a:t> </a:t>
            </a:r>
            <a:r>
              <a:rPr lang="en-US" dirty="0" err="1">
                <a:highlight>
                  <a:srgbClr val="FFFF00"/>
                </a:highlight>
                <a:sym typeface="+mn-ea"/>
              </a:rPr>
              <a:t>gửi</a:t>
            </a:r>
            <a:r>
              <a:rPr lang="en-US" dirty="0">
                <a:highlight>
                  <a:srgbClr val="FFFF00"/>
                </a:highlight>
                <a:sym typeface="+mn-ea"/>
              </a:rPr>
              <a:t> </a:t>
            </a:r>
            <a:r>
              <a:rPr lang="en-US" dirty="0" err="1">
                <a:highlight>
                  <a:srgbClr val="FFFF00"/>
                </a:highlight>
                <a:sym typeface="+mn-ea"/>
              </a:rPr>
              <a:t>thì</a:t>
            </a:r>
            <a:r>
              <a:rPr lang="en-US" dirty="0">
                <a:highlight>
                  <a:srgbClr val="FFFF00"/>
                </a:highlight>
                <a:sym typeface="+mn-ea"/>
              </a:rPr>
              <a:t> </a:t>
            </a:r>
            <a:r>
              <a:rPr lang="en-US" i="1" u="sng" dirty="0" err="1">
                <a:solidFill>
                  <a:srgbClr val="FF0000"/>
                </a:solidFill>
                <a:highlight>
                  <a:srgbClr val="FFFF00"/>
                </a:highlight>
                <a:sym typeface="+mn-ea"/>
              </a:rPr>
              <a:t>địa</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điểm</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gửi</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thông</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điệp</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dữ</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liệu</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vẫn</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được</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coi</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là</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trụ</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sở</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của</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người</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khởi</a:t>
            </a:r>
            <a:r>
              <a:rPr lang="en-US" i="1" u="sng" dirty="0">
                <a:solidFill>
                  <a:srgbClr val="FF0000"/>
                </a:solidFill>
                <a:highlight>
                  <a:srgbClr val="FFFF00"/>
                </a:highlight>
                <a:sym typeface="+mn-ea"/>
              </a:rPr>
              <a:t> </a:t>
            </a:r>
            <a:r>
              <a:rPr lang="en-US" i="1" u="sng" dirty="0" err="1">
                <a:solidFill>
                  <a:srgbClr val="FF0000"/>
                </a:solidFill>
                <a:highlight>
                  <a:srgbClr val="FFFF00"/>
                </a:highlight>
                <a:sym typeface="+mn-ea"/>
              </a:rPr>
              <a:t>tạo</a:t>
            </a:r>
            <a:r>
              <a:rPr lang="en-US" dirty="0">
                <a:highlight>
                  <a:srgbClr val="FFFF00"/>
                </a:highlight>
                <a:sym typeface="+mn-ea"/>
              </a:rPr>
              <a:t> </a:t>
            </a:r>
            <a:r>
              <a:rPr lang="en-US" dirty="0" err="1">
                <a:highlight>
                  <a:srgbClr val="FFFF00"/>
                </a:highlight>
                <a:sym typeface="+mn-ea"/>
              </a:rPr>
              <a:t>nếu</a:t>
            </a:r>
            <a:r>
              <a:rPr lang="en-US" dirty="0">
                <a:highlight>
                  <a:srgbClr val="FFFF00"/>
                </a:highlight>
                <a:sym typeface="+mn-ea"/>
              </a:rPr>
              <a:t> </a:t>
            </a:r>
            <a:r>
              <a:rPr lang="en-US" dirty="0" err="1">
                <a:highlight>
                  <a:srgbClr val="FFFF00"/>
                </a:highlight>
                <a:sym typeface="+mn-ea"/>
              </a:rPr>
              <a:t>người</a:t>
            </a:r>
            <a:r>
              <a:rPr lang="en-US" dirty="0">
                <a:highlight>
                  <a:srgbClr val="FFFF00"/>
                </a:highlight>
                <a:sym typeface="+mn-ea"/>
              </a:rPr>
              <a:t> </a:t>
            </a:r>
            <a:r>
              <a:rPr lang="en-US" dirty="0" err="1">
                <a:highlight>
                  <a:srgbClr val="FFFF00"/>
                </a:highlight>
                <a:sym typeface="+mn-ea"/>
              </a:rPr>
              <a:t>khởi</a:t>
            </a:r>
            <a:r>
              <a:rPr lang="en-US" dirty="0">
                <a:highlight>
                  <a:srgbClr val="FFFF00"/>
                </a:highlight>
                <a:sym typeface="+mn-ea"/>
              </a:rPr>
              <a:t> </a:t>
            </a:r>
            <a:r>
              <a:rPr lang="en-US" dirty="0" err="1">
                <a:highlight>
                  <a:srgbClr val="FFFF00"/>
                </a:highlight>
                <a:sym typeface="+mn-ea"/>
              </a:rPr>
              <a:t>tạo</a:t>
            </a:r>
            <a:r>
              <a:rPr lang="en-US" dirty="0">
                <a:highlight>
                  <a:srgbClr val="FFFF00"/>
                </a:highlight>
                <a:sym typeface="+mn-ea"/>
              </a:rPr>
              <a:t> </a:t>
            </a:r>
            <a:r>
              <a:rPr lang="en-US" dirty="0" err="1">
                <a:highlight>
                  <a:srgbClr val="FFFF00"/>
                </a:highlight>
                <a:sym typeface="+mn-ea"/>
              </a:rPr>
              <a:t>là</a:t>
            </a:r>
            <a:r>
              <a:rPr lang="en-US" dirty="0">
                <a:highlight>
                  <a:srgbClr val="FFFF00"/>
                </a:highlight>
                <a:sym typeface="+mn-ea"/>
              </a:rPr>
              <a:t> </a:t>
            </a:r>
            <a:r>
              <a:rPr lang="en-US" dirty="0" err="1">
                <a:highlight>
                  <a:srgbClr val="00FFFF"/>
                </a:highlight>
                <a:sym typeface="+mn-ea"/>
              </a:rPr>
              <a:t>cơ</a:t>
            </a:r>
            <a:r>
              <a:rPr lang="en-US" dirty="0">
                <a:highlight>
                  <a:srgbClr val="00FFFF"/>
                </a:highlight>
                <a:sym typeface="+mn-ea"/>
              </a:rPr>
              <a:t> </a:t>
            </a:r>
            <a:r>
              <a:rPr lang="en-US" dirty="0" err="1">
                <a:highlight>
                  <a:srgbClr val="00FFFF"/>
                </a:highlight>
                <a:sym typeface="+mn-ea"/>
              </a:rPr>
              <a:t>quan</a:t>
            </a:r>
            <a:r>
              <a:rPr lang="en-US" dirty="0">
                <a:highlight>
                  <a:srgbClr val="00FFFF"/>
                </a:highlight>
                <a:sym typeface="+mn-ea"/>
              </a:rPr>
              <a:t>, </a:t>
            </a:r>
            <a:r>
              <a:rPr lang="en-US" dirty="0" err="1">
                <a:highlight>
                  <a:srgbClr val="00FFFF"/>
                </a:highlight>
                <a:sym typeface="+mn-ea"/>
              </a:rPr>
              <a:t>tổ</a:t>
            </a:r>
            <a:r>
              <a:rPr lang="en-US" dirty="0">
                <a:highlight>
                  <a:srgbClr val="00FFFF"/>
                </a:highlight>
                <a:sym typeface="+mn-ea"/>
              </a:rPr>
              <a:t> </a:t>
            </a:r>
            <a:r>
              <a:rPr lang="en-US" dirty="0" err="1">
                <a:highlight>
                  <a:srgbClr val="00FFFF"/>
                </a:highlight>
                <a:sym typeface="+mn-ea"/>
              </a:rPr>
              <a:t>chức</a:t>
            </a:r>
            <a:r>
              <a:rPr lang="en-US" dirty="0">
                <a:highlight>
                  <a:srgbClr val="00FFFF"/>
                </a:highlight>
                <a:sym typeface="+mn-ea"/>
              </a:rPr>
              <a:t> </a:t>
            </a:r>
            <a:r>
              <a:rPr lang="en-US" dirty="0" err="1">
                <a:solidFill>
                  <a:srgbClr val="FF0000"/>
                </a:solidFill>
                <a:highlight>
                  <a:srgbClr val="FFFF00"/>
                </a:highlight>
                <a:sym typeface="+mn-ea"/>
              </a:rPr>
              <a:t>hoặc</a:t>
            </a:r>
            <a:r>
              <a:rPr lang="en-US" dirty="0">
                <a:solidFill>
                  <a:srgbClr val="FF0000"/>
                </a:solidFill>
                <a:highlight>
                  <a:srgbClr val="FFFF00"/>
                </a:highlight>
                <a:sym typeface="+mn-ea"/>
              </a:rPr>
              <a:t> </a:t>
            </a:r>
            <a:r>
              <a:rPr lang="en-US" u="sng" dirty="0" err="1">
                <a:solidFill>
                  <a:srgbClr val="FF0000"/>
                </a:solidFill>
                <a:highlight>
                  <a:srgbClr val="FFFF00"/>
                </a:highlight>
                <a:sym typeface="+mn-ea"/>
              </a:rPr>
              <a:t>nơi</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cư</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trú</a:t>
            </a:r>
            <a:r>
              <a:rPr lang="en-US" u="sng" dirty="0">
                <a:solidFill>
                  <a:srgbClr val="FF0000"/>
                </a:solidFill>
                <a:highlight>
                  <a:srgbClr val="FFFF00"/>
                </a:highlight>
                <a:sym typeface="+mn-ea"/>
              </a:rPr>
              <a:t> </a:t>
            </a:r>
            <a:r>
              <a:rPr lang="en-US" dirty="0" err="1">
                <a:solidFill>
                  <a:srgbClr val="FF0000"/>
                </a:solidFill>
                <a:highlight>
                  <a:srgbClr val="FFFF00"/>
                </a:highlight>
                <a:sym typeface="+mn-ea"/>
              </a:rPr>
              <a:t>của</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người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khởi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tạo</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nếu</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người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khởi</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tạo</a:t>
            </a:r>
            <a:r>
              <a:rPr lang="en-US" dirty="0">
                <a:solidFill>
                  <a:srgbClr val="FF0000"/>
                </a:solidFill>
                <a:highlight>
                  <a:srgbClr val="FFFF00"/>
                </a:highlight>
                <a:sym typeface="+mn-ea"/>
              </a:rPr>
              <a:t> </a:t>
            </a:r>
            <a:r>
              <a:rPr lang="en-US" dirty="0" err="1">
                <a:solidFill>
                  <a:srgbClr val="FF0000"/>
                </a:solidFill>
                <a:highlight>
                  <a:srgbClr val="FFFF00"/>
                </a:highlight>
                <a:sym typeface="+mn-ea"/>
              </a:rPr>
              <a:t>là</a:t>
            </a:r>
            <a:r>
              <a:rPr lang="en-US" dirty="0">
                <a:solidFill>
                  <a:srgbClr val="FF0000"/>
                </a:solidFill>
                <a:highlight>
                  <a:srgbClr val="FFFF00"/>
                </a:highlight>
                <a:sym typeface="+mn-ea"/>
              </a:rPr>
              <a:t> </a:t>
            </a:r>
            <a:r>
              <a:rPr lang="en-US" dirty="0" err="1">
                <a:solidFill>
                  <a:srgbClr val="FF0000"/>
                </a:solidFill>
                <a:highlight>
                  <a:srgbClr val="00FFFF"/>
                </a:highlight>
                <a:sym typeface="+mn-ea"/>
              </a:rPr>
              <a:t>cá</a:t>
            </a:r>
            <a:r>
              <a:rPr lang="en-US" dirty="0">
                <a:solidFill>
                  <a:srgbClr val="FF0000"/>
                </a:solidFill>
                <a:highlight>
                  <a:srgbClr val="00FFFF"/>
                </a:highlight>
                <a:sym typeface="+mn-ea"/>
              </a:rPr>
              <a:t> </a:t>
            </a:r>
            <a:r>
              <a:rPr lang="en-US" dirty="0" err="1">
                <a:solidFill>
                  <a:srgbClr val="FF0000"/>
                </a:solidFill>
                <a:highlight>
                  <a:srgbClr val="00FFFF"/>
                </a:highlight>
                <a:sym typeface="+mn-ea"/>
              </a:rPr>
              <a:t>nhân</a:t>
            </a:r>
            <a:r>
              <a:rPr lang="en-US" dirty="0">
                <a:solidFill>
                  <a:srgbClr val="FF0000"/>
                </a:solidFill>
                <a:highlight>
                  <a:srgbClr val="FFFF00"/>
                </a:highlight>
                <a:sym typeface="+mn-ea"/>
              </a:rPr>
              <a:t>. </a:t>
            </a:r>
          </a:p>
          <a:p>
            <a:r>
              <a:rPr lang="en-US" dirty="0">
                <a:highlight>
                  <a:srgbClr val="FFFF00"/>
                </a:highlight>
                <a:sym typeface="+mn-ea"/>
              </a:rPr>
              <a:t>Trường </a:t>
            </a:r>
            <a:r>
              <a:rPr lang="en-US" dirty="0" err="1">
                <a:highlight>
                  <a:srgbClr val="FFFF00"/>
                </a:highlight>
                <a:sym typeface="+mn-ea"/>
              </a:rPr>
              <a:t>hợp</a:t>
            </a:r>
            <a:r>
              <a:rPr lang="en-US" dirty="0">
                <a:highlight>
                  <a:srgbClr val="FFFF00"/>
                </a:highlight>
                <a:sym typeface="+mn-ea"/>
              </a:rPr>
              <a:t> </a:t>
            </a:r>
            <a:r>
              <a:rPr lang="en-US" dirty="0" err="1">
                <a:highlight>
                  <a:srgbClr val="FFFF00"/>
                </a:highlight>
                <a:sym typeface="+mn-ea"/>
              </a:rPr>
              <a:t>người</a:t>
            </a:r>
            <a:r>
              <a:rPr lang="en-US" dirty="0">
                <a:highlight>
                  <a:srgbClr val="FFFF00"/>
                </a:highlight>
                <a:sym typeface="+mn-ea"/>
              </a:rPr>
              <a:t> </a:t>
            </a:r>
            <a:r>
              <a:rPr lang="en-US" dirty="0" err="1">
                <a:highlight>
                  <a:srgbClr val="FFFF00"/>
                </a:highlight>
                <a:sym typeface="+mn-ea"/>
              </a:rPr>
              <a:t>khởi</a:t>
            </a:r>
            <a:r>
              <a:rPr lang="en-US" dirty="0">
                <a:highlight>
                  <a:srgbClr val="FFFF00"/>
                </a:highlight>
                <a:sym typeface="+mn-ea"/>
              </a:rPr>
              <a:t> </a:t>
            </a:r>
            <a:r>
              <a:rPr lang="en-US" dirty="0" err="1">
                <a:highlight>
                  <a:srgbClr val="FFFF00"/>
                </a:highlight>
                <a:sym typeface="+mn-ea"/>
              </a:rPr>
              <a:t>tạo</a:t>
            </a:r>
            <a:r>
              <a:rPr lang="en-US" dirty="0">
                <a:highlight>
                  <a:srgbClr val="FFFF00"/>
                </a:highlight>
                <a:sym typeface="+mn-ea"/>
              </a:rPr>
              <a:t> </a:t>
            </a:r>
            <a:r>
              <a:rPr lang="en-US" dirty="0" err="1">
                <a:highlight>
                  <a:srgbClr val="FFFF00"/>
                </a:highlight>
                <a:sym typeface="+mn-ea"/>
              </a:rPr>
              <a:t>có</a:t>
            </a:r>
            <a:r>
              <a:rPr lang="en-US" dirty="0">
                <a:highlight>
                  <a:srgbClr val="FFFF00"/>
                </a:highlight>
                <a:sym typeface="+mn-ea"/>
              </a:rPr>
              <a:t> </a:t>
            </a:r>
            <a:r>
              <a:rPr lang="en-US" dirty="0" err="1">
                <a:highlight>
                  <a:srgbClr val="FFFF00"/>
                </a:highlight>
                <a:sym typeface="+mn-ea"/>
              </a:rPr>
              <a:t>nhiều</a:t>
            </a:r>
            <a:r>
              <a:rPr lang="en-US" dirty="0">
                <a:highlight>
                  <a:srgbClr val="FFFF00"/>
                </a:highlight>
                <a:sym typeface="+mn-ea"/>
              </a:rPr>
              <a:t> </a:t>
            </a:r>
            <a:r>
              <a:rPr lang="en-US" dirty="0" err="1">
                <a:highlight>
                  <a:srgbClr val="FFFF00"/>
                </a:highlight>
                <a:sym typeface="+mn-ea"/>
              </a:rPr>
              <a:t>trụ</a:t>
            </a:r>
            <a:r>
              <a:rPr lang="en-US" dirty="0">
                <a:highlight>
                  <a:srgbClr val="FFFF00"/>
                </a:highlight>
                <a:sym typeface="+mn-ea"/>
              </a:rPr>
              <a:t> </a:t>
            </a:r>
            <a:r>
              <a:rPr lang="en-US" dirty="0" err="1">
                <a:highlight>
                  <a:srgbClr val="FFFF00"/>
                </a:highlight>
                <a:sym typeface="+mn-ea"/>
              </a:rPr>
              <a:t>sở</a:t>
            </a:r>
            <a:r>
              <a:rPr lang="en-US" dirty="0">
                <a:highlight>
                  <a:srgbClr val="FFFF00"/>
                </a:highlight>
                <a:sym typeface="+mn-ea"/>
              </a:rPr>
              <a:t> </a:t>
            </a:r>
            <a:r>
              <a:rPr lang="en-US" dirty="0" err="1">
                <a:highlight>
                  <a:srgbClr val="FFFF00"/>
                </a:highlight>
                <a:sym typeface="+mn-ea"/>
              </a:rPr>
              <a:t>thì</a:t>
            </a:r>
            <a:r>
              <a:rPr lang="en-US" dirty="0">
                <a:highlight>
                  <a:srgbClr val="FFFF00"/>
                </a:highlight>
                <a:sym typeface="+mn-ea"/>
              </a:rPr>
              <a:t> </a:t>
            </a:r>
            <a:r>
              <a:rPr lang="en-US" dirty="0" err="1">
                <a:highlight>
                  <a:srgbClr val="FFFF00"/>
                </a:highlight>
                <a:sym typeface="+mn-ea"/>
              </a:rPr>
              <a:t>địa</a:t>
            </a:r>
            <a:r>
              <a:rPr lang="en-US" dirty="0">
                <a:highlight>
                  <a:srgbClr val="FFFF00"/>
                </a:highlight>
                <a:sym typeface="+mn-ea"/>
              </a:rPr>
              <a:t> </a:t>
            </a:r>
            <a:r>
              <a:rPr lang="en-US" dirty="0" err="1">
                <a:highlight>
                  <a:srgbClr val="FFFF00"/>
                </a:highlight>
                <a:sym typeface="+mn-ea"/>
              </a:rPr>
              <a:t>điểm</a:t>
            </a:r>
            <a:r>
              <a:rPr lang="en-US" dirty="0">
                <a:highlight>
                  <a:srgbClr val="FFFF00"/>
                </a:highlight>
                <a:sym typeface="+mn-ea"/>
              </a:rPr>
              <a:t> </a:t>
            </a:r>
            <a:r>
              <a:rPr lang="en-US" dirty="0" err="1">
                <a:highlight>
                  <a:srgbClr val="FFFF00"/>
                </a:highlight>
                <a:sym typeface="+mn-ea"/>
              </a:rPr>
              <a:t>gửi</a:t>
            </a:r>
            <a:r>
              <a:rPr lang="en-US" dirty="0">
                <a:highlight>
                  <a:srgbClr val="FFFF00"/>
                </a:highlight>
                <a:sym typeface="+mn-ea"/>
              </a:rPr>
              <a:t> </a:t>
            </a:r>
            <a:r>
              <a:rPr lang="en-US" dirty="0" err="1">
                <a:highlight>
                  <a:srgbClr val="FFFF00"/>
                </a:highlight>
                <a:sym typeface="+mn-ea"/>
              </a:rPr>
              <a:t>thông</a:t>
            </a:r>
            <a:r>
              <a:rPr lang="en-US" dirty="0">
                <a:highlight>
                  <a:srgbClr val="FFFF00"/>
                </a:highlight>
                <a:sym typeface="+mn-ea"/>
              </a:rPr>
              <a:t> </a:t>
            </a:r>
            <a:r>
              <a:rPr lang="en-US" dirty="0" err="1">
                <a:highlight>
                  <a:srgbClr val="FFFF00"/>
                </a:highlight>
                <a:sym typeface="+mn-ea"/>
              </a:rPr>
              <a:t>điệp</a:t>
            </a:r>
            <a:r>
              <a:rPr lang="en-US" dirty="0">
                <a:highlight>
                  <a:srgbClr val="FFFF00"/>
                </a:highlight>
                <a:sym typeface="+mn-ea"/>
              </a:rPr>
              <a:t> </a:t>
            </a:r>
            <a:r>
              <a:rPr lang="en-US" dirty="0" err="1">
                <a:highlight>
                  <a:srgbClr val="FFFF00"/>
                </a:highlight>
                <a:sym typeface="+mn-ea"/>
              </a:rPr>
              <a:t>dữ</a:t>
            </a:r>
            <a:r>
              <a:rPr lang="en-US" dirty="0">
                <a:highlight>
                  <a:srgbClr val="FFFF00"/>
                </a:highlight>
                <a:sym typeface="+mn-ea"/>
              </a:rPr>
              <a:t> </a:t>
            </a:r>
            <a:r>
              <a:rPr lang="en-US" dirty="0" err="1">
                <a:highlight>
                  <a:srgbClr val="FFFF00"/>
                </a:highlight>
                <a:sym typeface="+mn-ea"/>
              </a:rPr>
              <a:t>liệu</a:t>
            </a:r>
            <a:r>
              <a:rPr lang="en-US" dirty="0">
                <a:highlight>
                  <a:srgbClr val="FFFF00"/>
                </a:highlight>
                <a:sym typeface="+mn-ea"/>
              </a:rPr>
              <a:t> </a:t>
            </a:r>
            <a:r>
              <a:rPr lang="en-US" dirty="0" err="1">
                <a:highlight>
                  <a:srgbClr val="FFFF00"/>
                </a:highlight>
                <a:sym typeface="+mn-ea"/>
              </a:rPr>
              <a:t>là</a:t>
            </a:r>
            <a:r>
              <a:rPr lang="en-US" dirty="0">
                <a:highlight>
                  <a:srgbClr val="FFFF00"/>
                </a:highlight>
                <a:sym typeface="+mn-ea"/>
              </a:rPr>
              <a:t> </a:t>
            </a:r>
            <a:r>
              <a:rPr lang="en-US" u="sng" dirty="0" err="1">
                <a:solidFill>
                  <a:srgbClr val="FF0000"/>
                </a:solidFill>
                <a:highlight>
                  <a:srgbClr val="FFFF00"/>
                </a:highlight>
                <a:sym typeface="+mn-ea"/>
              </a:rPr>
              <a:t>trụ</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sở</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chính</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hoặc</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trụ</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sở</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có</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mối</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liên</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hệ</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mật</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thiết</a:t>
            </a:r>
            <a:r>
              <a:rPr lang="en-US" u="sng" dirty="0">
                <a:solidFill>
                  <a:srgbClr val="FF0000"/>
                </a:solidFill>
                <a:highlight>
                  <a:srgbClr val="FFFF00"/>
                </a:highlight>
                <a:sym typeface="+mn-ea"/>
              </a:rPr>
              <a:t> </a:t>
            </a:r>
            <a:r>
              <a:rPr lang="en-US" u="sng" dirty="0" err="1">
                <a:solidFill>
                  <a:srgbClr val="FF0000"/>
                </a:solidFill>
                <a:highlight>
                  <a:srgbClr val="FFFF00"/>
                </a:highlight>
                <a:sym typeface="+mn-ea"/>
              </a:rPr>
              <a:t>nhất</a:t>
            </a:r>
            <a:r>
              <a:rPr lang="en-US" u="sng" dirty="0">
                <a:solidFill>
                  <a:srgbClr val="FF0000"/>
                </a:solidFill>
                <a:highlight>
                  <a:srgbClr val="FFFF00"/>
                </a:highlight>
                <a:sym typeface="+mn-ea"/>
              </a:rPr>
              <a:t> </a:t>
            </a:r>
            <a:r>
              <a:rPr lang="en-US" dirty="0" err="1">
                <a:highlight>
                  <a:srgbClr val="FFFF00"/>
                </a:highlight>
                <a:sym typeface="+mn-ea"/>
              </a:rPr>
              <a:t>với</a:t>
            </a:r>
            <a:r>
              <a:rPr lang="en-US" dirty="0">
                <a:highlight>
                  <a:srgbClr val="FFFF00"/>
                </a:highlight>
                <a:sym typeface="+mn-ea"/>
              </a:rPr>
              <a:t> </a:t>
            </a:r>
            <a:r>
              <a:rPr lang="en-US" dirty="0" err="1">
                <a:highlight>
                  <a:srgbClr val="FFFF00"/>
                </a:highlight>
                <a:sym typeface="+mn-ea"/>
              </a:rPr>
              <a:t>giao</a:t>
            </a:r>
            <a:r>
              <a:rPr lang="en-US" dirty="0">
                <a:highlight>
                  <a:srgbClr val="FFFF00"/>
                </a:highlight>
                <a:sym typeface="+mn-ea"/>
              </a:rPr>
              <a:t> </a:t>
            </a:r>
            <a:r>
              <a:rPr lang="en-US" dirty="0" err="1">
                <a:highlight>
                  <a:srgbClr val="FFFF00"/>
                </a:highlight>
                <a:sym typeface="+mn-ea"/>
              </a:rPr>
              <a:t>dịch</a:t>
            </a:r>
            <a:r>
              <a:rPr lang="en-US" dirty="0">
                <a:highlight>
                  <a:srgbClr val="FFFF00"/>
                </a:highlight>
                <a:sym typeface="+mn-ea"/>
              </a:rPr>
              <a:t>.</a:t>
            </a:r>
            <a:endParaRPr lang="en-US" dirty="0">
              <a:highlight>
                <a:srgbClr val="FFFF00"/>
              </a:highlight>
            </a:endParaRPr>
          </a:p>
          <a:p>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err="1"/>
              <a:t>Điều</a:t>
            </a:r>
            <a:r>
              <a:rPr lang="en-US" dirty="0"/>
              <a:t> 17. </a:t>
            </a:r>
            <a:r>
              <a:rPr lang="en-US" dirty="0" err="1"/>
              <a:t>Thời</a:t>
            </a:r>
            <a:r>
              <a:rPr lang="en-US" dirty="0"/>
              <a:t> </a:t>
            </a:r>
            <a:r>
              <a:rPr lang="en-US" dirty="0" err="1"/>
              <a:t>điểm</a:t>
            </a:r>
            <a:r>
              <a:rPr lang="en-US" dirty="0"/>
              <a:t>, </a:t>
            </a:r>
            <a:r>
              <a:rPr lang="en-US" dirty="0" err="1"/>
              <a:t>địa</a:t>
            </a:r>
            <a:r>
              <a:rPr lang="en-US" dirty="0"/>
              <a:t> </a:t>
            </a:r>
            <a:r>
              <a:rPr lang="en-US" dirty="0" err="1"/>
              <a:t>điểm</a:t>
            </a:r>
            <a:r>
              <a:rPr lang="en-US" dirty="0"/>
              <a:t> </a:t>
            </a:r>
            <a:r>
              <a:rPr lang="en-US" dirty="0" err="1"/>
              <a:t>nhận</a:t>
            </a:r>
            <a:r>
              <a:rPr lang="en-US" dirty="0"/>
              <a:t> </a:t>
            </a:r>
            <a:r>
              <a:rPr lang="en-US" dirty="0" err="1"/>
              <a:t>thông</a:t>
            </a:r>
            <a:r>
              <a:rPr lang="en-US" dirty="0"/>
              <a:t> </a:t>
            </a:r>
            <a:r>
              <a:rPr lang="en-US" dirty="0" err="1"/>
              <a:t>điệp</a:t>
            </a:r>
            <a:r>
              <a:rPr lang="en-US" dirty="0"/>
              <a:t> </a:t>
            </a:r>
            <a:r>
              <a:rPr lang="en-US" dirty="0" err="1"/>
              <a:t>dữ</a:t>
            </a:r>
            <a:r>
              <a:rPr lang="en-US" dirty="0"/>
              <a:t> </a:t>
            </a:r>
            <a:r>
              <a:rPr lang="en-US" dirty="0" err="1"/>
              <a:t>liệu</a:t>
            </a:r>
            <a:endParaRPr lang="en-US" dirty="0"/>
          </a:p>
          <a:p>
            <a:r>
              <a:rPr lang="en-US" dirty="0" err="1">
                <a:solidFill>
                  <a:srgbClr val="FF0000"/>
                </a:solidFill>
              </a:rPr>
              <a:t>Nếu</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thỏa</a:t>
            </a:r>
            <a:r>
              <a:rPr lang="en-US" dirty="0">
                <a:solidFill>
                  <a:srgbClr val="FF0000"/>
                </a:solidFill>
              </a:rPr>
              <a:t> </a:t>
            </a:r>
            <a:r>
              <a:rPr lang="en-US" dirty="0" err="1">
                <a:solidFill>
                  <a:srgbClr val="FF0000"/>
                </a:solidFill>
              </a:rPr>
              <a:t>thuận</a:t>
            </a:r>
            <a:endParaRPr lang="en-US" dirty="0">
              <a:solidFill>
                <a:srgbClr val="FF0000"/>
              </a:solidFill>
            </a:endParaRPr>
          </a:p>
          <a:p>
            <a:pPr lvl="1"/>
            <a:r>
              <a:rPr lang="en-US" dirty="0" err="1">
                <a:solidFill>
                  <a:srgbClr val="FF0000"/>
                </a:solidFill>
              </a:rPr>
              <a:t>Vd</a:t>
            </a:r>
            <a:r>
              <a:rPr lang="en-US" dirty="0">
                <a:solidFill>
                  <a:srgbClr val="FF0000"/>
                </a:solidFill>
              </a:rPr>
              <a:t>: 21h </a:t>
            </a:r>
            <a:r>
              <a:rPr lang="en-US" dirty="0" err="1">
                <a:solidFill>
                  <a:srgbClr val="FF0000"/>
                </a:solidFill>
              </a:rPr>
              <a:t>tối</a:t>
            </a:r>
            <a:r>
              <a:rPr lang="en-US" dirty="0">
                <a:solidFill>
                  <a:srgbClr val="FF0000"/>
                </a:solidFill>
              </a:rPr>
              <a:t> nay </a:t>
            </a:r>
            <a:r>
              <a:rPr lang="en-US" dirty="0" err="1">
                <a:solidFill>
                  <a:srgbClr val="FF0000"/>
                </a:solidFill>
              </a:rPr>
              <a:t>không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phản</a:t>
            </a:r>
            <a:r>
              <a:rPr lang="en-US" dirty="0">
                <a:solidFill>
                  <a:srgbClr val="FF0000"/>
                </a:solidFill>
              </a:rPr>
              <a:t> </a:t>
            </a:r>
            <a:r>
              <a:rPr lang="en-US" dirty="0" err="1">
                <a:solidFill>
                  <a:srgbClr val="FF0000"/>
                </a:solidFill>
              </a:rPr>
              <a:t>hồi</a:t>
            </a:r>
            <a:r>
              <a:rPr lang="en-US" dirty="0">
                <a:solidFill>
                  <a:srgbClr val="FF0000"/>
                </a:solidFill>
              </a:rPr>
              <a:t> </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coi</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như</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đã</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nhận</a:t>
            </a:r>
            <a:r>
              <a:rPr lang="en-US" dirty="0">
                <a:solidFill>
                  <a:srgbClr val="FF0000"/>
                </a:solidFill>
                <a:sym typeface="Wingdings" panose="05000000000000000000" pitchFamily="2" charset="2"/>
              </a:rPr>
              <a:t> </a:t>
            </a:r>
            <a:r>
              <a:rPr lang="en-US" dirty="0" err="1">
                <a:solidFill>
                  <a:srgbClr val="FF0000"/>
                </a:solidFill>
                <a:sym typeface="Wingdings" panose="05000000000000000000" pitchFamily="2" charset="2"/>
              </a:rPr>
              <a:t>được</a:t>
            </a:r>
            <a:r>
              <a:rPr lang="en-US" dirty="0">
                <a:solidFill>
                  <a:srgbClr val="FF0000"/>
                </a:solidFill>
                <a:sym typeface="Wingdings" panose="05000000000000000000" pitchFamily="2" charset="2"/>
              </a:rPr>
              <a:t>.</a:t>
            </a:r>
            <a:endParaRPr lang="en-US" dirty="0">
              <a:solidFill>
                <a:srgbClr val="FF0000"/>
              </a:solidFill>
            </a:endParaRPr>
          </a:p>
          <a:p>
            <a:r>
              <a:rPr lang="en-US" dirty="0" err="1">
                <a:solidFill>
                  <a:srgbClr val="FF0000"/>
                </a:solidFill>
              </a:rPr>
              <a:t>Nếu</a:t>
            </a:r>
            <a:r>
              <a:rPr lang="en-US" dirty="0">
                <a:solidFill>
                  <a:srgbClr val="FF0000"/>
                </a:solidFill>
              </a:rPr>
              <a:t> </a:t>
            </a:r>
            <a:r>
              <a:rPr lang="en-US" dirty="0" err="1">
                <a:solidFill>
                  <a:srgbClr val="FF0000"/>
                </a:solidFill>
              </a:rPr>
              <a:t>không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thỏa</a:t>
            </a:r>
            <a:r>
              <a:rPr lang="en-US" dirty="0">
                <a:solidFill>
                  <a:srgbClr val="FF0000"/>
                </a:solidFill>
              </a:rPr>
              <a:t> </a:t>
            </a:r>
            <a:r>
              <a:rPr lang="en-US" dirty="0" err="1">
                <a:solidFill>
                  <a:srgbClr val="FF0000"/>
                </a:solidFill>
              </a:rPr>
              <a:t>thuận</a:t>
            </a:r>
            <a:endParaRPr lang="en-US"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1000"/>
            <a:ext cx="6705600" cy="976630"/>
          </a:xfrm>
        </p:spPr>
        <p:txBody>
          <a:bodyPr/>
          <a:lstStyle/>
          <a:p>
            <a:r>
              <a:rPr lang="en-US">
                <a:sym typeface="+mn-ea"/>
              </a:rPr>
              <a:t>Điều 17. Thời điểm, địa điểm nhận thông điệp dữ liệu</a:t>
            </a:r>
            <a:endParaRPr lang="en-US"/>
          </a:p>
        </p:txBody>
      </p:sp>
      <p:sp>
        <p:nvSpPr>
          <p:cNvPr id="3" name="Content Placeholder 2"/>
          <p:cNvSpPr>
            <a:spLocks noGrp="1"/>
          </p:cNvSpPr>
          <p:nvPr>
            <p:ph idx="1"/>
          </p:nvPr>
        </p:nvSpPr>
        <p:spPr/>
        <p:txBody>
          <a:bodyPr/>
          <a:lstStyle/>
          <a:p>
            <a:r>
              <a:rPr lang="en-US" sz="2400" dirty="0">
                <a:sym typeface="+mn-ea"/>
              </a:rPr>
              <a:t>1. Trường </a:t>
            </a:r>
            <a:r>
              <a:rPr lang="en-US" sz="2400" dirty="0" err="1">
                <a:sym typeface="+mn-ea"/>
              </a:rPr>
              <a:t>hợp</a:t>
            </a:r>
            <a:r>
              <a:rPr lang="en-US" sz="2400" dirty="0">
                <a:sym typeface="+mn-ea"/>
              </a:rPr>
              <a:t> </a:t>
            </a:r>
            <a:r>
              <a:rPr lang="en-US" sz="2400" i="1" u="sng" dirty="0" err="1">
                <a:highlight>
                  <a:srgbClr val="FFFF00"/>
                </a:highlight>
                <a:sym typeface="+mn-ea"/>
              </a:rPr>
              <a:t>người</a:t>
            </a:r>
            <a:r>
              <a:rPr lang="en-US" sz="2400" i="1" u="sng" dirty="0">
                <a:highlight>
                  <a:srgbClr val="FFFF00"/>
                </a:highlight>
                <a:sym typeface="+mn-ea"/>
              </a:rPr>
              <a:t> </a:t>
            </a:r>
            <a:r>
              <a:rPr lang="en-US" sz="2400" i="1" u="sng" dirty="0" err="1">
                <a:highlight>
                  <a:srgbClr val="FFFF00"/>
                </a:highlight>
                <a:sym typeface="+mn-ea"/>
              </a:rPr>
              <a:t>nhận</a:t>
            </a:r>
            <a:r>
              <a:rPr lang="en-US" sz="2400" i="1" u="sng" dirty="0">
                <a:highlight>
                  <a:srgbClr val="FFFF00"/>
                </a:highlight>
                <a:sym typeface="+mn-ea"/>
              </a:rPr>
              <a:t> </a:t>
            </a:r>
            <a:r>
              <a:rPr lang="en-US" sz="2400" i="1" u="sng" dirty="0" err="1">
                <a:highlight>
                  <a:srgbClr val="00FFFF"/>
                </a:highlight>
                <a:sym typeface="+mn-ea"/>
              </a:rPr>
              <a:t>đã</a:t>
            </a:r>
            <a:r>
              <a:rPr lang="en-US" sz="2400" i="1" u="sng" dirty="0">
                <a:highlight>
                  <a:srgbClr val="00FFFF"/>
                </a:highlight>
                <a:sym typeface="+mn-ea"/>
              </a:rPr>
              <a:t> </a:t>
            </a:r>
            <a:r>
              <a:rPr lang="en-US" sz="2400" i="1" u="sng" dirty="0" err="1">
                <a:highlight>
                  <a:srgbClr val="00FFFF"/>
                </a:highlight>
                <a:sym typeface="+mn-ea"/>
              </a:rPr>
              <a:t>chỉ</a:t>
            </a:r>
            <a:r>
              <a:rPr lang="en-US" sz="2400" i="1" u="sng" dirty="0">
                <a:highlight>
                  <a:srgbClr val="00FFFF"/>
                </a:highlight>
                <a:sym typeface="+mn-ea"/>
              </a:rPr>
              <a:t> </a:t>
            </a:r>
            <a:r>
              <a:rPr lang="en-US" sz="2400" i="1" u="sng" dirty="0" err="1">
                <a:highlight>
                  <a:srgbClr val="00FFFF"/>
                </a:highlight>
                <a:sym typeface="+mn-ea"/>
              </a:rPr>
              <a:t>định</a:t>
            </a:r>
            <a:r>
              <a:rPr lang="en-US" sz="2400" i="1" u="sng" dirty="0">
                <a:highlight>
                  <a:srgbClr val="00FFFF"/>
                </a:highlight>
                <a:sym typeface="+mn-ea"/>
              </a:rPr>
              <a:t> </a:t>
            </a:r>
            <a:r>
              <a:rPr lang="en-US" sz="2400" i="1" u="sng" dirty="0" err="1">
                <a:highlight>
                  <a:srgbClr val="FFFF00"/>
                </a:highlight>
                <a:sym typeface="+mn-ea"/>
              </a:rPr>
              <a:t>một</a:t>
            </a:r>
            <a:r>
              <a:rPr lang="en-US" sz="2400" i="1" u="sng" dirty="0">
                <a:highlight>
                  <a:srgbClr val="FFFF00"/>
                </a:highlight>
                <a:sym typeface="+mn-ea"/>
              </a:rPr>
              <a:t> </a:t>
            </a:r>
            <a:r>
              <a:rPr lang="en-US" sz="2400" i="1" u="sng" dirty="0" err="1">
                <a:highlight>
                  <a:srgbClr val="FFFF00"/>
                </a:highlight>
                <a:sym typeface="+mn-ea"/>
              </a:rPr>
              <a:t>hệ</a:t>
            </a:r>
            <a:r>
              <a:rPr lang="en-US" sz="2400" i="1" u="sng" dirty="0">
                <a:highlight>
                  <a:srgbClr val="FFFF00"/>
                </a:highlight>
                <a:sym typeface="+mn-ea"/>
              </a:rPr>
              <a:t> </a:t>
            </a:r>
            <a:r>
              <a:rPr lang="en-US" sz="2400" i="1" u="sng" dirty="0" err="1">
                <a:highlight>
                  <a:srgbClr val="FFFF00"/>
                </a:highlight>
                <a:sym typeface="+mn-ea"/>
              </a:rPr>
              <a:t>thống</a:t>
            </a:r>
            <a:r>
              <a:rPr lang="en-US" sz="2400" i="1" u="sng" dirty="0">
                <a:highlight>
                  <a:srgbClr val="FFFF00"/>
                </a:highlight>
                <a:sym typeface="+mn-ea"/>
              </a:rPr>
              <a:t> </a:t>
            </a:r>
            <a:r>
              <a:rPr lang="en-US" sz="2400" i="1" u="sng" dirty="0" err="1">
                <a:highlight>
                  <a:srgbClr val="FFFF00"/>
                </a:highlight>
                <a:sym typeface="+mn-ea"/>
              </a:rPr>
              <a:t>thông</a:t>
            </a:r>
            <a:r>
              <a:rPr lang="en-US" sz="2400" i="1" u="sng" dirty="0">
                <a:highlight>
                  <a:srgbClr val="FFFF00"/>
                </a:highlight>
                <a:sym typeface="+mn-ea"/>
              </a:rPr>
              <a:t> tin </a:t>
            </a:r>
            <a:r>
              <a:rPr lang="en-US" sz="2400" i="1" u="sng" dirty="0" err="1">
                <a:highlight>
                  <a:srgbClr val="FFFF00"/>
                </a:highlight>
                <a:sym typeface="+mn-ea"/>
              </a:rPr>
              <a:t>để</a:t>
            </a:r>
            <a:r>
              <a:rPr lang="en-US" sz="2400" i="1" u="sng" dirty="0">
                <a:highlight>
                  <a:srgbClr val="FFFF00"/>
                </a:highlight>
                <a:sym typeface="+mn-ea"/>
              </a:rPr>
              <a:t> </a:t>
            </a:r>
            <a:r>
              <a:rPr lang="en-US" sz="2400" i="1" u="sng" dirty="0" err="1">
                <a:highlight>
                  <a:srgbClr val="FFFF00"/>
                </a:highlight>
                <a:sym typeface="+mn-ea"/>
              </a:rPr>
              <a:t>nhận</a:t>
            </a:r>
            <a:r>
              <a:rPr lang="en-US" sz="2400" i="1" u="sng" dirty="0">
                <a:highlight>
                  <a:srgbClr val="FFFF00"/>
                </a:highlight>
                <a:sym typeface="+mn-ea"/>
              </a:rPr>
              <a:t> </a:t>
            </a:r>
            <a:r>
              <a:rPr lang="en-US" sz="2400" i="1" u="sng" dirty="0" err="1">
                <a:highlight>
                  <a:srgbClr val="FFFF00"/>
                </a:highlight>
                <a:sym typeface="+mn-ea"/>
              </a:rPr>
              <a:t>thông</a:t>
            </a:r>
            <a:r>
              <a:rPr lang="en-US" sz="2400" i="1" u="sng" dirty="0">
                <a:highlight>
                  <a:srgbClr val="FFFF00"/>
                </a:highlight>
                <a:sym typeface="+mn-ea"/>
              </a:rPr>
              <a:t> </a:t>
            </a:r>
            <a:r>
              <a:rPr lang="en-US" sz="2400" i="1" u="sng" dirty="0" err="1">
                <a:highlight>
                  <a:srgbClr val="FFFF00"/>
                </a:highlight>
                <a:sym typeface="+mn-ea"/>
              </a:rPr>
              <a:t>điệp</a:t>
            </a:r>
            <a:r>
              <a:rPr lang="en-US" sz="2400" i="1" u="sng" dirty="0">
                <a:highlight>
                  <a:srgbClr val="FFFF00"/>
                </a:highlight>
                <a:sym typeface="+mn-ea"/>
              </a:rPr>
              <a:t> </a:t>
            </a:r>
            <a:r>
              <a:rPr lang="en-US" sz="2400" i="1" u="sng" dirty="0" err="1">
                <a:highlight>
                  <a:srgbClr val="FFFF00"/>
                </a:highlight>
                <a:sym typeface="+mn-ea"/>
              </a:rPr>
              <a:t>dữ</a:t>
            </a:r>
            <a:r>
              <a:rPr lang="en-US" sz="2400" i="1" u="sng" dirty="0">
                <a:highlight>
                  <a:srgbClr val="FFFF00"/>
                </a:highlight>
                <a:sym typeface="+mn-ea"/>
              </a:rPr>
              <a:t> </a:t>
            </a:r>
            <a:r>
              <a:rPr lang="en-US" sz="2400" i="1" u="sng" dirty="0" err="1">
                <a:highlight>
                  <a:srgbClr val="FFFF00"/>
                </a:highlight>
                <a:sym typeface="+mn-ea"/>
              </a:rPr>
              <a:t>liệu</a:t>
            </a:r>
            <a:r>
              <a:rPr lang="en-US" sz="2400" i="1" u="sng" dirty="0">
                <a:highlight>
                  <a:srgbClr val="FFFF00"/>
                </a:highlight>
                <a:sym typeface="+mn-ea"/>
              </a:rPr>
              <a:t> </a:t>
            </a:r>
            <a:r>
              <a:rPr lang="en-US" sz="2400" i="1" u="sng" dirty="0" err="1">
                <a:highlight>
                  <a:srgbClr val="FFFF00"/>
                </a:highlight>
                <a:sym typeface="+mn-ea"/>
              </a:rPr>
              <a:t>thì</a:t>
            </a:r>
            <a:r>
              <a:rPr lang="en-US" sz="2400" i="1" u="sng" dirty="0">
                <a:highlight>
                  <a:srgbClr val="FFFF00"/>
                </a:highlight>
                <a:sym typeface="+mn-ea"/>
              </a:rPr>
              <a:t> </a:t>
            </a:r>
            <a:r>
              <a:rPr lang="en-US" sz="2400" i="1" u="sng" dirty="0" err="1">
                <a:solidFill>
                  <a:srgbClr val="FF0000"/>
                </a:solidFill>
                <a:highlight>
                  <a:srgbClr val="FFFF00"/>
                </a:highlight>
                <a:sym typeface="+mn-ea"/>
              </a:rPr>
              <a:t>thời</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điểm</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nhận</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là</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thời</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điểm</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thông</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điệp</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dữ</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liệu</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nhập</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vào</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hệ</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thống</a:t>
            </a:r>
            <a:r>
              <a:rPr lang="en-US" sz="2400" i="1" u="sng" dirty="0">
                <a:solidFill>
                  <a:srgbClr val="FF0000"/>
                </a:solidFill>
                <a:highlight>
                  <a:srgbClr val="FFFF00"/>
                </a:highlight>
                <a:sym typeface="+mn-ea"/>
              </a:rPr>
              <a:t> </a:t>
            </a:r>
            <a:r>
              <a:rPr lang="en-US" sz="2400" i="1" u="sng" dirty="0" err="1">
                <a:solidFill>
                  <a:srgbClr val="FF0000"/>
                </a:solidFill>
                <a:highlight>
                  <a:srgbClr val="FFFF00"/>
                </a:highlight>
                <a:sym typeface="+mn-ea"/>
              </a:rPr>
              <a:t>thông</a:t>
            </a:r>
            <a:r>
              <a:rPr lang="en-US" sz="2400" i="1" u="sng" dirty="0">
                <a:solidFill>
                  <a:srgbClr val="FF0000"/>
                </a:solidFill>
                <a:highlight>
                  <a:srgbClr val="FFFF00"/>
                </a:highlight>
                <a:sym typeface="+mn-ea"/>
              </a:rPr>
              <a:t> tin </a:t>
            </a:r>
            <a:r>
              <a:rPr lang="en-US" sz="2400" i="1" u="sng" dirty="0" err="1">
                <a:highlight>
                  <a:srgbClr val="00FFFF"/>
                </a:highlight>
                <a:sym typeface="+mn-ea"/>
              </a:rPr>
              <a:t>được</a:t>
            </a:r>
            <a:r>
              <a:rPr lang="en-US" sz="2400" i="1" u="sng" dirty="0">
                <a:highlight>
                  <a:srgbClr val="00FFFF"/>
                </a:highlight>
                <a:sym typeface="+mn-ea"/>
              </a:rPr>
              <a:t> </a:t>
            </a:r>
            <a:r>
              <a:rPr lang="en-US" sz="2400" i="1" u="sng" dirty="0" err="1">
                <a:highlight>
                  <a:srgbClr val="00FFFF"/>
                </a:highlight>
                <a:sym typeface="+mn-ea"/>
              </a:rPr>
              <a:t>chỉ</a:t>
            </a:r>
            <a:r>
              <a:rPr lang="en-US" sz="2400" i="1" u="sng" dirty="0">
                <a:highlight>
                  <a:srgbClr val="00FFFF"/>
                </a:highlight>
                <a:sym typeface="+mn-ea"/>
              </a:rPr>
              <a:t> </a:t>
            </a:r>
            <a:r>
              <a:rPr lang="en-US" sz="2400" i="1" u="sng" dirty="0" err="1">
                <a:highlight>
                  <a:srgbClr val="00FFFF"/>
                </a:highlight>
                <a:sym typeface="+mn-ea"/>
              </a:rPr>
              <a:t>định</a:t>
            </a:r>
            <a:r>
              <a:rPr lang="en-US" sz="2400" dirty="0">
                <a:highlight>
                  <a:srgbClr val="00FFFF"/>
                </a:highlight>
                <a:sym typeface="+mn-ea"/>
              </a:rPr>
              <a:t> </a:t>
            </a:r>
            <a:r>
              <a:rPr lang="en-US" sz="2400" dirty="0" err="1">
                <a:sym typeface="+mn-ea"/>
              </a:rPr>
              <a:t>và</a:t>
            </a:r>
            <a:r>
              <a:rPr lang="en-US" sz="2400" dirty="0">
                <a:sym typeface="+mn-ea"/>
              </a:rPr>
              <a:t> </a:t>
            </a:r>
            <a:r>
              <a:rPr lang="en-US" sz="2400" dirty="0" err="1">
                <a:sym typeface="+mn-ea"/>
              </a:rPr>
              <a:t>có</a:t>
            </a:r>
            <a:r>
              <a:rPr lang="en-US" sz="2400" dirty="0">
                <a:sym typeface="+mn-ea"/>
              </a:rPr>
              <a:t> </a:t>
            </a:r>
            <a:r>
              <a:rPr lang="en-US" sz="2400" dirty="0" err="1">
                <a:sym typeface="+mn-ea"/>
              </a:rPr>
              <a:t>thể</a:t>
            </a:r>
            <a:r>
              <a:rPr lang="en-US" sz="2400" dirty="0">
                <a:sym typeface="+mn-ea"/>
              </a:rPr>
              <a:t> </a:t>
            </a:r>
            <a:r>
              <a:rPr lang="en-US" sz="2400" dirty="0" err="1">
                <a:sym typeface="+mn-ea"/>
              </a:rPr>
              <a:t>truy</a:t>
            </a:r>
            <a:r>
              <a:rPr lang="en-US" sz="2400" dirty="0">
                <a:sym typeface="+mn-ea"/>
              </a:rPr>
              <a:t> </a:t>
            </a:r>
            <a:r>
              <a:rPr lang="en-US" sz="2400" dirty="0" err="1">
                <a:sym typeface="+mn-ea"/>
              </a:rPr>
              <a:t>cập</a:t>
            </a:r>
            <a:r>
              <a:rPr lang="en-US" sz="2400" dirty="0">
                <a:sym typeface="+mn-ea"/>
              </a:rPr>
              <a:t> </a:t>
            </a:r>
            <a:r>
              <a:rPr lang="en-US" sz="2400" dirty="0" err="1">
                <a:sym typeface="+mn-ea"/>
              </a:rPr>
              <a:t>được</a:t>
            </a:r>
            <a:r>
              <a:rPr lang="en-US" sz="2400" dirty="0">
                <a:sym typeface="+mn-ea"/>
              </a:rPr>
              <a:t>; </a:t>
            </a:r>
          </a:p>
          <a:p>
            <a:pPr lvl="1"/>
            <a:r>
              <a:rPr lang="en-US" sz="2400" dirty="0" err="1">
                <a:sym typeface="+mn-ea"/>
              </a:rPr>
              <a:t>Vd</a:t>
            </a:r>
            <a:r>
              <a:rPr lang="en-US" sz="2400" dirty="0">
                <a:sym typeface="+mn-ea"/>
              </a:rPr>
              <a:t>: </a:t>
            </a:r>
            <a:r>
              <a:rPr lang="en-US" sz="2400" dirty="0" err="1">
                <a:sym typeface="+mn-ea"/>
              </a:rPr>
              <a:t>thống</a:t>
            </a:r>
            <a:r>
              <a:rPr lang="en-US" sz="2400" dirty="0">
                <a:sym typeface="+mn-ea"/>
              </a:rPr>
              <a:t> </a:t>
            </a:r>
            <a:r>
              <a:rPr lang="en-US" sz="2400" dirty="0" err="1">
                <a:sym typeface="+mn-ea"/>
              </a:rPr>
              <a:t>nhất</a:t>
            </a:r>
            <a:r>
              <a:rPr lang="en-US" sz="2400" dirty="0">
                <a:sym typeface="+mn-ea"/>
              </a:rPr>
              <a:t> </a:t>
            </a:r>
            <a:r>
              <a:rPr lang="en-US" sz="2400" dirty="0" err="1">
                <a:sym typeface="+mn-ea"/>
              </a:rPr>
              <a:t>nhận</a:t>
            </a:r>
            <a:r>
              <a:rPr lang="en-US" sz="2400" dirty="0">
                <a:sym typeface="+mn-ea"/>
              </a:rPr>
              <a:t> file qua </a:t>
            </a:r>
            <a:r>
              <a:rPr lang="en-US" sz="2400" dirty="0" err="1">
                <a:sym typeface="+mn-ea"/>
              </a:rPr>
              <a:t>Zalo</a:t>
            </a:r>
            <a:r>
              <a:rPr lang="en-US" sz="2400" dirty="0">
                <a:sym typeface="+mn-ea"/>
              </a:rPr>
              <a:t>.</a:t>
            </a:r>
          </a:p>
          <a:p>
            <a:r>
              <a:rPr lang="en-US" sz="2400" dirty="0" err="1">
                <a:highlight>
                  <a:srgbClr val="FFFF00"/>
                </a:highlight>
                <a:sym typeface="+mn-ea"/>
              </a:rPr>
              <a:t>Nếu</a:t>
            </a:r>
            <a:r>
              <a:rPr lang="en-US" sz="2400" dirty="0">
                <a:highlight>
                  <a:srgbClr val="FFFF00"/>
                </a:highlight>
                <a:sym typeface="+mn-ea"/>
              </a:rPr>
              <a:t> </a:t>
            </a:r>
            <a:r>
              <a:rPr lang="en-US" sz="2400" dirty="0" err="1">
                <a:highlight>
                  <a:srgbClr val="FFFF00"/>
                </a:highlight>
                <a:sym typeface="+mn-ea"/>
              </a:rPr>
              <a:t>người</a:t>
            </a:r>
            <a:r>
              <a:rPr lang="en-US" sz="2400" dirty="0">
                <a:highlight>
                  <a:srgbClr val="FFFF00"/>
                </a:highlight>
                <a:sym typeface="+mn-ea"/>
              </a:rPr>
              <a:t> </a:t>
            </a:r>
            <a:r>
              <a:rPr lang="en-US" sz="2400" dirty="0" err="1">
                <a:highlight>
                  <a:srgbClr val="FFFF00"/>
                </a:highlight>
                <a:sym typeface="+mn-ea"/>
              </a:rPr>
              <a:t>nhận</a:t>
            </a:r>
            <a:r>
              <a:rPr lang="en-US" sz="2400" dirty="0">
                <a:highlight>
                  <a:srgbClr val="FFFF00"/>
                </a:highlight>
                <a:sym typeface="+mn-ea"/>
              </a:rPr>
              <a:t> </a:t>
            </a:r>
            <a:r>
              <a:rPr lang="en-US" sz="2400" dirty="0" err="1">
                <a:highlight>
                  <a:srgbClr val="00FFFF"/>
                </a:highlight>
                <a:sym typeface="+mn-ea"/>
              </a:rPr>
              <a:t>không</a:t>
            </a:r>
            <a:r>
              <a:rPr lang="en-US" sz="2400" dirty="0">
                <a:highlight>
                  <a:srgbClr val="00FFFF"/>
                </a:highlight>
                <a:sym typeface="+mn-ea"/>
              </a:rPr>
              <a:t> </a:t>
            </a:r>
            <a:r>
              <a:rPr lang="en-US" sz="2400" dirty="0" err="1">
                <a:highlight>
                  <a:srgbClr val="00FFFF"/>
                </a:highlight>
                <a:sym typeface="+mn-ea"/>
              </a:rPr>
              <a:t>chỉ</a:t>
            </a:r>
            <a:r>
              <a:rPr lang="en-US" sz="2400" dirty="0">
                <a:highlight>
                  <a:srgbClr val="00FFFF"/>
                </a:highlight>
                <a:sym typeface="+mn-ea"/>
              </a:rPr>
              <a:t> </a:t>
            </a:r>
            <a:r>
              <a:rPr lang="en-US" sz="2400" dirty="0" err="1">
                <a:highlight>
                  <a:srgbClr val="00FFFF"/>
                </a:highlight>
                <a:sym typeface="+mn-ea"/>
              </a:rPr>
              <a:t>định</a:t>
            </a:r>
            <a:r>
              <a:rPr lang="en-US" sz="2400" dirty="0">
                <a:highlight>
                  <a:srgbClr val="00FFFF"/>
                </a:highlight>
                <a:sym typeface="+mn-ea"/>
              </a:rPr>
              <a:t> </a:t>
            </a:r>
            <a:r>
              <a:rPr lang="en-US" sz="2400" dirty="0" err="1">
                <a:sym typeface="+mn-ea"/>
              </a:rPr>
              <a:t>một</a:t>
            </a:r>
            <a:r>
              <a:rPr lang="en-US" sz="2400" dirty="0">
                <a:sym typeface="+mn-ea"/>
              </a:rPr>
              <a:t> </a:t>
            </a:r>
            <a:r>
              <a:rPr lang="en-US" sz="2400" dirty="0" err="1">
                <a:sym typeface="+mn-ea"/>
              </a:rPr>
              <a:t>hệ</a:t>
            </a:r>
            <a:r>
              <a:rPr lang="en-US" sz="2400" dirty="0">
                <a:sym typeface="+mn-ea"/>
              </a:rPr>
              <a:t> </a:t>
            </a:r>
            <a:r>
              <a:rPr lang="en-US" sz="2400" dirty="0" err="1">
                <a:sym typeface="+mn-ea"/>
              </a:rPr>
              <a:t>thống</a:t>
            </a:r>
            <a:r>
              <a:rPr lang="en-US" sz="2400" dirty="0">
                <a:sym typeface="+mn-ea"/>
              </a:rPr>
              <a:t> </a:t>
            </a:r>
            <a:r>
              <a:rPr lang="en-US" sz="2400" dirty="0" err="1">
                <a:sym typeface="+mn-ea"/>
              </a:rPr>
              <a:t>thông</a:t>
            </a:r>
            <a:r>
              <a:rPr lang="en-US" sz="2400" dirty="0">
                <a:sym typeface="+mn-ea"/>
              </a:rPr>
              <a:t> tin </a:t>
            </a:r>
            <a:r>
              <a:rPr lang="en-US" sz="2400" dirty="0" err="1">
                <a:sym typeface="+mn-ea"/>
              </a:rPr>
              <a:t>để</a:t>
            </a:r>
            <a:r>
              <a:rPr lang="en-US" sz="2400" dirty="0">
                <a:sym typeface="+mn-ea"/>
              </a:rPr>
              <a:t> </a:t>
            </a:r>
            <a:r>
              <a:rPr lang="en-US" sz="2400" dirty="0" err="1">
                <a:sym typeface="+mn-ea"/>
              </a:rPr>
              <a:t>nhận</a:t>
            </a:r>
            <a:r>
              <a:rPr lang="en-US" sz="2400" dirty="0">
                <a:sym typeface="+mn-ea"/>
              </a:rPr>
              <a:t> </a:t>
            </a:r>
            <a:r>
              <a:rPr lang="en-US" sz="2400" dirty="0" err="1">
                <a:sym typeface="+mn-ea"/>
              </a:rPr>
              <a:t>thông</a:t>
            </a:r>
            <a:r>
              <a:rPr lang="en-US" sz="2400" dirty="0">
                <a:sym typeface="+mn-ea"/>
              </a:rPr>
              <a:t> </a:t>
            </a:r>
            <a:r>
              <a:rPr lang="en-US" sz="2400" dirty="0" err="1">
                <a:sym typeface="+mn-ea"/>
              </a:rPr>
              <a:t>điệp</a:t>
            </a:r>
            <a:r>
              <a:rPr lang="en-US" sz="2400" dirty="0">
                <a:sym typeface="+mn-ea"/>
              </a:rPr>
              <a:t> </a:t>
            </a:r>
            <a:r>
              <a:rPr lang="en-US" sz="2400" dirty="0" err="1">
                <a:sym typeface="+mn-ea"/>
              </a:rPr>
              <a:t>dữ</a:t>
            </a:r>
            <a:r>
              <a:rPr lang="en-US" sz="2400" dirty="0">
                <a:sym typeface="+mn-ea"/>
              </a:rPr>
              <a:t> </a:t>
            </a:r>
            <a:r>
              <a:rPr lang="en-US" sz="2400" dirty="0" err="1">
                <a:sym typeface="+mn-ea"/>
              </a:rPr>
              <a:t>liệu</a:t>
            </a:r>
            <a:r>
              <a:rPr lang="en-US" sz="2400" dirty="0">
                <a:sym typeface="+mn-ea"/>
              </a:rPr>
              <a:t> </a:t>
            </a:r>
            <a:r>
              <a:rPr lang="en-US" sz="2400" dirty="0" err="1">
                <a:sym typeface="+mn-ea"/>
              </a:rPr>
              <a:t>thì</a:t>
            </a:r>
            <a:r>
              <a:rPr lang="en-US" sz="2400" dirty="0">
                <a:sym typeface="+mn-ea"/>
              </a:rPr>
              <a:t> </a:t>
            </a:r>
            <a:r>
              <a:rPr lang="en-US" sz="2400" dirty="0" err="1">
                <a:sym typeface="+mn-ea"/>
              </a:rPr>
              <a:t>thời</a:t>
            </a:r>
            <a:r>
              <a:rPr lang="en-US" sz="2400" dirty="0">
                <a:sym typeface="+mn-ea"/>
              </a:rPr>
              <a:t> </a:t>
            </a:r>
            <a:r>
              <a:rPr lang="en-US" sz="2400" dirty="0" err="1">
                <a:sym typeface="+mn-ea"/>
              </a:rPr>
              <a:t>điểm</a:t>
            </a:r>
            <a:r>
              <a:rPr lang="en-US" sz="2400" dirty="0">
                <a:sym typeface="+mn-ea"/>
              </a:rPr>
              <a:t> </a:t>
            </a:r>
            <a:r>
              <a:rPr lang="en-US" sz="2400" dirty="0" err="1">
                <a:sym typeface="+mn-ea"/>
              </a:rPr>
              <a:t>nhận</a:t>
            </a:r>
            <a:r>
              <a:rPr lang="en-US" sz="2400" dirty="0">
                <a:sym typeface="+mn-ea"/>
              </a:rPr>
              <a:t> </a:t>
            </a:r>
            <a:r>
              <a:rPr lang="en-US" sz="2400" dirty="0" err="1">
                <a:sym typeface="+mn-ea"/>
              </a:rPr>
              <a:t>thông</a:t>
            </a:r>
            <a:r>
              <a:rPr lang="en-US" sz="2400" dirty="0">
                <a:sym typeface="+mn-ea"/>
              </a:rPr>
              <a:t> </a:t>
            </a:r>
            <a:r>
              <a:rPr lang="en-US" sz="2400" dirty="0" err="1">
                <a:sym typeface="+mn-ea"/>
              </a:rPr>
              <a:t>điệp</a:t>
            </a:r>
            <a:r>
              <a:rPr lang="en-US" sz="2400" dirty="0">
                <a:sym typeface="+mn-ea"/>
              </a:rPr>
              <a:t> </a:t>
            </a:r>
            <a:r>
              <a:rPr lang="en-US" sz="2400" dirty="0" err="1">
                <a:sym typeface="+mn-ea"/>
              </a:rPr>
              <a:t>dữ</a:t>
            </a:r>
            <a:r>
              <a:rPr lang="en-US" sz="2400" dirty="0">
                <a:sym typeface="+mn-ea"/>
              </a:rPr>
              <a:t> </a:t>
            </a:r>
            <a:r>
              <a:rPr lang="en-US" sz="2400" dirty="0" err="1">
                <a:sym typeface="+mn-ea"/>
              </a:rPr>
              <a:t>liệu</a:t>
            </a:r>
            <a:r>
              <a:rPr lang="en-US" sz="2400" dirty="0">
                <a:sym typeface="+mn-ea"/>
              </a:rPr>
              <a:t> </a:t>
            </a:r>
            <a:r>
              <a:rPr lang="en-US" sz="2400" dirty="0" err="1">
                <a:sym typeface="+mn-ea"/>
              </a:rPr>
              <a:t>là</a:t>
            </a:r>
            <a:r>
              <a:rPr lang="en-US" sz="2400" dirty="0">
                <a:sym typeface="+mn-ea"/>
              </a:rPr>
              <a:t> </a:t>
            </a:r>
            <a:r>
              <a:rPr lang="en-US" sz="2400" dirty="0" err="1">
                <a:highlight>
                  <a:srgbClr val="FFFF00"/>
                </a:highlight>
                <a:sym typeface="+mn-ea"/>
              </a:rPr>
              <a:t>thời</a:t>
            </a:r>
            <a:r>
              <a:rPr lang="en-US" sz="2400" dirty="0">
                <a:highlight>
                  <a:srgbClr val="FFFF00"/>
                </a:highlight>
                <a:sym typeface="+mn-ea"/>
              </a:rPr>
              <a:t> </a:t>
            </a:r>
            <a:r>
              <a:rPr lang="en-US" sz="2400" dirty="0" err="1">
                <a:highlight>
                  <a:srgbClr val="FFFF00"/>
                </a:highlight>
                <a:sym typeface="+mn-ea"/>
              </a:rPr>
              <a:t>điểm</a:t>
            </a:r>
            <a:r>
              <a:rPr lang="en-US" sz="2400" dirty="0">
                <a:highlight>
                  <a:srgbClr val="FFFF00"/>
                </a:highlight>
                <a:sym typeface="+mn-ea"/>
              </a:rPr>
              <a:t> </a:t>
            </a:r>
            <a:r>
              <a:rPr lang="en-US" sz="2400" dirty="0" err="1">
                <a:highlight>
                  <a:srgbClr val="FFFF00"/>
                </a:highlight>
                <a:sym typeface="+mn-ea"/>
              </a:rPr>
              <a:t>thông</a:t>
            </a:r>
            <a:r>
              <a:rPr lang="en-US" sz="2400" dirty="0">
                <a:highlight>
                  <a:srgbClr val="FFFF00"/>
                </a:highlight>
                <a:sym typeface="+mn-ea"/>
              </a:rPr>
              <a:t> </a:t>
            </a:r>
            <a:r>
              <a:rPr lang="en-US" sz="2400" dirty="0" err="1">
                <a:highlight>
                  <a:srgbClr val="FFFF00"/>
                </a:highlight>
                <a:sym typeface="+mn-ea"/>
              </a:rPr>
              <a:t>điệp</a:t>
            </a:r>
            <a:r>
              <a:rPr lang="en-US" sz="2400" dirty="0">
                <a:highlight>
                  <a:srgbClr val="FFFF00"/>
                </a:highlight>
                <a:sym typeface="+mn-ea"/>
              </a:rPr>
              <a:t> </a:t>
            </a:r>
            <a:r>
              <a:rPr lang="en-US" sz="2400" dirty="0" err="1">
                <a:highlight>
                  <a:srgbClr val="FFFF00"/>
                </a:highlight>
                <a:sym typeface="+mn-ea"/>
              </a:rPr>
              <a:t>dữ</a:t>
            </a:r>
            <a:r>
              <a:rPr lang="en-US" sz="2400" dirty="0">
                <a:highlight>
                  <a:srgbClr val="FFFF00"/>
                </a:highlight>
                <a:sym typeface="+mn-ea"/>
              </a:rPr>
              <a:t> </a:t>
            </a:r>
            <a:r>
              <a:rPr lang="en-US" sz="2400" dirty="0" err="1">
                <a:highlight>
                  <a:srgbClr val="FFFF00"/>
                </a:highlight>
                <a:sym typeface="+mn-ea"/>
              </a:rPr>
              <a:t>liệu</a:t>
            </a:r>
            <a:r>
              <a:rPr lang="en-US" sz="2400" dirty="0">
                <a:highlight>
                  <a:srgbClr val="FFFF00"/>
                </a:highlight>
                <a:sym typeface="+mn-ea"/>
              </a:rPr>
              <a:t> </a:t>
            </a:r>
            <a:r>
              <a:rPr lang="en-US" sz="2400" dirty="0" err="1">
                <a:highlight>
                  <a:srgbClr val="FFFF00"/>
                </a:highlight>
                <a:sym typeface="+mn-ea"/>
              </a:rPr>
              <a:t>đó</a:t>
            </a:r>
            <a:r>
              <a:rPr lang="en-US" sz="2400" dirty="0">
                <a:highlight>
                  <a:srgbClr val="FFFF00"/>
                </a:highlight>
                <a:sym typeface="+mn-ea"/>
              </a:rPr>
              <a:t> </a:t>
            </a:r>
            <a:r>
              <a:rPr lang="en-US" sz="2400" dirty="0" err="1">
                <a:highlight>
                  <a:srgbClr val="FFFF00"/>
                </a:highlight>
                <a:sym typeface="+mn-ea"/>
              </a:rPr>
              <a:t>nhập</a:t>
            </a:r>
            <a:r>
              <a:rPr lang="en-US" sz="2400" dirty="0">
                <a:highlight>
                  <a:srgbClr val="FFFF00"/>
                </a:highlight>
                <a:sym typeface="+mn-ea"/>
              </a:rPr>
              <a:t> </a:t>
            </a:r>
            <a:r>
              <a:rPr lang="en-US" sz="2400" dirty="0" err="1">
                <a:highlight>
                  <a:srgbClr val="FFFF00"/>
                </a:highlight>
                <a:sym typeface="+mn-ea"/>
              </a:rPr>
              <a:t>vào</a:t>
            </a:r>
            <a:r>
              <a:rPr lang="en-US" sz="2400" dirty="0">
                <a:highlight>
                  <a:srgbClr val="FFFF00"/>
                </a:highlight>
                <a:sym typeface="+mn-ea"/>
              </a:rPr>
              <a:t> </a:t>
            </a:r>
            <a:r>
              <a:rPr lang="en-US" sz="2400" u="sng" dirty="0" err="1">
                <a:solidFill>
                  <a:srgbClr val="FF0000"/>
                </a:solidFill>
                <a:highlight>
                  <a:srgbClr val="FFFF00"/>
                </a:highlight>
                <a:sym typeface="+mn-ea"/>
              </a:rPr>
              <a:t>bất</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kỳ</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hệ</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thống</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thông</a:t>
            </a:r>
            <a:r>
              <a:rPr lang="en-US" sz="2400" u="sng" dirty="0">
                <a:solidFill>
                  <a:srgbClr val="FF0000"/>
                </a:solidFill>
                <a:highlight>
                  <a:srgbClr val="FFFF00"/>
                </a:highlight>
                <a:sym typeface="+mn-ea"/>
              </a:rPr>
              <a:t> tin </a:t>
            </a:r>
            <a:r>
              <a:rPr lang="en-US" sz="2400" u="sng" dirty="0" err="1">
                <a:solidFill>
                  <a:srgbClr val="FF0000"/>
                </a:solidFill>
                <a:highlight>
                  <a:srgbClr val="FFFF00"/>
                </a:highlight>
                <a:sym typeface="+mn-ea"/>
              </a:rPr>
              <a:t>nào</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của</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người</a:t>
            </a:r>
            <a:r>
              <a:rPr lang="en-US" sz="2400" u="sng" dirty="0">
                <a:solidFill>
                  <a:srgbClr val="FF0000"/>
                </a:solidFill>
                <a:highlight>
                  <a:srgbClr val="FFFF00"/>
                </a:highlight>
                <a:sym typeface="+mn-ea"/>
              </a:rPr>
              <a:t> </a:t>
            </a:r>
            <a:r>
              <a:rPr lang="en-US" sz="2400" u="sng" dirty="0" err="1">
                <a:solidFill>
                  <a:srgbClr val="FF0000"/>
                </a:solidFill>
                <a:highlight>
                  <a:srgbClr val="FFFF00"/>
                </a:highlight>
                <a:sym typeface="+mn-ea"/>
              </a:rPr>
              <a:t>nhận</a:t>
            </a:r>
            <a:r>
              <a:rPr lang="en-US" sz="2400" u="sng" dirty="0">
                <a:solidFill>
                  <a:srgbClr val="FF0000"/>
                </a:solidFill>
                <a:sym typeface="+mn-ea"/>
              </a:rPr>
              <a:t> </a:t>
            </a:r>
            <a:r>
              <a:rPr lang="en-US" sz="2400" dirty="0" err="1">
                <a:sym typeface="+mn-ea"/>
              </a:rPr>
              <a:t>và</a:t>
            </a:r>
            <a:r>
              <a:rPr lang="en-US" sz="2400" dirty="0">
                <a:sym typeface="+mn-ea"/>
              </a:rPr>
              <a:t> </a:t>
            </a:r>
            <a:r>
              <a:rPr lang="en-US" sz="2400" dirty="0" err="1">
                <a:sym typeface="+mn-ea"/>
              </a:rPr>
              <a:t>có</a:t>
            </a:r>
            <a:r>
              <a:rPr lang="en-US" sz="2400" dirty="0">
                <a:sym typeface="+mn-ea"/>
              </a:rPr>
              <a:t> </a:t>
            </a:r>
            <a:r>
              <a:rPr lang="en-US" sz="2400" dirty="0" err="1">
                <a:sym typeface="+mn-ea"/>
              </a:rPr>
              <a:t>thể</a:t>
            </a:r>
            <a:r>
              <a:rPr lang="en-US" sz="2400" dirty="0">
                <a:sym typeface="+mn-ea"/>
              </a:rPr>
              <a:t> </a:t>
            </a:r>
            <a:r>
              <a:rPr lang="en-US" sz="2400" dirty="0" err="1">
                <a:sym typeface="+mn-ea"/>
              </a:rPr>
              <a:t>truy</a:t>
            </a:r>
            <a:r>
              <a:rPr lang="en-US" sz="2400" dirty="0">
                <a:sym typeface="+mn-ea"/>
              </a:rPr>
              <a:t> </a:t>
            </a:r>
            <a:r>
              <a:rPr lang="en-US" sz="2400" dirty="0" err="1">
                <a:sym typeface="+mn-ea"/>
              </a:rPr>
              <a:t>cập</a:t>
            </a:r>
            <a:r>
              <a:rPr lang="en-US" sz="2400" dirty="0">
                <a:sym typeface="+mn-ea"/>
              </a:rPr>
              <a:t> </a:t>
            </a:r>
            <a:r>
              <a:rPr lang="en-US" sz="2400" dirty="0" err="1">
                <a:sym typeface="+mn-ea"/>
              </a:rPr>
              <a:t>được</a:t>
            </a:r>
            <a:r>
              <a:rPr lang="en-US" sz="2400" dirty="0">
                <a:sym typeface="+mn-ea"/>
              </a:rPr>
              <a:t>;</a:t>
            </a:r>
          </a:p>
          <a:p>
            <a:pPr lvl="1"/>
            <a:r>
              <a:rPr lang="en-US" sz="2400" dirty="0" err="1">
                <a:sym typeface="+mn-ea"/>
              </a:rPr>
              <a:t>Vd</a:t>
            </a:r>
            <a:r>
              <a:rPr lang="en-US" sz="2400" dirty="0">
                <a:sym typeface="+mn-ea"/>
              </a:rPr>
              <a:t>: </a:t>
            </a:r>
            <a:r>
              <a:rPr lang="en-US" sz="2400" dirty="0" err="1">
                <a:sym typeface="+mn-ea"/>
              </a:rPr>
              <a:t>Bạn</a:t>
            </a:r>
            <a:r>
              <a:rPr lang="en-US" sz="2400" dirty="0">
                <a:sym typeface="+mn-ea"/>
              </a:rPr>
              <a:t> </a:t>
            </a:r>
            <a:r>
              <a:rPr lang="en-US" sz="2400" dirty="0" err="1">
                <a:sym typeface="+mn-ea"/>
              </a:rPr>
              <a:t>nằm</a:t>
            </a:r>
            <a:r>
              <a:rPr lang="en-US" sz="2400" dirty="0">
                <a:sym typeface="+mn-ea"/>
              </a:rPr>
              <a:t> </a:t>
            </a:r>
            <a:r>
              <a:rPr lang="en-US" sz="2400" dirty="0" err="1">
                <a:sym typeface="+mn-ea"/>
              </a:rPr>
              <a:t>trong</a:t>
            </a:r>
            <a:r>
              <a:rPr lang="en-US" sz="2400" dirty="0">
                <a:sym typeface="+mn-ea"/>
              </a:rPr>
              <a:t> group </a:t>
            </a:r>
            <a:r>
              <a:rPr lang="en-US" sz="2400" dirty="0" err="1">
                <a:sym typeface="+mn-ea"/>
              </a:rPr>
              <a:t>Zalo</a:t>
            </a:r>
            <a:r>
              <a:rPr lang="en-US" sz="2400" dirty="0">
                <a:sym typeface="+mn-ea"/>
              </a:rPr>
              <a:t> </a:t>
            </a:r>
            <a:r>
              <a:rPr lang="en-US" sz="2400" dirty="0" err="1">
                <a:sym typeface="+mn-ea"/>
              </a:rPr>
              <a:t>thì</a:t>
            </a:r>
            <a:r>
              <a:rPr lang="en-US" sz="2400" dirty="0">
                <a:sym typeface="+mn-ea"/>
              </a:rPr>
              <a:t> </a:t>
            </a:r>
            <a:r>
              <a:rPr lang="en-US" sz="2400" dirty="0" err="1">
                <a:sym typeface="+mn-ea"/>
              </a:rPr>
              <a:t>tài</a:t>
            </a:r>
            <a:r>
              <a:rPr lang="en-US" sz="2400" dirty="0">
                <a:sym typeface="+mn-ea"/>
              </a:rPr>
              <a:t> </a:t>
            </a:r>
            <a:r>
              <a:rPr lang="en-US" sz="2400" dirty="0" err="1">
                <a:sym typeface="+mn-ea"/>
              </a:rPr>
              <a:t>liệu</a:t>
            </a:r>
            <a:r>
              <a:rPr lang="en-US" sz="2400" dirty="0">
                <a:sym typeface="+mn-ea"/>
              </a:rPr>
              <a:t> </a:t>
            </a:r>
            <a:r>
              <a:rPr lang="en-US" sz="2400" dirty="0" err="1">
                <a:sym typeface="+mn-ea"/>
              </a:rPr>
              <a:t>được</a:t>
            </a:r>
            <a:r>
              <a:rPr lang="en-US" sz="2400" dirty="0">
                <a:sym typeface="+mn-ea"/>
              </a:rPr>
              <a:t> </a:t>
            </a:r>
            <a:r>
              <a:rPr lang="en-US" sz="2400" dirty="0" err="1">
                <a:sym typeface="+mn-ea"/>
              </a:rPr>
              <a:t>gửi</a:t>
            </a:r>
            <a:r>
              <a:rPr lang="en-US" sz="2400" dirty="0">
                <a:sym typeface="+mn-ea"/>
              </a:rPr>
              <a:t> </a:t>
            </a:r>
            <a:r>
              <a:rPr lang="en-US" sz="2400" dirty="0" err="1">
                <a:sym typeface="+mn-ea"/>
              </a:rPr>
              <a:t>vào</a:t>
            </a:r>
            <a:r>
              <a:rPr lang="en-US" sz="2400" dirty="0">
                <a:sym typeface="+mn-ea"/>
              </a:rPr>
              <a:t> group </a:t>
            </a:r>
            <a:r>
              <a:rPr lang="en-US" sz="2400" dirty="0" err="1">
                <a:sym typeface="+mn-ea"/>
              </a:rPr>
              <a:t>này</a:t>
            </a:r>
            <a:r>
              <a:rPr lang="en-US" sz="2400" dirty="0">
                <a:sym typeface="+mn-ea"/>
              </a:rPr>
              <a:t> </a:t>
            </a:r>
            <a:r>
              <a:rPr lang="en-US" sz="2400" u="sng" dirty="0" err="1">
                <a:solidFill>
                  <a:srgbClr val="FF0000"/>
                </a:solidFill>
                <a:sym typeface="+mn-ea"/>
              </a:rPr>
              <a:t>mặc</a:t>
            </a:r>
            <a:r>
              <a:rPr lang="en-US" sz="2400" u="sng" dirty="0">
                <a:solidFill>
                  <a:srgbClr val="FF0000"/>
                </a:solidFill>
                <a:sym typeface="+mn-ea"/>
              </a:rPr>
              <a:t> </a:t>
            </a:r>
            <a:r>
              <a:rPr lang="en-US" sz="2400" u="sng" dirty="0" err="1">
                <a:solidFill>
                  <a:srgbClr val="FF0000"/>
                </a:solidFill>
                <a:sym typeface="+mn-ea"/>
              </a:rPr>
              <a:t>nhiên</a:t>
            </a:r>
            <a:r>
              <a:rPr lang="en-US" sz="2400" u="sng" dirty="0">
                <a:solidFill>
                  <a:srgbClr val="FF0000"/>
                </a:solidFill>
                <a:sym typeface="+mn-ea"/>
              </a:rPr>
              <a:t> </a:t>
            </a:r>
            <a:r>
              <a:rPr lang="en-US" sz="2400" u="sng" dirty="0" err="1">
                <a:sym typeface="+mn-ea"/>
              </a:rPr>
              <a:t>bạn</a:t>
            </a:r>
            <a:r>
              <a:rPr lang="en-US" sz="2400" u="sng" dirty="0">
                <a:sym typeface="+mn-ea"/>
              </a:rPr>
              <a:t> </a:t>
            </a:r>
            <a:r>
              <a:rPr lang="en-US" sz="2400" u="sng" dirty="0" err="1">
                <a:sym typeface="+mn-ea"/>
              </a:rPr>
              <a:t>nhận</a:t>
            </a:r>
            <a:r>
              <a:rPr lang="en-US" sz="2400" u="sng" dirty="0">
                <a:sym typeface="+mn-ea"/>
              </a:rPr>
              <a:t> </a:t>
            </a:r>
            <a:r>
              <a:rPr lang="en-US" sz="2400" u="sng" dirty="0" err="1">
                <a:sym typeface="+mn-ea"/>
              </a:rPr>
              <a:t>được</a:t>
            </a:r>
            <a:r>
              <a:rPr lang="en-US" sz="2400" dirty="0">
                <a:sym typeface="+mn-ea"/>
              </a:rPr>
              <a:t>, </a:t>
            </a:r>
            <a:r>
              <a:rPr lang="en-US" sz="2400" dirty="0" err="1">
                <a:highlight>
                  <a:srgbClr val="00FFFF"/>
                </a:highlight>
                <a:sym typeface="+mn-ea"/>
              </a:rPr>
              <a:t>dù</a:t>
            </a:r>
            <a:r>
              <a:rPr lang="en-US" sz="2400" dirty="0">
                <a:highlight>
                  <a:srgbClr val="00FFFF"/>
                </a:highlight>
                <a:sym typeface="+mn-ea"/>
              </a:rPr>
              <a:t> </a:t>
            </a:r>
            <a:r>
              <a:rPr lang="en-US" sz="2400" dirty="0" err="1">
                <a:highlight>
                  <a:srgbClr val="00FFFF"/>
                </a:highlight>
                <a:sym typeface="+mn-ea"/>
              </a:rPr>
              <a:t>bạn</a:t>
            </a:r>
            <a:r>
              <a:rPr lang="en-US" sz="2400" dirty="0">
                <a:highlight>
                  <a:srgbClr val="00FFFF"/>
                </a:highlight>
                <a:sym typeface="+mn-ea"/>
              </a:rPr>
              <a:t> </a:t>
            </a:r>
            <a:r>
              <a:rPr lang="en-US" sz="2400" dirty="0" err="1">
                <a:highlight>
                  <a:srgbClr val="00FFFF"/>
                </a:highlight>
                <a:sym typeface="+mn-ea"/>
              </a:rPr>
              <a:t>có</a:t>
            </a:r>
            <a:r>
              <a:rPr lang="en-US" sz="2400" dirty="0">
                <a:highlight>
                  <a:srgbClr val="00FFFF"/>
                </a:highlight>
                <a:sym typeface="+mn-ea"/>
              </a:rPr>
              <a:t> </a:t>
            </a:r>
            <a:r>
              <a:rPr lang="en-US" sz="2400" dirty="0" err="1">
                <a:highlight>
                  <a:srgbClr val="00FFFF"/>
                </a:highlight>
                <a:sym typeface="+mn-ea"/>
              </a:rPr>
              <a:t>xem</a:t>
            </a:r>
            <a:r>
              <a:rPr lang="en-US" sz="2400" dirty="0">
                <a:highlight>
                  <a:srgbClr val="00FFFF"/>
                </a:highlight>
                <a:sym typeface="+mn-ea"/>
              </a:rPr>
              <a:t> hay </a:t>
            </a:r>
            <a:r>
              <a:rPr lang="en-US" sz="2400" dirty="0" err="1">
                <a:highlight>
                  <a:srgbClr val="00FFFF"/>
                </a:highlight>
                <a:sym typeface="+mn-ea"/>
              </a:rPr>
              <a:t>không</a:t>
            </a:r>
            <a:r>
              <a:rPr lang="en-US" sz="2400" dirty="0">
                <a:highlight>
                  <a:srgbClr val="00FFFF"/>
                </a:highlight>
                <a:sym typeface="+mn-ea"/>
              </a:rPr>
              <a:t>.</a:t>
            </a:r>
            <a:endParaRPr lang="en-US" sz="2400" dirty="0">
              <a:highlight>
                <a:srgbClr val="00FFFF"/>
              </a:highlight>
            </a:endParaRPr>
          </a:p>
          <a:p>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sym typeface="+mn-ea"/>
              </a:rPr>
              <a:t>2. Ở bất kỳ địa điểm nào thông điệp dữ liệu được nhận thì địa điểm nhận thông điệp dữ liệu vẫn được coi là trụ sở của người nhận nếu người nhận là cơ quan, tổ chức hoặc nơi cư trú của người nhận nếu người nhận là cá nhân. Trường hợp người nhận có nhiều trụ sở thì địa điểm nhận thông điệp dữ liệu là trụ sở chính hoặc trụ sở có mối liên hệ mật thiết nhất với giao dịch.</a:t>
            </a:r>
            <a:endParaRPr lang="en-US"/>
          </a:p>
          <a:p>
            <a:endParaRPr lang="en-US"/>
          </a:p>
          <a:p>
            <a:endParaRPr lang="en-US"/>
          </a:p>
        </p:txBody>
      </p:sp>
    </p:spTree>
  </p:cSld>
  <p:clrMapOvr>
    <a:masterClrMapping/>
  </p:clrMapOvr>
</p:sld>
</file>

<file path=ppt/theme/theme1.xml><?xml version="1.0" encoding="utf-8"?>
<a:theme xmlns:a="http://schemas.openxmlformats.org/drawingml/2006/main" name="sample">
  <a:themeElements>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ample 1">
        <a:dk1>
          <a:srgbClr val="48806B"/>
        </a:dk1>
        <a:lt1>
          <a:srgbClr val="FFFFFF"/>
        </a:lt1>
        <a:dk2>
          <a:srgbClr val="77956D"/>
        </a:dk2>
        <a:lt2>
          <a:srgbClr val="C0C0C0"/>
        </a:lt2>
        <a:accent1>
          <a:srgbClr val="6BB9C3"/>
        </a:accent1>
        <a:accent2>
          <a:srgbClr val="E7BA15"/>
        </a:accent2>
        <a:accent3>
          <a:srgbClr val="FFFFFF"/>
        </a:accent3>
        <a:accent4>
          <a:srgbClr val="3C6C5A"/>
        </a:accent4>
        <a:accent5>
          <a:srgbClr val="BAD9DE"/>
        </a:accent5>
        <a:accent6>
          <a:srgbClr val="D1A812"/>
        </a:accent6>
        <a:hlink>
          <a:srgbClr val="76C14D"/>
        </a:hlink>
        <a:folHlink>
          <a:srgbClr val="B0C29C"/>
        </a:folHlink>
      </a:clrScheme>
      <a:clrMap bg1="lt1" tx1="dk1" bg2="lt2" tx2="dk2" accent1="accent1" accent2="accent2" accent3="accent3" accent4="accent4" accent5="accent5" accent6="accent6" hlink="hlink" folHlink="folHlink"/>
    </a:extraClrScheme>
    <a:extraClrScheme>
      <a:clrScheme name="sample 2">
        <a:dk1>
          <a:srgbClr val="5F5F5F"/>
        </a:dk1>
        <a:lt1>
          <a:srgbClr val="FFFFFF"/>
        </a:lt1>
        <a:dk2>
          <a:srgbClr val="8D8D8D"/>
        </a:dk2>
        <a:lt2>
          <a:srgbClr val="C0C0C0"/>
        </a:lt2>
        <a:accent1>
          <a:srgbClr val="8EC072"/>
        </a:accent1>
        <a:accent2>
          <a:srgbClr val="5DB8CD"/>
        </a:accent2>
        <a:accent3>
          <a:srgbClr val="FFFFFF"/>
        </a:accent3>
        <a:accent4>
          <a:srgbClr val="505050"/>
        </a:accent4>
        <a:accent5>
          <a:srgbClr val="C6DCBC"/>
        </a:accent5>
        <a:accent6>
          <a:srgbClr val="53A6BA"/>
        </a:accent6>
        <a:hlink>
          <a:srgbClr val="D68B40"/>
        </a:hlink>
        <a:folHlink>
          <a:srgbClr val="D5D179"/>
        </a:folHlink>
      </a:clrScheme>
      <a:clrMap bg1="lt1" tx1="dk1" bg2="lt2" tx2="dk2" accent1="accent1" accent2="accent2" accent3="accent3" accent4="accent4" accent5="accent5" accent6="accent6" hlink="hlink" folHlink="folHlink"/>
    </a:extraClrScheme>
    <a:extraClrScheme>
      <a:clrScheme name="sample 3">
        <a:dk1>
          <a:srgbClr val="003366"/>
        </a:dk1>
        <a:lt1>
          <a:srgbClr val="FFFFFF"/>
        </a:lt1>
        <a:dk2>
          <a:srgbClr val="5086C2"/>
        </a:dk2>
        <a:lt2>
          <a:srgbClr val="C0C0C0"/>
        </a:lt2>
        <a:accent1>
          <a:srgbClr val="DE8848"/>
        </a:accent1>
        <a:accent2>
          <a:srgbClr val="85BA54"/>
        </a:accent2>
        <a:accent3>
          <a:srgbClr val="FFFFFF"/>
        </a:accent3>
        <a:accent4>
          <a:srgbClr val="002A56"/>
        </a:accent4>
        <a:accent5>
          <a:srgbClr val="ECC3B1"/>
        </a:accent5>
        <a:accent6>
          <a:srgbClr val="78A84B"/>
        </a:accent6>
        <a:hlink>
          <a:srgbClr val="4C59D2"/>
        </a:hlink>
        <a:folHlink>
          <a:srgbClr val="A0B5C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cdb2004146l</Template>
  <TotalTime>313</TotalTime>
  <Words>2495</Words>
  <Application>Microsoft Office PowerPoint</Application>
  <PresentationFormat>On-screen Show (4:3)</PresentationFormat>
  <Paragraphs>146</Paragraphs>
  <Slides>31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Times New Roman</vt:lpstr>
      <vt:lpstr>Verdana</vt:lpstr>
      <vt:lpstr>Wingdings</vt:lpstr>
      <vt:lpstr>sample</vt:lpstr>
      <vt:lpstr> </vt:lpstr>
      <vt:lpstr> Cơ cấu của luật </vt:lpstr>
      <vt:lpstr>PowerPoint Presentation</vt:lpstr>
      <vt:lpstr>Cơ cấu của luật</vt:lpstr>
      <vt:lpstr>PowerPoint Presentation</vt:lpstr>
      <vt:lpstr>PowerPoint Presentation</vt:lpstr>
      <vt:lpstr>Chương I: Những quy định chung</vt:lpstr>
      <vt:lpstr>Nội dung cơ bản - Chương 1</vt:lpstr>
      <vt:lpstr>PowerPoint Presentation</vt:lpstr>
      <vt:lpstr>PowerPoint Presentation</vt:lpstr>
      <vt:lpstr>PowerPoint Presentation</vt:lpstr>
      <vt:lpstr>Nội dung cơ bản - Chương 1</vt:lpstr>
      <vt:lpstr>PowerPoint Presentation</vt:lpstr>
      <vt:lpstr>PowerPoint Presentation</vt:lpstr>
      <vt:lpstr>PowerPoint Presentation</vt:lpstr>
      <vt:lpstr>Chương II: Thông điệp dữ liệu</vt:lpstr>
      <vt:lpstr>Nội dung cơ bản - Chương 2</vt:lpstr>
      <vt:lpstr>Nội dung cơ bản - Chương 2</vt:lpstr>
      <vt:lpstr>PowerPoint Presentation</vt:lpstr>
      <vt:lpstr>PowerPoint Presentation</vt:lpstr>
      <vt:lpstr>Nội dung cơ bản - Chương 2</vt:lpstr>
      <vt:lpstr>PowerPoint Presentation</vt:lpstr>
      <vt:lpstr>PowerPoint Presentation</vt:lpstr>
      <vt:lpstr>PowerPoint Presentation</vt:lpstr>
      <vt:lpstr>Điều 15. Thời điểm, địa điểm gửi thông điệp dữ liệu</vt:lpstr>
      <vt:lpstr>Điều 15. Thời điểm, địa điểm gửi thông điệp dữ liệu</vt:lpstr>
      <vt:lpstr>PowerPoint Presentation</vt:lpstr>
      <vt:lpstr>PowerPoint Presentation</vt:lpstr>
      <vt:lpstr>PowerPoint Presentation</vt:lpstr>
      <vt:lpstr>Điều 17. Thời điểm, địa điểm nhận thông điệp dữ liệu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Admin</dc:creator>
  <cp:lastModifiedBy>Huỳnh Nguyễn Quốc Bảo-CN22CLCA</cp:lastModifiedBy>
  <cp:revision>114</cp:revision>
  <dcterms:created xsi:type="dcterms:W3CDTF">2015-11-29T04:26:00Z</dcterms:created>
  <dcterms:modified xsi:type="dcterms:W3CDTF">2026-01-02T15:09:27Z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A3AD1C15EBD34877B7CE7AB53235E34C_13</vt:lpwstr>
  </property>
  <property fmtid="{D5CDD505-2E9C-101B-9397-08002B2CF9AE}" pid="3" name="KSOProductBuildVer">
    <vt:lpwstr>1033-12.2.0.21546</vt:lpwstr>
  </property>
</Properties>
</file>