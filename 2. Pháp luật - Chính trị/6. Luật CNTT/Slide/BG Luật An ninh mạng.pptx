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handoutMasterIdLst>
    <p:handoutMasterId r:id="rId49"/>
  </p:handoutMasterIdLst>
  <p:sldIdLst>
    <p:sldId id="256" r:id="rId2"/>
    <p:sldId id="575" r:id="rId3"/>
    <p:sldId id="606" r:id="rId4"/>
    <p:sldId id="655" r:id="rId5"/>
    <p:sldId id="656" r:id="rId6"/>
    <p:sldId id="657" r:id="rId7"/>
    <p:sldId id="758" r:id="rId8"/>
    <p:sldId id="741" r:id="rId9"/>
    <p:sldId id="742" r:id="rId10"/>
    <p:sldId id="743" r:id="rId11"/>
    <p:sldId id="744" r:id="rId12"/>
    <p:sldId id="745" r:id="rId13"/>
    <p:sldId id="746" r:id="rId14"/>
    <p:sldId id="747" r:id="rId15"/>
    <p:sldId id="748" r:id="rId16"/>
    <p:sldId id="749" r:id="rId17"/>
    <p:sldId id="735" r:id="rId18"/>
    <p:sldId id="660" r:id="rId19"/>
    <p:sldId id="661" r:id="rId20"/>
    <p:sldId id="736" r:id="rId21"/>
    <p:sldId id="663" r:id="rId22"/>
    <p:sldId id="664" r:id="rId23"/>
    <p:sldId id="737" r:id="rId24"/>
    <p:sldId id="666" r:id="rId25"/>
    <p:sldId id="667" r:id="rId26"/>
    <p:sldId id="759" r:id="rId27"/>
    <p:sldId id="738" r:id="rId28"/>
    <p:sldId id="739" r:id="rId29"/>
    <p:sldId id="670" r:id="rId30"/>
    <p:sldId id="760" r:id="rId31"/>
    <p:sldId id="671" r:id="rId32"/>
    <p:sldId id="752" r:id="rId33"/>
    <p:sldId id="761" r:id="rId34"/>
    <p:sldId id="762" r:id="rId35"/>
    <p:sldId id="763" r:id="rId36"/>
    <p:sldId id="764" r:id="rId37"/>
    <p:sldId id="765" r:id="rId38"/>
    <p:sldId id="753" r:id="rId39"/>
    <p:sldId id="766" r:id="rId40"/>
    <p:sldId id="767" r:id="rId41"/>
    <p:sldId id="768" r:id="rId42"/>
    <p:sldId id="769" r:id="rId43"/>
    <p:sldId id="754" r:id="rId44"/>
    <p:sldId id="755" r:id="rId45"/>
    <p:sldId id="756" r:id="rId46"/>
    <p:sldId id="757" r:id="rId4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33" d="100"/>
          <a:sy n="33" d="100"/>
        </p:scale>
        <p:origin x="149" y="8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17/01/2026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Header Placeholder 22529"/>
          <p:cNvSpPr>
            <a:spLocks noGrp="1"/>
          </p:cNvSpPr>
          <p:nvPr>
            <p:ph type="hdr" sz="quarter"/>
          </p:nvPr>
        </p:nvSpPr>
        <p:spPr>
          <a:xfrm>
            <a:off x="0" y="0"/>
            <a:ext cx="2971800" cy="457200"/>
          </a:xfrm>
          <a:prstGeom prst="rect">
            <a:avLst/>
          </a:prstGeom>
          <a:noFill/>
          <a:ln w="9525">
            <a:noFill/>
          </a:ln>
        </p:spPr>
        <p:txBody>
          <a:bodyPr/>
          <a:lstStyle/>
          <a:p>
            <a:pPr lvl="0"/>
            <a:endParaRPr lang="en-US" sz="1200"/>
          </a:p>
        </p:txBody>
      </p:sp>
      <p:sp>
        <p:nvSpPr>
          <p:cNvPr id="22531" name="Date Placeholder 22530"/>
          <p:cNvSpPr>
            <a:spLocks noGrp="1"/>
          </p:cNvSpPr>
          <p:nvPr>
            <p:ph type="dt" idx="1"/>
          </p:nvPr>
        </p:nvSpPr>
        <p:spPr>
          <a:xfrm>
            <a:off x="3884613" y="0"/>
            <a:ext cx="2971800" cy="457200"/>
          </a:xfrm>
          <a:prstGeom prst="rect">
            <a:avLst/>
          </a:prstGeom>
          <a:noFill/>
          <a:ln w="9525">
            <a:noFill/>
          </a:ln>
        </p:spPr>
        <p:txBody>
          <a:bodyPr/>
          <a:lstStyle/>
          <a:p>
            <a:pPr lvl="0" algn="r"/>
            <a:endParaRPr lang="en-US" sz="1200"/>
          </a:p>
        </p:txBody>
      </p:sp>
      <p:sp>
        <p:nvSpPr>
          <p:cNvPr id="22532" name="Slide Image Placeholder 22531"/>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2533" name="Text Placeholder 22532"/>
          <p:cNvSpPr>
            <a:spLocks noGrp="1"/>
          </p:cNvSpPr>
          <p:nvPr>
            <p:ph type="body" sz="quarter" idx="3"/>
          </p:nvPr>
        </p:nvSpPr>
        <p:spPr>
          <a:xfrm>
            <a:off x="685800" y="4343400"/>
            <a:ext cx="5486400" cy="4114800"/>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22534" name="Footer Placeholder 22533"/>
          <p:cNvSpPr>
            <a:spLocks noGrp="1"/>
          </p:cNvSpPr>
          <p:nvPr>
            <p:ph type="ftr" sz="quarter" idx="4"/>
          </p:nvPr>
        </p:nvSpPr>
        <p:spPr>
          <a:xfrm>
            <a:off x="0" y="8685213"/>
            <a:ext cx="2971800" cy="457200"/>
          </a:xfrm>
          <a:prstGeom prst="rect">
            <a:avLst/>
          </a:prstGeom>
          <a:noFill/>
          <a:ln w="9525">
            <a:noFill/>
          </a:ln>
        </p:spPr>
        <p:txBody>
          <a:bodyPr anchor="b" anchorCtr="0"/>
          <a:lstStyle/>
          <a:p>
            <a:pPr lvl="0"/>
            <a:endParaRPr lang="en-US" sz="1200"/>
          </a:p>
        </p:txBody>
      </p:sp>
      <p:sp>
        <p:nvSpPr>
          <p:cNvPr id="22535" name="Slide Number Placeholder 22534"/>
          <p:cNvSpPr>
            <a:spLocks noGrp="1"/>
          </p:cNvSpPr>
          <p:nvPr>
            <p:ph type="sldNum" sz="quarter" idx="5"/>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sz="1200"/>
              <a:t>‹#›</a:t>
            </a:fld>
            <a:endParaRPr lang="en-US" sz="120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Arial" panose="020B0604020202020204" pitchFamily="34" charset="0"/>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9525" y="-3175"/>
            <a:ext cx="9153525" cy="6861175"/>
          </a:xfrm>
          <a:prstGeom prst="rect">
            <a:avLst/>
          </a:prstGeom>
          <a:noFill/>
          <a:ln w="9525">
            <a:noFill/>
          </a:ln>
        </p:spPr>
      </p:pic>
      <p:sp>
        <p:nvSpPr>
          <p:cNvPr id="2051" name="Rectangle 3"/>
          <p:cNvSpPr>
            <a:spLocks noGrp="1" noChangeArrowheads="1"/>
          </p:cNvSpPr>
          <p:nvPr>
            <p:ph type="ctrTitle"/>
          </p:nvPr>
        </p:nvSpPr>
        <p:spPr>
          <a:xfrm>
            <a:off x="1547813" y="1125538"/>
            <a:ext cx="6908800"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1547813" y="2351088"/>
            <a:ext cx="6913562" cy="1752600"/>
          </a:xfrm>
        </p:spPr>
        <p:txBody>
          <a:bodyPr/>
          <a:lstStyle>
            <a:lvl1pPr marL="0" indent="0" algn="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latin typeface="Arial" panose="020B0604020202020204" pitchFamily="34" charset="0"/>
            </a:endParaRPr>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fld id="{BB962C8B-B14F-4D97-AF65-F5344CB8AC3E}" type="datetime1">
              <a:rPr lang="en-US"/>
              <a:t>17/01/2026</a:t>
            </a:fld>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lvl="0"/>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a:endParaRPr 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lvl="0"/>
            <a:endParaRPr lang="en-US">
              <a:latin typeface="Arial" panose="020B0604020202020204" pitchFamily="34" charset="0"/>
            </a:endParaRPr>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lvl="0"/>
            <a:endParaRPr lang="en-US">
              <a:latin typeface="Arial" panose="020B0604020202020204" pitchFamily="34" charset="0"/>
            </a:endParaRPr>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latin typeface="Arial" panose="020B0604020202020204" pitchFamily="34" charset="0"/>
            </a:endParaRPr>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9148763" cy="6861175"/>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lvl="0"/>
            <a:fld id="{BB962C8B-B14F-4D97-AF65-F5344CB8AC3E}" type="datetime1">
              <a:rPr lang="en-US"/>
              <a:t>17/01/2026</a:t>
            </a:fld>
            <a:endParaRPr lang="en-US">
              <a:latin typeface="Arial" panose="020B0604020202020204" pitchFamily="34" charset="0"/>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lvl="0"/>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a:fld id="{9A0DB2DC-4C9A-4742-B13C-FB6460FD3503}" type="slidenum">
              <a:rPr lang="en-US"/>
              <a:t>‹#›</a:t>
            </a:fld>
            <a:endParaRPr 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hf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a:t>1</a:t>
            </a:fld>
            <a:endParaRPr lang="en-US">
              <a:latin typeface="Arial" panose="020B0604020202020204" pitchFamily="34" charset="0"/>
            </a:endParaRPr>
          </a:p>
        </p:txBody>
      </p:sp>
      <p:sp>
        <p:nvSpPr>
          <p:cNvPr id="2052" name="Title 2051"/>
          <p:cNvSpPr>
            <a:spLocks noGrp="1"/>
          </p:cNvSpPr>
          <p:nvPr>
            <p:ph type="title"/>
          </p:nvPr>
        </p:nvSpPr>
        <p:spPr>
          <a:xfrm>
            <a:off x="1151255" y="893445"/>
            <a:ext cx="7792720" cy="782955"/>
          </a:xfrm>
        </p:spPr>
        <p:txBody>
          <a:bodyPr anchor="b" anchorCtr="0"/>
          <a:lstStyle/>
          <a:p>
            <a:r>
              <a:rPr lang="en-US">
                <a:solidFill>
                  <a:srgbClr val="FF0000"/>
                </a:solidFill>
                <a:sym typeface="+mn-ea"/>
              </a:rPr>
              <a:t> </a:t>
            </a:r>
          </a:p>
        </p:txBody>
      </p:sp>
      <p:sp>
        <p:nvSpPr>
          <p:cNvPr id="2053" name="Text Placeholder 2052"/>
          <p:cNvSpPr>
            <a:spLocks noGrp="1"/>
          </p:cNvSpPr>
          <p:nvPr>
            <p:ph type="body" idx="1"/>
          </p:nvPr>
        </p:nvSpPr>
        <p:spPr>
          <a:xfrm>
            <a:off x="838200" y="2017713"/>
            <a:ext cx="7772400" cy="4114800"/>
          </a:xfrm>
        </p:spPr>
        <p:txBody>
          <a:bodyPr/>
          <a:lstStyle/>
          <a:p>
            <a:pPr algn="ctr">
              <a:buNone/>
            </a:pPr>
            <a:r>
              <a:rPr lang="en-US" sz="8000">
                <a:solidFill>
                  <a:srgbClr val="FF0000"/>
                </a:solidFill>
              </a:rPr>
              <a:t>LUẬT</a:t>
            </a:r>
          </a:p>
          <a:p>
            <a:pPr algn="ctr">
              <a:buNone/>
            </a:pPr>
            <a:r>
              <a:rPr lang="en-US" sz="8000">
                <a:solidFill>
                  <a:srgbClr val="FF0000"/>
                </a:solidFill>
              </a:rPr>
              <a:t>AN NINH MẠNG</a:t>
            </a:r>
          </a:p>
        </p:txBody>
      </p:sp>
    </p:spTree>
  </p:cSld>
  <p:clrMapOvr>
    <a:masterClrMapping/>
  </p:clrMapOvr>
  <mc:AlternateContent xmlns:mc="http://schemas.openxmlformats.org/markup-compatibility/2006" xmlns:p14="http://schemas.microsoft.com/office/powerpoint/2010/main">
    <mc:Choice Requires="p14">
      <p:transition spd="slow" p14:dur="12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Title 602113"/>
          <p:cNvSpPr>
            <a:spLocks noGrp="1"/>
          </p:cNvSpPr>
          <p:nvPr>
            <p:ph type="title"/>
          </p:nvPr>
        </p:nvSpPr>
        <p:spPr>
          <a:noFill/>
          <a:ln>
            <a:noFill/>
          </a:ln>
        </p:spPr>
        <p:txBody>
          <a:bodyPr/>
          <a:lstStyle/>
          <a:p>
            <a:r>
              <a:rPr lang="en-US" sz="1800" i="1">
                <a:highlight>
                  <a:srgbClr val="FFFF00"/>
                </a:highlight>
                <a:sym typeface="+mn-ea"/>
              </a:rPr>
              <a:t>https://vbpl.vn/TW/Pages/vbpq-toanvan.aspx?ItemID=132957&amp;Keyword=Lu%E1%BA%ADt%20an%20ninh%20m%E1%BA%A1ng</a:t>
            </a:r>
            <a:endParaRPr lang="en-US" sz="1800" i="1">
              <a:solidFill>
                <a:srgbClr val="FF0000"/>
              </a:solidFill>
              <a:highlight>
                <a:srgbClr val="FFFF00"/>
              </a:highlight>
              <a:sym typeface="+mn-ea"/>
            </a:endParaRPr>
          </a:p>
        </p:txBody>
      </p:sp>
      <p:sp>
        <p:nvSpPr>
          <p:cNvPr id="602115" name="Content Placeholder 602114"/>
          <p:cNvSpPr>
            <a:spLocks noGrp="1"/>
          </p:cNvSpPr>
          <p:nvPr>
            <p:ph sz="half" idx="2"/>
          </p:nvPr>
        </p:nvSpPr>
        <p:spPr/>
        <p:txBody>
          <a:bodyPr/>
          <a:lstStyle/>
          <a:p>
            <a:endParaRPr b="1" u="sng"/>
          </a:p>
        </p:txBody>
      </p:sp>
      <p:pic>
        <p:nvPicPr>
          <p:cNvPr id="2" name="Content Placeholder 1"/>
          <p:cNvPicPr>
            <a:picLocks noGrp="1" noChangeAspect="1"/>
          </p:cNvPicPr>
          <p:nvPr>
            <p:ph sz="half" idx="1"/>
            <p:custDataLst>
              <p:tags r:id="rId1"/>
            </p:custDataLst>
          </p:nvPr>
        </p:nvPicPr>
        <p:blipFill>
          <a:blip r:embed="rId3"/>
          <a:stretch>
            <a:fillRect/>
          </a:stretch>
        </p:blipFill>
        <p:spPr>
          <a:xfrm>
            <a:off x="76200" y="876300"/>
            <a:ext cx="9337675" cy="59670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doors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Luật An ninh mạng được Quốc hội khóa XIV, kỳ họp thứ 5 thông qua ngày 12/6/2018. Chủ tịch nước ký Lệnh công bố ngày 25/6/2018 (Lệnh số 06/2018/L-CTN). </a:t>
            </a:r>
          </a:p>
          <a:p>
            <a:r>
              <a:rPr lang="en-US"/>
              <a:t>Luật có hiệu lực thi hành từ ngày 01 tháng 01 năm 2019.</a:t>
            </a:r>
          </a:p>
        </p:txBody>
      </p:sp>
      <p:sp>
        <p:nvSpPr>
          <p:cNvPr id="4" name="Slide Number Placeholder 3"/>
          <p:cNvSpPr>
            <a:spLocks noGrp="1"/>
          </p:cNvSpPr>
          <p:nvPr>
            <p:ph type="sldNum" sz="quarter" idx="12"/>
          </p:nvPr>
        </p:nvSpPr>
        <p:spPr/>
        <p:txBody>
          <a:bodyPr/>
          <a:lstStyle/>
          <a:p>
            <a:pPr lvl="0"/>
            <a:fld id="{9A0DB2DC-4C9A-4742-B13C-FB6460FD3503}" type="slidenum">
              <a:rPr lang="en-US"/>
              <a:t>3</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solidFill>
                  <a:srgbClr val="FF0000"/>
                </a:solidFill>
                <a:highlight>
                  <a:srgbClr val="FFFF00"/>
                </a:highlight>
              </a:rPr>
              <a:t>I. SỰ CẦN THIẾT BAN HÀNH LUẬT AN NINH MẠNG</a:t>
            </a:r>
          </a:p>
        </p:txBody>
      </p:sp>
      <p:sp>
        <p:nvSpPr>
          <p:cNvPr id="3" name="Content Placeholder 2"/>
          <p:cNvSpPr>
            <a:spLocks noGrp="1"/>
          </p:cNvSpPr>
          <p:nvPr>
            <p:ph idx="1"/>
          </p:nvPr>
        </p:nvSpPr>
        <p:spPr/>
        <p:txBody>
          <a:bodyPr/>
          <a:lstStyle/>
          <a:p>
            <a:r>
              <a:rPr lang="en-US" sz="3300"/>
              <a:t>1. Đáp ứng yêu cầu của công tác an ninh mạng trong bảo vệ an ninh quốc gia, bảo đảm trật tự an toàn xã hội</a:t>
            </a:r>
          </a:p>
          <a:p>
            <a:r>
              <a:rPr lang="en-US" sz="3300"/>
              <a:t>2. Phòng ngừa, ứng phó với các nguy cơ đe dọa an ninh mạng</a:t>
            </a:r>
          </a:p>
          <a:p>
            <a:r>
              <a:rPr lang="en-US" sz="3300"/>
              <a:t>3. Khắc phục tồn tại, hạn chế liên quan bảo vệ an ninh mạng</a:t>
            </a:r>
          </a:p>
          <a:p>
            <a:r>
              <a:rPr lang="en-US" sz="3300"/>
              <a:t>4. Thể chế hóa đầy đủ, kịp thời các chủ trương, đường lối của Đảng về an ninh mạng</a:t>
            </a:r>
          </a:p>
        </p:txBody>
      </p:sp>
      <p:sp>
        <p:nvSpPr>
          <p:cNvPr id="4" name="Slide Number Placeholder 3"/>
          <p:cNvSpPr>
            <a:spLocks noGrp="1"/>
          </p:cNvSpPr>
          <p:nvPr>
            <p:ph type="sldNum" sz="quarter" idx="12"/>
          </p:nvPr>
        </p:nvSpPr>
        <p:spPr/>
        <p:txBody>
          <a:bodyPr/>
          <a:lstStyle/>
          <a:p>
            <a:pPr lvl="0"/>
            <a:fld id="{9A0DB2DC-4C9A-4742-B13C-FB6460FD3503}" type="slidenum">
              <a:rPr lang="en-US"/>
              <a:t>4</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solidFill>
                  <a:srgbClr val="FF0000"/>
                </a:solidFill>
                <a:highlight>
                  <a:srgbClr val="FFFF00"/>
                </a:highlight>
                <a:sym typeface="+mn-ea"/>
              </a:rPr>
              <a:t>I. SỰ CẦN THIẾT BAN HÀNH LUẬT AN NINH MẠNG</a:t>
            </a:r>
          </a:p>
        </p:txBody>
      </p:sp>
      <p:sp>
        <p:nvSpPr>
          <p:cNvPr id="3" name="Content Placeholder 2"/>
          <p:cNvSpPr>
            <a:spLocks noGrp="1"/>
          </p:cNvSpPr>
          <p:nvPr>
            <p:ph idx="1"/>
          </p:nvPr>
        </p:nvSpPr>
        <p:spPr/>
        <p:txBody>
          <a:bodyPr/>
          <a:lstStyle/>
          <a:p>
            <a:r>
              <a:rPr lang="en-US"/>
              <a:t>5. Bảo đảm sự phù hợp với quy định của Hiến pháp về quyền con người, quyền cơ bản của công dân và bảo vệ Tổ quốc</a:t>
            </a:r>
          </a:p>
          <a:p>
            <a:r>
              <a:rPr lang="en-US"/>
              <a:t>6. Bảo đảm sự phù hợp với thông lệ quốc tế</a:t>
            </a:r>
          </a:p>
        </p:txBody>
      </p:sp>
      <p:sp>
        <p:nvSpPr>
          <p:cNvPr id="4" name="Slide Number Placeholder 3"/>
          <p:cNvSpPr>
            <a:spLocks noGrp="1"/>
          </p:cNvSpPr>
          <p:nvPr>
            <p:ph type="sldNum" sz="quarter" idx="12"/>
          </p:nvPr>
        </p:nvSpPr>
        <p:spPr/>
        <p:txBody>
          <a:bodyPr/>
          <a:lstStyle/>
          <a:p>
            <a:pPr lvl="0"/>
            <a:fld id="{9A0DB2DC-4C9A-4742-B13C-FB6460FD3503}" type="slidenum">
              <a:rPr lang="en-US"/>
              <a:t>5</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dirty="0" err="1">
                <a:highlight>
                  <a:srgbClr val="FFFF00"/>
                </a:highlight>
              </a:rPr>
              <a:t>Chương</a:t>
            </a:r>
            <a:r>
              <a:rPr lang="en-US" dirty="0">
                <a:highlight>
                  <a:srgbClr val="FFFF00"/>
                </a:highlight>
              </a:rPr>
              <a:t> I. </a:t>
            </a:r>
            <a:r>
              <a:rPr lang="en-US" dirty="0" err="1">
                <a:highlight>
                  <a:srgbClr val="FFFF00"/>
                </a:highlight>
              </a:rPr>
              <a:t>Những</a:t>
            </a:r>
            <a:r>
              <a:rPr lang="en-US" dirty="0">
                <a:highlight>
                  <a:srgbClr val="FFFF00"/>
                </a:highlight>
              </a:rPr>
              <a:t> </a:t>
            </a:r>
            <a:r>
              <a:rPr lang="en-US" dirty="0" err="1">
                <a:highlight>
                  <a:srgbClr val="FFFF00"/>
                </a:highlight>
              </a:rPr>
              <a:t>quy</a:t>
            </a:r>
            <a:r>
              <a:rPr lang="en-US" dirty="0">
                <a:highlight>
                  <a:srgbClr val="FFFF00"/>
                </a:highlight>
              </a:rPr>
              <a:t> </a:t>
            </a:r>
            <a:r>
              <a:rPr lang="en-US" dirty="0" err="1">
                <a:highlight>
                  <a:srgbClr val="FFFF00"/>
                </a:highlight>
              </a:rPr>
              <a:t>định</a:t>
            </a:r>
            <a:r>
              <a:rPr lang="en-US" dirty="0">
                <a:highlight>
                  <a:srgbClr val="FFFF00"/>
                </a:highlight>
              </a:rPr>
              <a:t> </a:t>
            </a:r>
            <a:r>
              <a:rPr lang="en-US" dirty="0" err="1">
                <a:highlight>
                  <a:srgbClr val="FFFF00"/>
                </a:highlight>
              </a:rPr>
              <a:t>chung</a:t>
            </a:r>
            <a:r>
              <a:rPr lang="en-US" dirty="0">
                <a:highlight>
                  <a:srgbClr val="FFFF00"/>
                </a:highlight>
              </a:rPr>
              <a:t>, </a:t>
            </a:r>
            <a:r>
              <a:rPr lang="en-US" dirty="0" err="1">
                <a:highlight>
                  <a:srgbClr val="FFFF00"/>
                </a:highlight>
              </a:rPr>
              <a:t>gồm</a:t>
            </a:r>
            <a:r>
              <a:rPr lang="en-US" dirty="0">
                <a:highlight>
                  <a:srgbClr val="FFFF00"/>
                </a:highlight>
              </a:rPr>
              <a:t> 9 </a:t>
            </a:r>
            <a:r>
              <a:rPr lang="en-US" dirty="0" err="1">
                <a:highlight>
                  <a:srgbClr val="FFFF00"/>
                </a:highlight>
              </a:rPr>
              <a:t>điều</a:t>
            </a:r>
            <a:r>
              <a:rPr lang="en-US" dirty="0">
                <a:highlight>
                  <a:srgbClr val="FFFF00"/>
                </a:highlight>
              </a:rPr>
              <a:t>, (</a:t>
            </a:r>
            <a:r>
              <a:rPr lang="en-US" dirty="0" err="1">
                <a:highlight>
                  <a:srgbClr val="FFFF00"/>
                </a:highlight>
              </a:rPr>
              <a:t>từ</a:t>
            </a:r>
            <a:r>
              <a:rPr lang="en-US" dirty="0">
                <a:highlight>
                  <a:srgbClr val="FFFF00"/>
                </a:highlight>
              </a:rPr>
              <a:t> </a:t>
            </a:r>
            <a:r>
              <a:rPr lang="en-US" dirty="0" err="1">
                <a:highlight>
                  <a:srgbClr val="FFFF00"/>
                </a:highlight>
              </a:rPr>
              <a:t>Điều</a:t>
            </a:r>
            <a:r>
              <a:rPr lang="en-US" dirty="0">
                <a:highlight>
                  <a:srgbClr val="FFFF00"/>
                </a:highlight>
              </a:rPr>
              <a:t> 1 </a:t>
            </a:r>
            <a:r>
              <a:rPr lang="en-US" dirty="0" err="1">
                <a:highlight>
                  <a:srgbClr val="FFFF00"/>
                </a:highlight>
              </a:rPr>
              <a:t>đến</a:t>
            </a:r>
            <a:r>
              <a:rPr lang="en-US" dirty="0">
                <a:highlight>
                  <a:srgbClr val="FFFF00"/>
                </a:highlight>
              </a:rPr>
              <a:t> </a:t>
            </a:r>
            <a:r>
              <a:rPr lang="en-US" dirty="0" err="1">
                <a:highlight>
                  <a:srgbClr val="FFFF00"/>
                </a:highlight>
              </a:rPr>
              <a:t>Điều</a:t>
            </a:r>
            <a:r>
              <a:rPr lang="en-US" dirty="0">
                <a:highlight>
                  <a:srgbClr val="FFFF00"/>
                </a:highlight>
              </a:rPr>
              <a:t> 9) </a:t>
            </a:r>
          </a:p>
          <a:p>
            <a:r>
              <a:rPr lang="en-US" dirty="0" err="1"/>
              <a:t>quy</a:t>
            </a:r>
            <a:r>
              <a:rPr lang="en-US" dirty="0"/>
              <a:t> </a:t>
            </a:r>
            <a:r>
              <a:rPr lang="en-US" dirty="0" err="1"/>
              <a:t>định</a:t>
            </a:r>
            <a:r>
              <a:rPr lang="en-US" dirty="0"/>
              <a:t> </a:t>
            </a:r>
            <a:r>
              <a:rPr lang="en-US" dirty="0" err="1"/>
              <a:t>về</a:t>
            </a:r>
            <a:r>
              <a:rPr lang="en-US" dirty="0"/>
              <a:t> </a:t>
            </a:r>
            <a:r>
              <a:rPr lang="en-US" dirty="0" err="1"/>
              <a:t>phạm</a:t>
            </a:r>
            <a:r>
              <a:rPr lang="en-US" dirty="0"/>
              <a:t> vi </a:t>
            </a:r>
            <a:r>
              <a:rPr lang="en-US" dirty="0" err="1"/>
              <a:t>điều</a:t>
            </a:r>
            <a:r>
              <a:rPr lang="en-US" dirty="0"/>
              <a:t> </a:t>
            </a:r>
            <a:r>
              <a:rPr lang="en-US" dirty="0" err="1"/>
              <a:t>chỉnh</a:t>
            </a:r>
            <a:r>
              <a:rPr lang="en-US" dirty="0"/>
              <a:t>; </a:t>
            </a:r>
            <a:r>
              <a:rPr lang="en-US" dirty="0" err="1"/>
              <a:t>giải</a:t>
            </a:r>
            <a:r>
              <a:rPr lang="en-US" dirty="0"/>
              <a:t> </a:t>
            </a:r>
            <a:r>
              <a:rPr lang="en-US" dirty="0" err="1"/>
              <a:t>thích</a:t>
            </a:r>
            <a:r>
              <a:rPr lang="en-US" dirty="0"/>
              <a:t> </a:t>
            </a:r>
            <a:r>
              <a:rPr lang="en-US" dirty="0" err="1"/>
              <a:t>từ</a:t>
            </a:r>
            <a:r>
              <a:rPr lang="en-US" dirty="0"/>
              <a:t> </a:t>
            </a:r>
            <a:r>
              <a:rPr lang="en-US" dirty="0" err="1"/>
              <a:t>ngữ</a:t>
            </a:r>
            <a:r>
              <a:rPr lang="en-US" dirty="0"/>
              <a:t>; </a:t>
            </a:r>
            <a:r>
              <a:rPr lang="en-US" dirty="0" err="1"/>
              <a:t>chính</a:t>
            </a:r>
            <a:r>
              <a:rPr lang="en-US" dirty="0"/>
              <a:t> </a:t>
            </a:r>
            <a:r>
              <a:rPr lang="en-US" dirty="0" err="1"/>
              <a:t>sách</a:t>
            </a:r>
            <a:r>
              <a:rPr lang="en-US" dirty="0"/>
              <a:t> </a:t>
            </a:r>
            <a:r>
              <a:rPr lang="en-US" dirty="0" err="1"/>
              <a:t>của</a:t>
            </a:r>
            <a:r>
              <a:rPr lang="en-US" dirty="0"/>
              <a:t> </a:t>
            </a:r>
            <a:r>
              <a:rPr lang="en-US" dirty="0" err="1"/>
              <a:t>Nhà</a:t>
            </a:r>
            <a:r>
              <a:rPr lang="en-US" dirty="0"/>
              <a:t> </a:t>
            </a:r>
            <a:r>
              <a:rPr lang="en-US" dirty="0" err="1"/>
              <a:t>nước</a:t>
            </a:r>
            <a:r>
              <a:rPr lang="en-US" dirty="0"/>
              <a:t> </a:t>
            </a:r>
            <a:r>
              <a:rPr lang="en-US" dirty="0" err="1"/>
              <a:t>về</a:t>
            </a:r>
            <a:r>
              <a:rPr lang="en-US" dirty="0"/>
              <a:t> an </a:t>
            </a:r>
            <a:r>
              <a:rPr lang="en-US" dirty="0" err="1"/>
              <a:t>ninh</a:t>
            </a:r>
            <a:r>
              <a:rPr lang="en-US" dirty="0"/>
              <a:t> </a:t>
            </a:r>
            <a:r>
              <a:rPr lang="en-US" dirty="0" err="1"/>
              <a:t>mạng</a:t>
            </a:r>
            <a:r>
              <a:rPr lang="en-US" dirty="0"/>
              <a:t>; </a:t>
            </a:r>
            <a:r>
              <a:rPr lang="en-US" dirty="0" err="1"/>
              <a:t>nguyên</a:t>
            </a:r>
            <a:r>
              <a:rPr lang="en-US" dirty="0"/>
              <a:t> </a:t>
            </a:r>
            <a:r>
              <a:rPr lang="en-US" dirty="0" err="1"/>
              <a:t>tắc</a:t>
            </a:r>
            <a:r>
              <a:rPr lang="en-US" dirty="0"/>
              <a:t> </a:t>
            </a:r>
            <a:r>
              <a:rPr lang="en-US" dirty="0" err="1"/>
              <a:t>bảo</a:t>
            </a:r>
            <a:r>
              <a:rPr lang="en-US" dirty="0"/>
              <a:t> </a:t>
            </a:r>
            <a:r>
              <a:rPr lang="en-US" dirty="0" err="1"/>
              <a:t>vệ</a:t>
            </a:r>
            <a:r>
              <a:rPr lang="en-US" dirty="0"/>
              <a:t> an </a:t>
            </a:r>
            <a:r>
              <a:rPr lang="en-US" dirty="0" err="1"/>
              <a:t>ninh</a:t>
            </a:r>
            <a:r>
              <a:rPr lang="en-US" dirty="0"/>
              <a:t> </a:t>
            </a:r>
            <a:r>
              <a:rPr lang="en-US" dirty="0" err="1"/>
              <a:t>mạng</a:t>
            </a:r>
            <a:r>
              <a:rPr lang="en-US" dirty="0"/>
              <a:t>; </a:t>
            </a:r>
            <a:r>
              <a:rPr lang="en-US" dirty="0" err="1"/>
              <a:t>biện</a:t>
            </a:r>
            <a:r>
              <a:rPr lang="en-US" dirty="0"/>
              <a:t> </a:t>
            </a:r>
            <a:r>
              <a:rPr lang="en-US" dirty="0" err="1"/>
              <a:t>pháp</a:t>
            </a:r>
            <a:r>
              <a:rPr lang="en-US" dirty="0"/>
              <a:t> </a:t>
            </a:r>
            <a:r>
              <a:rPr lang="en-US" dirty="0" err="1"/>
              <a:t>bảo</a:t>
            </a:r>
            <a:r>
              <a:rPr lang="en-US" dirty="0"/>
              <a:t> </a:t>
            </a:r>
            <a:r>
              <a:rPr lang="en-US" dirty="0" err="1"/>
              <a:t>vệ</a:t>
            </a:r>
            <a:r>
              <a:rPr lang="en-US" dirty="0"/>
              <a:t> an </a:t>
            </a:r>
            <a:r>
              <a:rPr lang="en-US" dirty="0" err="1"/>
              <a:t>ninh</a:t>
            </a:r>
            <a:r>
              <a:rPr lang="en-US" dirty="0"/>
              <a:t> </a:t>
            </a:r>
            <a:r>
              <a:rPr lang="en-US" dirty="0" err="1"/>
              <a:t>mạng</a:t>
            </a:r>
            <a:r>
              <a:rPr lang="en-US" dirty="0"/>
              <a:t>; </a:t>
            </a:r>
            <a:r>
              <a:rPr lang="en-US" dirty="0" err="1"/>
              <a:t>bảo</a:t>
            </a:r>
            <a:r>
              <a:rPr lang="en-US" dirty="0"/>
              <a:t> </a:t>
            </a:r>
            <a:r>
              <a:rPr lang="en-US" dirty="0" err="1"/>
              <a:t>vệ</a:t>
            </a:r>
            <a:r>
              <a:rPr lang="en-US" dirty="0"/>
              <a:t> </a:t>
            </a:r>
            <a:r>
              <a:rPr lang="en-US" dirty="0" err="1"/>
              <a:t>không</a:t>
            </a:r>
            <a:r>
              <a:rPr lang="en-US" dirty="0"/>
              <a:t> </a:t>
            </a:r>
            <a:r>
              <a:rPr lang="en-US" dirty="0" err="1"/>
              <a:t>gian</a:t>
            </a:r>
            <a:r>
              <a:rPr lang="en-US" dirty="0"/>
              <a:t> </a:t>
            </a:r>
            <a:r>
              <a:rPr lang="en-US" dirty="0" err="1"/>
              <a:t>mạng</a:t>
            </a:r>
            <a:r>
              <a:rPr lang="en-US" dirty="0"/>
              <a:t> </a:t>
            </a:r>
            <a:r>
              <a:rPr lang="en-US" dirty="0" err="1"/>
              <a:t>quốc</a:t>
            </a:r>
            <a:r>
              <a:rPr lang="en-US" dirty="0"/>
              <a:t> </a:t>
            </a:r>
            <a:r>
              <a:rPr lang="en-US" dirty="0" err="1"/>
              <a:t>gia</a:t>
            </a:r>
            <a:r>
              <a:rPr lang="en-US" dirty="0"/>
              <a:t>; </a:t>
            </a:r>
            <a:r>
              <a:rPr lang="en-US" dirty="0" err="1"/>
              <a:t>hợp</a:t>
            </a:r>
            <a:r>
              <a:rPr lang="en-US" dirty="0"/>
              <a:t> </a:t>
            </a:r>
            <a:r>
              <a:rPr lang="en-US" dirty="0" err="1"/>
              <a:t>tác</a:t>
            </a:r>
            <a:r>
              <a:rPr lang="en-US" dirty="0"/>
              <a:t> </a:t>
            </a:r>
            <a:r>
              <a:rPr lang="en-US" dirty="0" err="1"/>
              <a:t>quốc</a:t>
            </a:r>
            <a:r>
              <a:rPr lang="en-US" dirty="0"/>
              <a:t> </a:t>
            </a:r>
            <a:r>
              <a:rPr lang="en-US" dirty="0" err="1"/>
              <a:t>tế</a:t>
            </a:r>
            <a:r>
              <a:rPr lang="en-US" dirty="0"/>
              <a:t> </a:t>
            </a:r>
            <a:r>
              <a:rPr lang="en-US" dirty="0" err="1"/>
              <a:t>về</a:t>
            </a:r>
            <a:r>
              <a:rPr lang="en-US" dirty="0"/>
              <a:t> an </a:t>
            </a:r>
            <a:r>
              <a:rPr lang="en-US" dirty="0" err="1"/>
              <a:t>ninh</a:t>
            </a:r>
            <a:r>
              <a:rPr lang="en-US" dirty="0"/>
              <a:t> </a:t>
            </a:r>
            <a:r>
              <a:rPr lang="en-US" dirty="0" err="1"/>
              <a:t>mạng</a:t>
            </a:r>
            <a:r>
              <a:rPr lang="en-US" dirty="0"/>
              <a:t>; </a:t>
            </a:r>
            <a:r>
              <a:rPr lang="en-US" dirty="0" err="1"/>
              <a:t>các</a:t>
            </a:r>
            <a:r>
              <a:rPr lang="en-US" dirty="0"/>
              <a:t> </a:t>
            </a:r>
            <a:r>
              <a:rPr lang="en-US" dirty="0" err="1"/>
              <a:t>hành</a:t>
            </a:r>
            <a:r>
              <a:rPr lang="en-US" dirty="0"/>
              <a:t> vi </a:t>
            </a:r>
            <a:r>
              <a:rPr lang="en-US" dirty="0" err="1"/>
              <a:t>bị</a:t>
            </a:r>
            <a:r>
              <a:rPr lang="en-US" dirty="0"/>
              <a:t> </a:t>
            </a:r>
            <a:r>
              <a:rPr lang="en-US" dirty="0" err="1"/>
              <a:t>nghiêm</a:t>
            </a:r>
            <a:r>
              <a:rPr lang="en-US" dirty="0"/>
              <a:t> </a:t>
            </a:r>
            <a:r>
              <a:rPr lang="en-US" dirty="0" err="1"/>
              <a:t>cấm</a:t>
            </a:r>
            <a:r>
              <a:rPr lang="en-US" dirty="0"/>
              <a:t> </a:t>
            </a:r>
            <a:r>
              <a:rPr lang="en-US" dirty="0" err="1"/>
              <a:t>về</a:t>
            </a:r>
            <a:r>
              <a:rPr lang="en-US" dirty="0"/>
              <a:t> an </a:t>
            </a:r>
            <a:r>
              <a:rPr lang="en-US" dirty="0" err="1"/>
              <a:t>ninh</a:t>
            </a:r>
            <a:r>
              <a:rPr lang="en-US" dirty="0"/>
              <a:t> </a:t>
            </a:r>
            <a:r>
              <a:rPr lang="en-US" dirty="0" err="1"/>
              <a:t>mạng</a:t>
            </a:r>
            <a:r>
              <a:rPr lang="en-US" dirty="0"/>
              <a:t>; </a:t>
            </a:r>
            <a:r>
              <a:rPr lang="en-US" dirty="0" err="1"/>
              <a:t>xử</a:t>
            </a:r>
            <a:r>
              <a:rPr lang="en-US" dirty="0"/>
              <a:t> </a:t>
            </a:r>
            <a:r>
              <a:rPr lang="en-US" dirty="0" err="1"/>
              <a:t>lý</a:t>
            </a:r>
            <a:r>
              <a:rPr lang="en-US" dirty="0"/>
              <a:t> vi </a:t>
            </a:r>
            <a:r>
              <a:rPr lang="en-US" dirty="0" err="1"/>
              <a:t>phạm</a:t>
            </a:r>
            <a:r>
              <a:rPr lang="en-US" dirty="0"/>
              <a:t> </a:t>
            </a:r>
            <a:r>
              <a:rPr lang="en-US" dirty="0" err="1"/>
              <a:t>pháp</a:t>
            </a:r>
            <a:r>
              <a:rPr lang="en-US" dirty="0"/>
              <a:t> </a:t>
            </a:r>
            <a:r>
              <a:rPr lang="en-US" dirty="0" err="1"/>
              <a:t>luật</a:t>
            </a:r>
            <a:r>
              <a:rPr lang="en-US" dirty="0"/>
              <a:t> </a:t>
            </a:r>
            <a:r>
              <a:rPr lang="en-US" dirty="0" err="1"/>
              <a:t>về</a:t>
            </a:r>
            <a:r>
              <a:rPr lang="en-US" dirty="0"/>
              <a:t> an </a:t>
            </a:r>
            <a:r>
              <a:rPr lang="en-US" dirty="0" err="1"/>
              <a:t>ninh</a:t>
            </a:r>
            <a:r>
              <a:rPr lang="en-US" dirty="0"/>
              <a:t> </a:t>
            </a:r>
            <a:r>
              <a:rPr lang="en-US" dirty="0" err="1"/>
              <a:t>mạng</a:t>
            </a:r>
            <a:endParaRPr lang="en-US" dirty="0"/>
          </a:p>
        </p:txBody>
      </p:sp>
      <p:sp>
        <p:nvSpPr>
          <p:cNvPr id="4" name="Slide Number Placeholder 3"/>
          <p:cNvSpPr>
            <a:spLocks noGrp="1"/>
          </p:cNvSpPr>
          <p:nvPr>
            <p:ph type="sldNum" sz="quarter" idx="12"/>
          </p:nvPr>
        </p:nvSpPr>
        <p:spPr/>
        <p:txBody>
          <a:bodyPr/>
          <a:lstStyle/>
          <a:p>
            <a:pPr lvl="0"/>
            <a:fld id="{9A0DB2DC-4C9A-4742-B13C-FB6460FD3503}" type="slidenum">
              <a:rPr lang="en-US"/>
              <a:t>6</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r>
              <a:rPr lang="en-US" dirty="0">
                <a:solidFill>
                  <a:srgbClr val="FF0000"/>
                </a:solidFill>
              </a:rPr>
              <a:t>1.1. </a:t>
            </a:r>
            <a:r>
              <a:rPr lang="en-US" dirty="0" err="1">
                <a:solidFill>
                  <a:srgbClr val="FF0000"/>
                </a:solidFill>
              </a:rPr>
              <a:t>Về</a:t>
            </a:r>
            <a:r>
              <a:rPr lang="en-US" dirty="0">
                <a:solidFill>
                  <a:srgbClr val="FF0000"/>
                </a:solidFill>
              </a:rPr>
              <a:t> </a:t>
            </a:r>
            <a:r>
              <a:rPr lang="en-US" dirty="0" err="1">
                <a:solidFill>
                  <a:srgbClr val="FF0000"/>
                </a:solidFill>
              </a:rPr>
              <a:t>phạm</a:t>
            </a:r>
            <a:r>
              <a:rPr lang="en-US" dirty="0">
                <a:solidFill>
                  <a:srgbClr val="FF0000"/>
                </a:solidFill>
              </a:rPr>
              <a:t> vi </a:t>
            </a:r>
            <a:r>
              <a:rPr lang="en-US" dirty="0" err="1">
                <a:solidFill>
                  <a:srgbClr val="FF0000"/>
                </a:solidFill>
              </a:rPr>
              <a:t>điều</a:t>
            </a:r>
            <a:r>
              <a:rPr lang="en-US" dirty="0">
                <a:solidFill>
                  <a:srgbClr val="FF0000"/>
                </a:solidFill>
              </a:rPr>
              <a:t> </a:t>
            </a:r>
            <a:r>
              <a:rPr lang="en-US" dirty="0" err="1">
                <a:solidFill>
                  <a:srgbClr val="FF0000"/>
                </a:solidFill>
              </a:rPr>
              <a:t>chỉnh</a:t>
            </a:r>
            <a:r>
              <a:rPr lang="en-US" dirty="0">
                <a:solidFill>
                  <a:srgbClr val="FF0000"/>
                </a:solidFill>
              </a:rPr>
              <a:t> (</a:t>
            </a:r>
            <a:r>
              <a:rPr lang="en-US" dirty="0" err="1">
                <a:solidFill>
                  <a:srgbClr val="FF0000"/>
                </a:solidFill>
              </a:rPr>
              <a:t>Điều</a:t>
            </a:r>
            <a:r>
              <a:rPr lang="en-US" dirty="0">
                <a:solidFill>
                  <a:srgbClr val="FF0000"/>
                </a:solidFill>
              </a:rPr>
              <a:t> 1)</a:t>
            </a:r>
            <a:endParaRPr lang="en-US" dirty="0"/>
          </a:p>
          <a:p>
            <a:r>
              <a:rPr lang="en-US" dirty="0" err="1"/>
              <a:t>Luật</a:t>
            </a:r>
            <a:r>
              <a:rPr lang="en-US" dirty="0"/>
              <a:t> an </a:t>
            </a:r>
            <a:r>
              <a:rPr lang="en-US" dirty="0" err="1"/>
              <a:t>ninh</a:t>
            </a:r>
            <a:r>
              <a:rPr lang="en-US" dirty="0"/>
              <a:t> </a:t>
            </a:r>
            <a:r>
              <a:rPr lang="en-US" dirty="0" err="1"/>
              <a:t>mạng</a:t>
            </a:r>
            <a:r>
              <a:rPr lang="en-US" dirty="0"/>
              <a:t> </a:t>
            </a:r>
            <a:r>
              <a:rPr lang="en-US" dirty="0" err="1"/>
              <a:t>quy</a:t>
            </a:r>
            <a:r>
              <a:rPr lang="en-US" dirty="0"/>
              <a:t> </a:t>
            </a:r>
            <a:r>
              <a:rPr lang="en-US" dirty="0" err="1"/>
              <a:t>định</a:t>
            </a:r>
            <a:r>
              <a:rPr lang="en-US" dirty="0"/>
              <a:t> </a:t>
            </a:r>
            <a:r>
              <a:rPr lang="en-US" dirty="0" err="1"/>
              <a:t>về</a:t>
            </a:r>
            <a:r>
              <a:rPr lang="en-US" dirty="0"/>
              <a:t> </a:t>
            </a:r>
            <a:r>
              <a:rPr lang="en-US" dirty="0" err="1"/>
              <a:t>hoạt</a:t>
            </a:r>
            <a:r>
              <a:rPr lang="en-US" dirty="0"/>
              <a:t> </a:t>
            </a:r>
            <a:r>
              <a:rPr lang="en-US" dirty="0" err="1"/>
              <a:t>động</a:t>
            </a:r>
            <a:r>
              <a:rPr lang="en-US" dirty="0"/>
              <a:t> </a:t>
            </a:r>
            <a:r>
              <a:rPr lang="en-US" dirty="0" err="1"/>
              <a:t>bảo</a:t>
            </a:r>
            <a:r>
              <a:rPr lang="en-US" dirty="0"/>
              <a:t> </a:t>
            </a:r>
            <a:r>
              <a:rPr lang="en-US" dirty="0" err="1"/>
              <a:t>vệ</a:t>
            </a:r>
            <a:r>
              <a:rPr lang="en-US" dirty="0"/>
              <a:t> an </a:t>
            </a:r>
            <a:r>
              <a:rPr lang="en-US" dirty="0" err="1"/>
              <a:t>ninh</a:t>
            </a:r>
            <a:r>
              <a:rPr lang="en-US" dirty="0"/>
              <a:t> </a:t>
            </a:r>
            <a:r>
              <a:rPr lang="en-US" dirty="0" err="1"/>
              <a:t>quốc</a:t>
            </a:r>
            <a:r>
              <a:rPr lang="en-US" dirty="0"/>
              <a:t> </a:t>
            </a:r>
            <a:r>
              <a:rPr lang="en-US" dirty="0" err="1"/>
              <a:t>gia</a:t>
            </a:r>
            <a:r>
              <a:rPr lang="en-US" dirty="0"/>
              <a:t> </a:t>
            </a:r>
            <a:r>
              <a:rPr lang="en-US" dirty="0" err="1"/>
              <a:t>và</a:t>
            </a:r>
            <a:r>
              <a:rPr lang="en-US" dirty="0"/>
              <a:t> </a:t>
            </a:r>
            <a:r>
              <a:rPr lang="en-US" dirty="0" err="1"/>
              <a:t>bảo</a:t>
            </a:r>
            <a:r>
              <a:rPr lang="en-US" dirty="0"/>
              <a:t> </a:t>
            </a:r>
            <a:r>
              <a:rPr lang="en-US" dirty="0" err="1"/>
              <a:t>đảm</a:t>
            </a:r>
            <a:r>
              <a:rPr lang="en-US" dirty="0"/>
              <a:t> </a:t>
            </a:r>
            <a:r>
              <a:rPr lang="en-US" dirty="0" err="1"/>
              <a:t>trật</a:t>
            </a:r>
            <a:r>
              <a:rPr lang="en-US" dirty="0"/>
              <a:t> </a:t>
            </a:r>
            <a:r>
              <a:rPr lang="en-US" dirty="0" err="1"/>
              <a:t>tự</a:t>
            </a:r>
            <a:r>
              <a:rPr lang="en-US" dirty="0"/>
              <a:t>, an </a:t>
            </a:r>
            <a:r>
              <a:rPr lang="en-US" dirty="0" err="1"/>
              <a:t>toàn</a:t>
            </a:r>
            <a:r>
              <a:rPr lang="en-US" dirty="0"/>
              <a:t> </a:t>
            </a:r>
            <a:r>
              <a:rPr lang="en-US" dirty="0" err="1"/>
              <a:t>xã</a:t>
            </a:r>
            <a:r>
              <a:rPr lang="en-US" dirty="0"/>
              <a:t> </a:t>
            </a:r>
            <a:r>
              <a:rPr lang="en-US" dirty="0" err="1"/>
              <a:t>hội</a:t>
            </a:r>
            <a:r>
              <a:rPr lang="en-US" dirty="0"/>
              <a:t> </a:t>
            </a:r>
            <a:r>
              <a:rPr lang="en-US" dirty="0" err="1"/>
              <a:t>trên</a:t>
            </a:r>
            <a:r>
              <a:rPr lang="en-US" dirty="0"/>
              <a:t> </a:t>
            </a:r>
            <a:r>
              <a:rPr lang="en-US" dirty="0" err="1">
                <a:highlight>
                  <a:srgbClr val="FFFF00"/>
                </a:highlight>
              </a:rPr>
              <a:t>không</a:t>
            </a:r>
            <a:r>
              <a:rPr lang="en-US" dirty="0">
                <a:highlight>
                  <a:srgbClr val="FFFF00"/>
                </a:highlight>
              </a:rPr>
              <a:t> </a:t>
            </a:r>
            <a:r>
              <a:rPr lang="en-US" dirty="0" err="1">
                <a:highlight>
                  <a:srgbClr val="FFFF00"/>
                </a:highlight>
              </a:rPr>
              <a:t>gian</a:t>
            </a:r>
            <a:r>
              <a:rPr lang="en-US" dirty="0">
                <a:highlight>
                  <a:srgbClr val="FFFF00"/>
                </a:highlight>
              </a:rPr>
              <a:t> </a:t>
            </a:r>
            <a:r>
              <a:rPr lang="en-US" dirty="0" err="1">
                <a:highlight>
                  <a:srgbClr val="FFFF00"/>
                </a:highlight>
              </a:rPr>
              <a:t>mạng</a:t>
            </a:r>
            <a:r>
              <a:rPr lang="en-US" dirty="0"/>
              <a:t>; </a:t>
            </a:r>
            <a:r>
              <a:rPr lang="en-US" dirty="0" err="1"/>
              <a:t>trách</a:t>
            </a:r>
            <a:r>
              <a:rPr lang="en-US" dirty="0"/>
              <a:t> </a:t>
            </a:r>
            <a:r>
              <a:rPr lang="en-US" dirty="0" err="1"/>
              <a:t>nhiệm</a:t>
            </a:r>
            <a:r>
              <a:rPr lang="en-US" dirty="0"/>
              <a:t> </a:t>
            </a:r>
            <a:r>
              <a:rPr lang="en-US" dirty="0" err="1"/>
              <a:t>của</a:t>
            </a:r>
            <a:r>
              <a:rPr lang="en-US" dirty="0"/>
              <a:t> </a:t>
            </a:r>
            <a:r>
              <a:rPr lang="en-US" dirty="0" err="1"/>
              <a:t>cơ</a:t>
            </a:r>
            <a:r>
              <a:rPr lang="en-US" dirty="0"/>
              <a:t> </a:t>
            </a:r>
            <a:r>
              <a:rPr lang="en-US" dirty="0" err="1"/>
              <a:t>quan</a:t>
            </a:r>
            <a:r>
              <a:rPr lang="en-US" dirty="0"/>
              <a:t>, </a:t>
            </a:r>
            <a:r>
              <a:rPr lang="en-US" dirty="0" err="1"/>
              <a:t>tổ</a:t>
            </a:r>
            <a:r>
              <a:rPr lang="en-US" dirty="0"/>
              <a:t> </a:t>
            </a:r>
            <a:r>
              <a:rPr lang="en-US" dirty="0" err="1"/>
              <a:t>chức</a:t>
            </a:r>
            <a:r>
              <a:rPr lang="en-US" dirty="0"/>
              <a:t>, </a:t>
            </a:r>
            <a:r>
              <a:rPr lang="en-US" dirty="0" err="1"/>
              <a:t>cá</a:t>
            </a:r>
            <a:r>
              <a:rPr lang="en-US" dirty="0"/>
              <a:t> </a:t>
            </a:r>
            <a:r>
              <a:rPr lang="en-US" dirty="0" err="1"/>
              <a:t>nhân</a:t>
            </a:r>
            <a:r>
              <a:rPr lang="en-US" dirty="0"/>
              <a:t> </a:t>
            </a:r>
            <a:r>
              <a:rPr lang="en-US" dirty="0" err="1"/>
              <a:t>có</a:t>
            </a:r>
            <a:r>
              <a:rPr lang="en-US" dirty="0"/>
              <a:t> </a:t>
            </a:r>
            <a:r>
              <a:rPr lang="en-US" dirty="0" err="1"/>
              <a:t>liên</a:t>
            </a:r>
            <a:r>
              <a:rPr lang="en-US" dirty="0"/>
              <a:t> </a:t>
            </a:r>
            <a:r>
              <a:rPr lang="en-US" dirty="0" err="1"/>
              <a:t>quan</a:t>
            </a:r>
            <a:r>
              <a:rPr lang="en-US" dirty="0"/>
              <a:t>.</a:t>
            </a:r>
          </a:p>
        </p:txBody>
      </p:sp>
      <p:sp>
        <p:nvSpPr>
          <p:cNvPr id="4" name="Slide Number Placeholder 3"/>
          <p:cNvSpPr>
            <a:spLocks noGrp="1"/>
          </p:cNvSpPr>
          <p:nvPr>
            <p:ph type="sldNum" sz="quarter" idx="12"/>
          </p:nvPr>
        </p:nvSpPr>
        <p:spPr/>
        <p:txBody>
          <a:bodyPr/>
          <a:lstStyle/>
          <a:p>
            <a:pPr lvl="0"/>
            <a:fld id="{9A0DB2DC-4C9A-4742-B13C-FB6460FD3503}" type="slidenum">
              <a:rPr lang="en-US"/>
              <a:t>7</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t>An </a:t>
            </a:r>
            <a:r>
              <a:rPr lang="en-US" altLang="en-US" dirty="0" err="1"/>
              <a:t>ninh</a:t>
            </a:r>
            <a:r>
              <a:rPr lang="en-US" altLang="en-US" dirty="0"/>
              <a:t> </a:t>
            </a:r>
            <a:r>
              <a:rPr lang="en-US" altLang="en-US" dirty="0" err="1"/>
              <a:t>mạng</a:t>
            </a:r>
            <a:r>
              <a:rPr lang="en-US" altLang="en-US" dirty="0"/>
              <a:t> </a:t>
            </a:r>
            <a:r>
              <a:rPr lang="en-US" altLang="en-US" dirty="0" err="1"/>
              <a:t>là</a:t>
            </a:r>
            <a:r>
              <a:rPr lang="en-US" altLang="en-US" dirty="0"/>
              <a:t> </a:t>
            </a:r>
            <a:r>
              <a:rPr lang="en-US" altLang="en-US" dirty="0" err="1"/>
              <a:t>sự</a:t>
            </a:r>
            <a:r>
              <a:rPr lang="en-US" altLang="en-US" dirty="0"/>
              <a:t> </a:t>
            </a:r>
            <a:r>
              <a:rPr lang="en-US" altLang="en-US" dirty="0" err="1"/>
              <a:t>bảo</a:t>
            </a:r>
            <a:r>
              <a:rPr lang="en-US" altLang="en-US" dirty="0"/>
              <a:t> </a:t>
            </a:r>
            <a:r>
              <a:rPr lang="" altLang="en-US" dirty="0"/>
              <a:t>đ</a:t>
            </a:r>
            <a:r>
              <a:rPr lang="en-US" altLang="en-US" dirty="0" err="1"/>
              <a:t>ảm</a:t>
            </a:r>
            <a:r>
              <a:rPr lang="en-US" altLang="en-US" dirty="0"/>
              <a:t> </a:t>
            </a:r>
            <a:r>
              <a:rPr lang="en-US" altLang="en-US" dirty="0" err="1"/>
              <a:t>hoạt</a:t>
            </a:r>
            <a:r>
              <a:rPr lang="en-US" altLang="en-US" dirty="0"/>
              <a:t> </a:t>
            </a:r>
            <a:r>
              <a:rPr lang="" altLang="en-US" dirty="0"/>
              <a:t>đ</a:t>
            </a:r>
            <a:r>
              <a:rPr lang="en-US" altLang="en-US" dirty="0" err="1"/>
              <a:t>ộng</a:t>
            </a:r>
            <a:r>
              <a:rPr lang="en-US" altLang="en-US" dirty="0"/>
              <a:t> </a:t>
            </a:r>
            <a:r>
              <a:rPr lang="en-US" altLang="en-US" dirty="0" err="1"/>
              <a:t>trên</a:t>
            </a:r>
            <a:r>
              <a:rPr lang="en-US" altLang="en-US" dirty="0"/>
              <a:t> </a:t>
            </a:r>
            <a:r>
              <a:rPr lang="en-US" altLang="en-US" dirty="0" err="1"/>
              <a:t>không</a:t>
            </a:r>
            <a:r>
              <a:rPr lang="en-US" altLang="en-US" dirty="0"/>
              <a:t> </a:t>
            </a:r>
            <a:r>
              <a:rPr lang="en-US" altLang="en-US" dirty="0" err="1"/>
              <a:t>gian</a:t>
            </a:r>
            <a:r>
              <a:rPr lang="en-US" altLang="en-US" dirty="0"/>
              <a:t> </a:t>
            </a:r>
            <a:r>
              <a:rPr lang="en-US" altLang="en-US" dirty="0" err="1"/>
              <a:t>mạng</a:t>
            </a:r>
            <a:r>
              <a:rPr lang="en-US" altLang="en-US" dirty="0"/>
              <a:t> </a:t>
            </a:r>
            <a:r>
              <a:rPr lang="en-US" altLang="en-US" dirty="0" err="1"/>
              <a:t>không</a:t>
            </a:r>
            <a:r>
              <a:rPr lang="en-US" altLang="en-US" dirty="0"/>
              <a:t> </a:t>
            </a:r>
            <a:r>
              <a:rPr lang="en-US" altLang="en-US" dirty="0" err="1"/>
              <a:t>gây</a:t>
            </a:r>
            <a:r>
              <a:rPr lang="en-US" altLang="en-US" dirty="0"/>
              <a:t> </a:t>
            </a:r>
            <a:r>
              <a:rPr lang="en-US" altLang="en-US" dirty="0" err="1"/>
              <a:t>ph</a:t>
            </a:r>
            <a:r>
              <a:rPr lang="" altLang="en-US" dirty="0"/>
              <a:t>ư</a:t>
            </a:r>
            <a:r>
              <a:rPr lang="en-US" altLang="en-US" dirty="0" err="1"/>
              <a:t>ơng</a:t>
            </a:r>
            <a:r>
              <a:rPr lang="en-US" altLang="en-US" dirty="0"/>
              <a:t> </a:t>
            </a:r>
            <a:r>
              <a:rPr lang="en-US" altLang="en-US" dirty="0" err="1"/>
              <a:t>hại</a:t>
            </a:r>
            <a:r>
              <a:rPr lang="en-US" altLang="en-US" dirty="0"/>
              <a:t> </a:t>
            </a:r>
            <a:r>
              <a:rPr lang="" altLang="en-US" dirty="0"/>
              <a:t>đ</a:t>
            </a:r>
            <a:r>
              <a:rPr lang="en-US" altLang="en-US" dirty="0" err="1"/>
              <a:t>ến</a:t>
            </a:r>
            <a:r>
              <a:rPr lang="en-US" altLang="en-US" dirty="0"/>
              <a:t> an </a:t>
            </a:r>
            <a:r>
              <a:rPr lang="en-US" altLang="en-US" dirty="0" err="1"/>
              <a:t>ninh</a:t>
            </a:r>
            <a:r>
              <a:rPr lang="en-US" altLang="en-US" dirty="0"/>
              <a:t> </a:t>
            </a:r>
            <a:r>
              <a:rPr lang="en-US" altLang="en-US" dirty="0" err="1"/>
              <a:t>quốc</a:t>
            </a:r>
            <a:r>
              <a:rPr lang="en-US" altLang="en-US" dirty="0"/>
              <a:t> </a:t>
            </a:r>
            <a:r>
              <a:rPr lang="en-US" altLang="en-US" dirty="0" err="1"/>
              <a:t>gia</a:t>
            </a:r>
            <a:r>
              <a:rPr lang="en-US" altLang="en-US" dirty="0"/>
              <a:t>, </a:t>
            </a:r>
            <a:r>
              <a:rPr lang="en-US" altLang="en-US" dirty="0" err="1"/>
              <a:t>trật</a:t>
            </a:r>
            <a:r>
              <a:rPr lang="en-US" altLang="en-US" dirty="0"/>
              <a:t> </a:t>
            </a:r>
            <a:r>
              <a:rPr lang="en-US" altLang="en-US" dirty="0" err="1"/>
              <a:t>tự</a:t>
            </a:r>
            <a:r>
              <a:rPr lang="en-US" altLang="en-US" dirty="0"/>
              <a:t>, an </a:t>
            </a:r>
            <a:r>
              <a:rPr lang="en-US" altLang="en-US" dirty="0" err="1"/>
              <a:t>toàn</a:t>
            </a:r>
            <a:r>
              <a:rPr lang="en-US" altLang="en-US" dirty="0"/>
              <a:t> </a:t>
            </a:r>
            <a:r>
              <a:rPr lang="en-US" altLang="en-US" dirty="0" err="1"/>
              <a:t>xã</a:t>
            </a:r>
            <a:r>
              <a:rPr lang="en-US" altLang="en-US" dirty="0"/>
              <a:t> </a:t>
            </a:r>
            <a:r>
              <a:rPr lang="en-US" altLang="en-US" dirty="0" err="1"/>
              <a:t>hội</a:t>
            </a:r>
            <a:r>
              <a:rPr lang="en-US" altLang="en-US" dirty="0"/>
              <a:t>, </a:t>
            </a:r>
            <a:r>
              <a:rPr lang="en-US" altLang="en-US" dirty="0" err="1"/>
              <a:t>quyền</a:t>
            </a:r>
            <a:r>
              <a:rPr lang="en-US" altLang="en-US" dirty="0"/>
              <a:t> </a:t>
            </a:r>
            <a:r>
              <a:rPr lang="en-US" altLang="en-US" dirty="0" err="1"/>
              <a:t>và</a:t>
            </a:r>
            <a:r>
              <a:rPr lang="en-US" altLang="en-US" dirty="0"/>
              <a:t> </a:t>
            </a:r>
            <a:r>
              <a:rPr lang="en-US" altLang="en-US" dirty="0" err="1"/>
              <a:t>lợi</a:t>
            </a:r>
            <a:r>
              <a:rPr lang="en-US" altLang="en-US" dirty="0"/>
              <a:t> </a:t>
            </a:r>
            <a:r>
              <a:rPr lang="en-US" altLang="en-US" dirty="0" err="1"/>
              <a:t>ích</a:t>
            </a:r>
            <a:r>
              <a:rPr lang="en-US" altLang="en-US" dirty="0"/>
              <a:t> </a:t>
            </a:r>
            <a:r>
              <a:rPr lang="en-US" altLang="en-US" dirty="0" err="1"/>
              <a:t>hợp</a:t>
            </a:r>
            <a:r>
              <a:rPr lang="en-US" altLang="en-US" dirty="0"/>
              <a:t> </a:t>
            </a:r>
            <a:r>
              <a:rPr lang="en-US" altLang="en-US" dirty="0" err="1"/>
              <a:t>pháp</a:t>
            </a:r>
            <a:r>
              <a:rPr lang="en-US" altLang="en-US" dirty="0"/>
              <a:t> </a:t>
            </a:r>
            <a:r>
              <a:rPr lang="en-US" altLang="en-US" dirty="0" err="1"/>
              <a:t>của</a:t>
            </a:r>
            <a:r>
              <a:rPr lang="en-US" altLang="en-US" dirty="0"/>
              <a:t> </a:t>
            </a:r>
            <a:r>
              <a:rPr lang="en-US" altLang="en-US" dirty="0" err="1"/>
              <a:t>cơ</a:t>
            </a:r>
            <a:r>
              <a:rPr lang="en-US" altLang="en-US" dirty="0"/>
              <a:t> </a:t>
            </a:r>
            <a:r>
              <a:rPr lang="en-US" altLang="en-US" dirty="0" err="1"/>
              <a:t>quan</a:t>
            </a:r>
            <a:r>
              <a:rPr lang="en-US" altLang="en-US" dirty="0"/>
              <a:t>, </a:t>
            </a:r>
            <a:r>
              <a:rPr lang="en-US" altLang="en-US" dirty="0" err="1"/>
              <a:t>tổ</a:t>
            </a:r>
            <a:r>
              <a:rPr lang="en-US" altLang="en-US" dirty="0"/>
              <a:t> </a:t>
            </a:r>
            <a:r>
              <a:rPr lang="en-US" altLang="en-US" dirty="0" err="1"/>
              <a:t>chức</a:t>
            </a:r>
            <a:r>
              <a:rPr lang="en-US" altLang="en-US" dirty="0"/>
              <a:t>, </a:t>
            </a:r>
            <a:r>
              <a:rPr lang="en-US" altLang="en-US" dirty="0" err="1"/>
              <a:t>cá</a:t>
            </a:r>
            <a:r>
              <a:rPr lang="en-US" altLang="en-US" dirty="0"/>
              <a:t> </a:t>
            </a:r>
            <a:r>
              <a:rPr lang="en-US" altLang="en-US" dirty="0" err="1"/>
              <a:t>nhân</a:t>
            </a:r>
            <a:r>
              <a:rPr lang="en-US" altLang="en-US" dirty="0"/>
              <a:t>.</a:t>
            </a:r>
          </a:p>
        </p:txBody>
      </p:sp>
      <p:sp>
        <p:nvSpPr>
          <p:cNvPr id="4" name="Slide Number Placeholder 3"/>
          <p:cNvSpPr>
            <a:spLocks noGrp="1"/>
          </p:cNvSpPr>
          <p:nvPr>
            <p:ph type="sldNum" sz="quarter" idx="12"/>
          </p:nvPr>
        </p:nvSpPr>
        <p:spPr/>
        <p:txBody>
          <a:bodyPr/>
          <a:lstStyle/>
          <a:p>
            <a:pPr lvl="0"/>
            <a:fld id="{9A0DB2DC-4C9A-4742-B13C-FB6460FD3503}" type="slidenum">
              <a:rPr lang="en-US"/>
              <a:t>8</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Bảo vệ an ninh mạng là phòng ngừa, phát hiện, ng</a:t>
            </a:r>
            <a:r>
              <a:rPr lang="" altLang="en-US"/>
              <a:t>ă</a:t>
            </a:r>
            <a:r>
              <a:rPr lang="en-US" altLang="en-US"/>
              <a:t>n chặn, xử l</a:t>
            </a:r>
            <a:r>
              <a:rPr lang="" altLang="en-US"/>
              <a:t>ý</a:t>
            </a:r>
            <a:r>
              <a:rPr lang="en-US" altLang="en-US"/>
              <a:t> hành vi xâm phạm an ninh mạng.</a:t>
            </a:r>
          </a:p>
        </p:txBody>
      </p:sp>
      <p:sp>
        <p:nvSpPr>
          <p:cNvPr id="4" name="Slide Number Placeholder 3"/>
          <p:cNvSpPr>
            <a:spLocks noGrp="1"/>
          </p:cNvSpPr>
          <p:nvPr>
            <p:ph type="sldNum" sz="quarter" idx="12"/>
          </p:nvPr>
        </p:nvSpPr>
        <p:spPr/>
        <p:txBody>
          <a:bodyPr/>
          <a:lstStyle/>
          <a:p>
            <a:pPr lvl="0"/>
            <a:fld id="{9A0DB2DC-4C9A-4742-B13C-FB6460FD3503}" type="slidenum">
              <a:rPr lang="en-US"/>
              <a:t>9</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err="1"/>
              <a:t>Không</a:t>
            </a:r>
            <a:r>
              <a:rPr lang="en-US" altLang="en-US" dirty="0"/>
              <a:t> </a:t>
            </a:r>
            <a:r>
              <a:rPr lang="en-US" altLang="en-US" dirty="0" err="1"/>
              <a:t>gian</a:t>
            </a:r>
            <a:r>
              <a:rPr lang="en-US" altLang="en-US" dirty="0"/>
              <a:t> </a:t>
            </a:r>
            <a:r>
              <a:rPr lang="en-US" altLang="en-US" dirty="0" err="1"/>
              <a:t>mạng</a:t>
            </a:r>
            <a:r>
              <a:rPr lang="en-US" altLang="en-US" dirty="0"/>
              <a:t> </a:t>
            </a:r>
            <a:r>
              <a:rPr lang="en-US" altLang="en-US" dirty="0" err="1"/>
              <a:t>là</a:t>
            </a:r>
            <a:r>
              <a:rPr lang="en-US" altLang="en-US" dirty="0"/>
              <a:t> </a:t>
            </a:r>
            <a:r>
              <a:rPr lang="en-US" altLang="en-US" dirty="0" err="1"/>
              <a:t>mạng</a:t>
            </a:r>
            <a:r>
              <a:rPr lang="en-US" altLang="en-US" dirty="0"/>
              <a:t> l</a:t>
            </a:r>
            <a:r>
              <a:rPr lang="" altLang="en-US" dirty="0"/>
              <a:t>ư</a:t>
            </a:r>
            <a:r>
              <a:rPr lang="en-US" altLang="en-US" dirty="0" err="1"/>
              <a:t>ới</a:t>
            </a:r>
            <a:r>
              <a:rPr lang="en-US" altLang="en-US" dirty="0"/>
              <a:t> </a:t>
            </a:r>
            <a:r>
              <a:rPr lang="en-US" altLang="en-US" dirty="0" err="1"/>
              <a:t>kết</a:t>
            </a:r>
            <a:r>
              <a:rPr lang="en-US" altLang="en-US" dirty="0"/>
              <a:t> </a:t>
            </a:r>
            <a:r>
              <a:rPr lang="en-US" altLang="en-US" dirty="0" err="1"/>
              <a:t>nối</a:t>
            </a:r>
            <a:r>
              <a:rPr lang="en-US" altLang="en-US" dirty="0"/>
              <a:t> </a:t>
            </a:r>
            <a:r>
              <a:rPr lang="en-US" altLang="en-US" dirty="0" err="1"/>
              <a:t>của</a:t>
            </a:r>
            <a:r>
              <a:rPr lang="en-US" altLang="en-US" dirty="0"/>
              <a:t> </a:t>
            </a:r>
            <a:r>
              <a:rPr lang="en-US" altLang="en-US" dirty="0" err="1"/>
              <a:t>cơ</a:t>
            </a:r>
            <a:r>
              <a:rPr lang="en-US" altLang="en-US" dirty="0"/>
              <a:t> </a:t>
            </a:r>
            <a:r>
              <a:rPr lang="en-US" altLang="en-US" dirty="0" err="1"/>
              <a:t>sở</a:t>
            </a:r>
            <a:r>
              <a:rPr lang="en-US" altLang="en-US" dirty="0"/>
              <a:t> </a:t>
            </a:r>
            <a:r>
              <a:rPr lang="en-US" altLang="en-US" dirty="0" err="1"/>
              <a:t>hạ</a:t>
            </a:r>
            <a:r>
              <a:rPr lang="en-US" altLang="en-US" dirty="0"/>
              <a:t> </a:t>
            </a:r>
            <a:r>
              <a:rPr lang="en-US" altLang="en-US" dirty="0" err="1"/>
              <a:t>tầng</a:t>
            </a:r>
            <a:r>
              <a:rPr lang="en-US" altLang="en-US" dirty="0"/>
              <a:t> </a:t>
            </a:r>
            <a:r>
              <a:rPr lang="en-US" altLang="en-US" dirty="0" err="1"/>
              <a:t>công</a:t>
            </a:r>
            <a:r>
              <a:rPr lang="en-US" altLang="en-US" dirty="0"/>
              <a:t> </a:t>
            </a:r>
            <a:r>
              <a:rPr lang="en-US" altLang="en-US" dirty="0" err="1"/>
              <a:t>nghệ</a:t>
            </a:r>
            <a:r>
              <a:rPr lang="en-US" altLang="en-US" dirty="0"/>
              <a:t> </a:t>
            </a:r>
            <a:r>
              <a:rPr lang="en-US" altLang="en-US" dirty="0" err="1"/>
              <a:t>thông</a:t>
            </a:r>
            <a:r>
              <a:rPr lang="en-US" altLang="en-US" dirty="0"/>
              <a:t> tin, bao </a:t>
            </a:r>
            <a:r>
              <a:rPr lang="en-US" altLang="en-US" dirty="0" err="1"/>
              <a:t>gồm</a:t>
            </a:r>
            <a:r>
              <a:rPr lang="en-US" altLang="en-US" dirty="0"/>
              <a:t> </a:t>
            </a:r>
            <a:r>
              <a:rPr lang="en-US" altLang="en-US" dirty="0" err="1"/>
              <a:t>mạng</a:t>
            </a:r>
            <a:r>
              <a:rPr lang="en-US" altLang="en-US" dirty="0"/>
              <a:t> </a:t>
            </a:r>
            <a:r>
              <a:rPr lang="en-US" altLang="en-US" dirty="0" err="1"/>
              <a:t>viễn</a:t>
            </a:r>
            <a:r>
              <a:rPr lang="en-US" altLang="en-US" dirty="0"/>
              <a:t> </a:t>
            </a:r>
            <a:r>
              <a:rPr lang="en-US" altLang="en-US" dirty="0" err="1"/>
              <a:t>thông</a:t>
            </a:r>
            <a:r>
              <a:rPr lang="en-US" altLang="en-US" dirty="0"/>
              <a:t>, </a:t>
            </a:r>
            <a:r>
              <a:rPr lang="en-US" altLang="en-US" dirty="0" err="1"/>
              <a:t>mạng</a:t>
            </a:r>
            <a:r>
              <a:rPr lang="en-US" altLang="en-US" dirty="0"/>
              <a:t> Internet, </a:t>
            </a:r>
            <a:r>
              <a:rPr lang="en-US" altLang="en-US" dirty="0" err="1"/>
              <a:t>mạng</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thông</a:t>
            </a:r>
            <a:r>
              <a:rPr lang="en-US" altLang="en-US" dirty="0"/>
              <a:t> tin, </a:t>
            </a:r>
            <a:r>
              <a:rPr lang="en-US" altLang="en-US" dirty="0" err="1"/>
              <a:t>hệ</a:t>
            </a:r>
            <a:r>
              <a:rPr lang="en-US" altLang="en-US" dirty="0"/>
              <a:t> </a:t>
            </a:r>
            <a:r>
              <a:rPr lang="en-US" altLang="en-US" dirty="0" err="1"/>
              <a:t>thống</a:t>
            </a:r>
            <a:r>
              <a:rPr lang="en-US" altLang="en-US" dirty="0"/>
              <a:t> </a:t>
            </a:r>
            <a:r>
              <a:rPr lang="en-US" altLang="en-US" dirty="0" err="1"/>
              <a:t>xử</a:t>
            </a:r>
            <a:r>
              <a:rPr lang="en-US" altLang="en-US" dirty="0"/>
              <a:t> l</a:t>
            </a:r>
            <a:r>
              <a:rPr lang="" altLang="en-US" dirty="0"/>
              <a:t>ý</a:t>
            </a:r>
            <a:r>
              <a:rPr lang="en-US" altLang="en-US" dirty="0"/>
              <a:t> </a:t>
            </a:r>
            <a:r>
              <a:rPr lang="en-US" altLang="en-US" dirty="0" err="1"/>
              <a:t>và</a:t>
            </a:r>
            <a:r>
              <a:rPr lang="en-US" altLang="en-US" dirty="0"/>
              <a:t> </a:t>
            </a:r>
            <a:r>
              <a:rPr lang="" altLang="en-US" dirty="0"/>
              <a:t>đ</a:t>
            </a:r>
            <a:r>
              <a:rPr lang="en-US" altLang="en-US" dirty="0" err="1"/>
              <a:t>iều</a:t>
            </a:r>
            <a:r>
              <a:rPr lang="en-US" altLang="en-US" dirty="0"/>
              <a:t> </a:t>
            </a:r>
            <a:r>
              <a:rPr lang="en-US" altLang="en-US" dirty="0" err="1"/>
              <a:t>khiển</a:t>
            </a:r>
            <a:r>
              <a:rPr lang="en-US" altLang="en-US" dirty="0"/>
              <a:t> </a:t>
            </a:r>
            <a:r>
              <a:rPr lang="en-US" altLang="en-US" dirty="0" err="1"/>
              <a:t>thông</a:t>
            </a:r>
            <a:r>
              <a:rPr lang="en-US" altLang="en-US" dirty="0"/>
              <a:t> tin, </a:t>
            </a:r>
            <a:r>
              <a:rPr lang="en-US" altLang="en-US" dirty="0" err="1"/>
              <a:t>cơ</a:t>
            </a:r>
            <a:r>
              <a:rPr lang="en-US" altLang="en-US" dirty="0"/>
              <a:t> </a:t>
            </a:r>
            <a:r>
              <a:rPr lang="en-US" altLang="en-US" dirty="0" err="1"/>
              <a:t>sở</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highlight>
                  <a:srgbClr val="FFFF00"/>
                </a:highlight>
              </a:rPr>
              <a:t>là</a:t>
            </a:r>
            <a:r>
              <a:rPr lang="en-US" altLang="en-US" dirty="0">
                <a:highlight>
                  <a:srgbClr val="FFFF00"/>
                </a:highlight>
              </a:rPr>
              <a:t> </a:t>
            </a:r>
            <a:r>
              <a:rPr lang="en-US" altLang="en-US" dirty="0" err="1">
                <a:highlight>
                  <a:srgbClr val="FFFF00"/>
                </a:highlight>
              </a:rPr>
              <a:t>nơi</a:t>
            </a:r>
            <a:r>
              <a:rPr lang="en-US" altLang="en-US" dirty="0">
                <a:highlight>
                  <a:srgbClr val="FFFF00"/>
                </a:highlight>
              </a:rPr>
              <a:t> con ng</a:t>
            </a:r>
            <a:r>
              <a:rPr lang="" altLang="en-US" dirty="0">
                <a:highlight>
                  <a:srgbClr val="FFFF00"/>
                </a:highlight>
              </a:rPr>
              <a:t>ư</a:t>
            </a:r>
            <a:r>
              <a:rPr lang="en-US" altLang="en-US" dirty="0" err="1">
                <a:highlight>
                  <a:srgbClr val="FFFF00"/>
                </a:highlight>
              </a:rPr>
              <a:t>ời</a:t>
            </a:r>
            <a:r>
              <a:rPr lang="en-US" altLang="en-US" dirty="0">
                <a:highlight>
                  <a:srgbClr val="FFFF00"/>
                </a:highlight>
              </a:rPr>
              <a:t> </a:t>
            </a:r>
            <a:r>
              <a:rPr lang="en-US" altLang="en-US" dirty="0" err="1">
                <a:highlight>
                  <a:srgbClr val="FFFF00"/>
                </a:highlight>
              </a:rPr>
              <a:t>thực</a:t>
            </a:r>
            <a:r>
              <a:rPr lang="en-US" altLang="en-US" dirty="0">
                <a:highlight>
                  <a:srgbClr val="FFFF00"/>
                </a:highlight>
              </a:rPr>
              <a:t> </a:t>
            </a:r>
            <a:r>
              <a:rPr lang="en-US" altLang="en-US" dirty="0" err="1">
                <a:highlight>
                  <a:srgbClr val="FFFF00"/>
                </a:highlight>
              </a:rPr>
              <a:t>hiện</a:t>
            </a:r>
            <a:r>
              <a:rPr lang="en-US" altLang="en-US" dirty="0">
                <a:highlight>
                  <a:srgbClr val="FFFF00"/>
                </a:highlight>
              </a:rPr>
              <a:t> </a:t>
            </a:r>
            <a:r>
              <a:rPr lang="en-US" altLang="en-US" dirty="0" err="1">
                <a:highlight>
                  <a:srgbClr val="FFFF00"/>
                </a:highlight>
              </a:rPr>
              <a:t>các</a:t>
            </a:r>
            <a:r>
              <a:rPr lang="en-US" altLang="en-US" dirty="0">
                <a:highlight>
                  <a:srgbClr val="FFFF00"/>
                </a:highlight>
              </a:rPr>
              <a:t> </a:t>
            </a:r>
            <a:r>
              <a:rPr lang="en-US" altLang="en-US" dirty="0" err="1">
                <a:highlight>
                  <a:srgbClr val="FFFF00"/>
                </a:highlight>
              </a:rPr>
              <a:t>hành</a:t>
            </a:r>
            <a:r>
              <a:rPr lang="en-US" altLang="en-US" dirty="0">
                <a:highlight>
                  <a:srgbClr val="FFFF00"/>
                </a:highlight>
              </a:rPr>
              <a:t> vi </a:t>
            </a:r>
            <a:r>
              <a:rPr lang="en-US" altLang="en-US" dirty="0" err="1">
                <a:highlight>
                  <a:srgbClr val="FFFF00"/>
                </a:highlight>
              </a:rPr>
              <a:t>xã</a:t>
            </a:r>
            <a:r>
              <a:rPr lang="en-US" altLang="en-US" dirty="0">
                <a:highlight>
                  <a:srgbClr val="FFFF00"/>
                </a:highlight>
              </a:rPr>
              <a:t> </a:t>
            </a:r>
            <a:r>
              <a:rPr lang="en-US" altLang="en-US" dirty="0" err="1">
                <a:highlight>
                  <a:srgbClr val="FFFF00"/>
                </a:highlight>
              </a:rPr>
              <a:t>hội</a:t>
            </a:r>
            <a:r>
              <a:rPr lang="en-US" altLang="en-US" dirty="0">
                <a:highlight>
                  <a:srgbClr val="FFFF00"/>
                </a:highlight>
              </a:rPr>
              <a:t> </a:t>
            </a:r>
            <a:r>
              <a:rPr lang="en-US" altLang="en-US" dirty="0" err="1">
                <a:highlight>
                  <a:srgbClr val="FFFF00"/>
                </a:highlight>
              </a:rPr>
              <a:t>không</a:t>
            </a:r>
            <a:r>
              <a:rPr lang="en-US" altLang="en-US" dirty="0">
                <a:highlight>
                  <a:srgbClr val="FFFF00"/>
                </a:highlight>
              </a:rPr>
              <a:t> </a:t>
            </a:r>
            <a:r>
              <a:rPr lang="en-US" altLang="en-US" dirty="0" err="1">
                <a:highlight>
                  <a:srgbClr val="FFFF00"/>
                </a:highlight>
              </a:rPr>
              <a:t>bị</a:t>
            </a:r>
            <a:r>
              <a:rPr lang="en-US" altLang="en-US" dirty="0">
                <a:highlight>
                  <a:srgbClr val="FFFF00"/>
                </a:highlight>
              </a:rPr>
              <a:t> </a:t>
            </a:r>
            <a:r>
              <a:rPr lang="en-US" altLang="en-US" dirty="0" err="1">
                <a:highlight>
                  <a:srgbClr val="FFFF00"/>
                </a:highlight>
              </a:rPr>
              <a:t>giới</a:t>
            </a:r>
            <a:r>
              <a:rPr lang="en-US" altLang="en-US" dirty="0">
                <a:highlight>
                  <a:srgbClr val="FFFF00"/>
                </a:highlight>
              </a:rPr>
              <a:t> </a:t>
            </a:r>
            <a:r>
              <a:rPr lang="en-US" altLang="en-US" dirty="0" err="1">
                <a:highlight>
                  <a:srgbClr val="FFFF00"/>
                </a:highlight>
              </a:rPr>
              <a:t>hạn</a:t>
            </a:r>
            <a:r>
              <a:rPr lang="en-US" altLang="en-US" dirty="0">
                <a:highlight>
                  <a:srgbClr val="FFFF00"/>
                </a:highlight>
              </a:rPr>
              <a:t> </a:t>
            </a:r>
            <a:r>
              <a:rPr lang="en-US" altLang="en-US" dirty="0" err="1">
                <a:highlight>
                  <a:srgbClr val="FFFF00"/>
                </a:highlight>
              </a:rPr>
              <a:t>bởi</a:t>
            </a:r>
            <a:r>
              <a:rPr lang="en-US" altLang="en-US" dirty="0">
                <a:highlight>
                  <a:srgbClr val="FFFF00"/>
                </a:highlight>
              </a:rPr>
              <a:t> </a:t>
            </a:r>
            <a:r>
              <a:rPr lang="en-US" altLang="en-US" dirty="0" err="1">
                <a:highlight>
                  <a:srgbClr val="FFFF00"/>
                </a:highlight>
              </a:rPr>
              <a:t>không</a:t>
            </a:r>
            <a:r>
              <a:rPr lang="en-US" altLang="en-US" dirty="0">
                <a:highlight>
                  <a:srgbClr val="FFFF00"/>
                </a:highlight>
              </a:rPr>
              <a:t> </a:t>
            </a:r>
            <a:r>
              <a:rPr lang="en-US" altLang="en-US" dirty="0" err="1">
                <a:highlight>
                  <a:srgbClr val="FFFF00"/>
                </a:highlight>
              </a:rPr>
              <a:t>gian</a:t>
            </a:r>
            <a:r>
              <a:rPr lang="en-US" altLang="en-US" dirty="0">
                <a:highlight>
                  <a:srgbClr val="FFFF00"/>
                </a:highlight>
              </a:rPr>
              <a:t> </a:t>
            </a:r>
            <a:r>
              <a:rPr lang="en-US" altLang="en-US" dirty="0" err="1">
                <a:highlight>
                  <a:srgbClr val="FFFF00"/>
                </a:highlight>
              </a:rPr>
              <a:t>và</a:t>
            </a:r>
            <a:r>
              <a:rPr lang="en-US" altLang="en-US" dirty="0">
                <a:highlight>
                  <a:srgbClr val="FFFF00"/>
                </a:highlight>
              </a:rPr>
              <a:t> </a:t>
            </a:r>
            <a:r>
              <a:rPr lang="en-US" altLang="en-US" dirty="0" err="1">
                <a:highlight>
                  <a:srgbClr val="FFFF00"/>
                </a:highlight>
              </a:rPr>
              <a:t>thời</a:t>
            </a:r>
            <a:r>
              <a:rPr lang="en-US" altLang="en-US" dirty="0">
                <a:highlight>
                  <a:srgbClr val="FFFF00"/>
                </a:highlight>
              </a:rPr>
              <a:t> </a:t>
            </a:r>
            <a:r>
              <a:rPr lang="en-US" altLang="en-US" dirty="0" err="1">
                <a:highlight>
                  <a:srgbClr val="FFFF00"/>
                </a:highlight>
              </a:rPr>
              <a:t>gian</a:t>
            </a:r>
            <a:r>
              <a:rPr lang="en-US" altLang="en-US" dirty="0">
                <a:highlight>
                  <a:srgbClr val="FFFF00"/>
                </a:highlight>
              </a:rPr>
              <a:t>.</a:t>
            </a:r>
          </a:p>
        </p:txBody>
      </p:sp>
      <p:sp>
        <p:nvSpPr>
          <p:cNvPr id="4" name="Slide Number Placeholder 3"/>
          <p:cNvSpPr>
            <a:spLocks noGrp="1"/>
          </p:cNvSpPr>
          <p:nvPr>
            <p:ph type="sldNum" sz="quarter" idx="12"/>
          </p:nvPr>
        </p:nvSpPr>
        <p:spPr/>
        <p:txBody>
          <a:bodyPr/>
          <a:lstStyle/>
          <a:p>
            <a:pPr lvl="0"/>
            <a:fld id="{9A0DB2DC-4C9A-4742-B13C-FB6460FD3503}" type="slidenum">
              <a:rPr lang="en-US"/>
              <a:t>10</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Tội phạm mạng là hành vi sử dụng không gian mạng, công nghệ thông tin hoặc ph</a:t>
            </a:r>
            <a:r>
              <a:rPr lang="" altLang="en-US"/>
              <a:t>ư</a:t>
            </a:r>
            <a:r>
              <a:rPr lang="en-US" altLang="en-US"/>
              <a:t>ơng tiện </a:t>
            </a:r>
            <a:r>
              <a:rPr lang="" altLang="en-US"/>
              <a:t>đ</a:t>
            </a:r>
            <a:r>
              <a:rPr lang="en-US" altLang="en-US"/>
              <a:t>iện tử </a:t>
            </a:r>
            <a:r>
              <a:rPr lang="" altLang="en-US"/>
              <a:t>đ</a:t>
            </a:r>
            <a:r>
              <a:rPr lang="en-US" altLang="en-US"/>
              <a:t>ể thực hiện tội phạm </a:t>
            </a:r>
            <a:r>
              <a:rPr lang="" altLang="en-US"/>
              <a:t>đư</a:t>
            </a:r>
            <a:r>
              <a:rPr lang="en-US" altLang="en-US"/>
              <a:t>ợc quy </a:t>
            </a:r>
            <a:r>
              <a:rPr lang="" altLang="en-US"/>
              <a:t>đ</a:t>
            </a:r>
            <a:r>
              <a:rPr lang="en-US" altLang="en-US"/>
              <a:t>ịnh tại Bộ luật Hình sự.</a:t>
            </a:r>
          </a:p>
        </p:txBody>
      </p:sp>
      <p:sp>
        <p:nvSpPr>
          <p:cNvPr id="4" name="Slide Number Placeholder 3"/>
          <p:cNvSpPr>
            <a:spLocks noGrp="1"/>
          </p:cNvSpPr>
          <p:nvPr>
            <p:ph type="sldNum" sz="quarter" idx="12"/>
          </p:nvPr>
        </p:nvSpPr>
        <p:spPr/>
        <p:txBody>
          <a:bodyPr/>
          <a:lstStyle/>
          <a:p>
            <a:pPr lvl="0"/>
            <a:fld id="{9A0DB2DC-4C9A-4742-B13C-FB6460FD3503}" type="slidenum">
              <a:rPr lang="en-US"/>
              <a:t>11</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Tấn công mạng là hành vi sử dụng không gian mạng, công nghệ thông tin hoặc ph</a:t>
            </a:r>
            <a:r>
              <a:rPr lang="" altLang="en-US"/>
              <a:t>ư</a:t>
            </a:r>
            <a:r>
              <a:rPr lang="en-US" altLang="en-US"/>
              <a:t>ơng tiện </a:t>
            </a:r>
            <a:r>
              <a:rPr lang="" altLang="en-US"/>
              <a:t>đ</a:t>
            </a:r>
            <a:r>
              <a:rPr lang="en-US" altLang="en-US"/>
              <a:t>iện tử </a:t>
            </a:r>
            <a:r>
              <a:rPr lang="" altLang="en-US"/>
              <a:t>đ</a:t>
            </a:r>
            <a:r>
              <a:rPr lang="en-US" altLang="en-US"/>
              <a:t>ể phá hoại, gây gián </a:t>
            </a:r>
            <a:r>
              <a:rPr lang="" altLang="en-US"/>
              <a:t>đ</a:t>
            </a:r>
            <a:r>
              <a:rPr lang="en-US" altLang="en-US"/>
              <a:t>oạn hoạt </a:t>
            </a:r>
            <a:r>
              <a:rPr lang="" altLang="en-US"/>
              <a:t>đ</a:t>
            </a:r>
            <a:r>
              <a:rPr lang="en-US" altLang="en-US"/>
              <a:t>ộng của mạng viễn thông, mạng Internet, mạng máy tính, hệ thống thông tin, hệ thống xử l</a:t>
            </a:r>
            <a:r>
              <a:rPr lang="" altLang="en-US"/>
              <a:t>ý</a:t>
            </a:r>
            <a:r>
              <a:rPr lang="en-US" altLang="en-US"/>
              <a:t> và </a:t>
            </a:r>
            <a:r>
              <a:rPr lang="" altLang="en-US"/>
              <a:t>đ</a:t>
            </a:r>
            <a:r>
              <a:rPr lang="en-US" altLang="en-US"/>
              <a:t>iều khiển thông tin, cơ sở dữ liệu, ph</a:t>
            </a:r>
            <a:r>
              <a:rPr lang="" altLang="en-US"/>
              <a:t>ư</a:t>
            </a:r>
            <a:r>
              <a:rPr lang="en-US" altLang="en-US"/>
              <a:t>ơng tiện </a:t>
            </a:r>
            <a:r>
              <a:rPr lang="" altLang="en-US"/>
              <a:t>đ</a:t>
            </a:r>
            <a:r>
              <a:rPr lang="en-US" altLang="en-US"/>
              <a:t>iện tử.</a:t>
            </a:r>
          </a:p>
        </p:txBody>
      </p:sp>
      <p:sp>
        <p:nvSpPr>
          <p:cNvPr id="4" name="Slide Number Placeholder 3"/>
          <p:cNvSpPr>
            <a:spLocks noGrp="1"/>
          </p:cNvSpPr>
          <p:nvPr>
            <p:ph type="sldNum" sz="quarter" idx="12"/>
          </p:nvPr>
        </p:nvSpPr>
        <p:spPr/>
        <p:txBody>
          <a:bodyPr/>
          <a:lstStyle/>
          <a:p>
            <a:pPr lvl="0"/>
            <a:fld id="{9A0DB2DC-4C9A-4742-B13C-FB6460FD3503}" type="slidenum">
              <a:rPr lang="en-US"/>
              <a:t>12</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err="1">
                <a:highlight>
                  <a:srgbClr val="FFFF00"/>
                </a:highlight>
              </a:rPr>
              <a:t>Khủng</a:t>
            </a:r>
            <a:r>
              <a:rPr lang="en-US" altLang="en-US" dirty="0">
                <a:highlight>
                  <a:srgbClr val="FFFF00"/>
                </a:highlight>
              </a:rPr>
              <a:t> </a:t>
            </a:r>
            <a:r>
              <a:rPr lang="en-US" altLang="en-US" dirty="0" err="1">
                <a:highlight>
                  <a:srgbClr val="FFFF00"/>
                </a:highlight>
              </a:rPr>
              <a:t>bố</a:t>
            </a:r>
            <a:r>
              <a:rPr lang="en-US" altLang="en-US" dirty="0">
                <a:highlight>
                  <a:srgbClr val="FFFF00"/>
                </a:highlight>
              </a:rPr>
              <a:t> </a:t>
            </a:r>
            <a:r>
              <a:rPr lang="en-US" altLang="en-US" dirty="0" err="1">
                <a:highlight>
                  <a:srgbClr val="FFFF00"/>
                </a:highlight>
              </a:rPr>
              <a:t>mạng</a:t>
            </a:r>
            <a:r>
              <a:rPr lang="en-US" altLang="en-US" dirty="0">
                <a:highlight>
                  <a:srgbClr val="FFFF00"/>
                </a:highlight>
              </a:rPr>
              <a:t> </a:t>
            </a:r>
            <a:r>
              <a:rPr lang="en-US" altLang="en-US" dirty="0" err="1"/>
              <a:t>là</a:t>
            </a:r>
            <a:r>
              <a:rPr lang="en-US" altLang="en-US" dirty="0"/>
              <a:t> </a:t>
            </a:r>
            <a:r>
              <a:rPr lang="en-US" altLang="en-US" dirty="0" err="1"/>
              <a:t>việc</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không</a:t>
            </a:r>
            <a:r>
              <a:rPr lang="en-US" altLang="en-US" dirty="0"/>
              <a:t> </a:t>
            </a:r>
            <a:r>
              <a:rPr lang="en-US" altLang="en-US" dirty="0" err="1"/>
              <a:t>gian</a:t>
            </a:r>
            <a:r>
              <a:rPr lang="en-US" altLang="en-US" dirty="0"/>
              <a:t> </a:t>
            </a:r>
            <a:r>
              <a:rPr lang="en-US" altLang="en-US" dirty="0" err="1"/>
              <a:t>mạng</a:t>
            </a:r>
            <a:r>
              <a:rPr lang="en-US" altLang="en-US" dirty="0"/>
              <a:t>, </a:t>
            </a:r>
            <a:r>
              <a:rPr lang="en-US" altLang="en-US" dirty="0" err="1"/>
              <a:t>công</a:t>
            </a:r>
            <a:r>
              <a:rPr lang="en-US" altLang="en-US" dirty="0"/>
              <a:t> </a:t>
            </a:r>
            <a:r>
              <a:rPr lang="en-US" altLang="en-US" dirty="0" err="1"/>
              <a:t>nghệ</a:t>
            </a:r>
            <a:r>
              <a:rPr lang="en-US" altLang="en-US" dirty="0"/>
              <a:t> </a:t>
            </a:r>
            <a:r>
              <a:rPr lang="en-US" altLang="en-US" dirty="0" err="1"/>
              <a:t>thông</a:t>
            </a:r>
            <a:r>
              <a:rPr lang="en-US" altLang="en-US" dirty="0"/>
              <a:t> tin </a:t>
            </a:r>
            <a:r>
              <a:rPr lang="en-US" altLang="en-US" dirty="0" err="1"/>
              <a:t>hoặc</a:t>
            </a:r>
            <a:r>
              <a:rPr lang="en-US" altLang="en-US" dirty="0"/>
              <a:t> </a:t>
            </a:r>
            <a:r>
              <a:rPr lang="en-US" altLang="en-US" dirty="0" err="1"/>
              <a:t>ph</a:t>
            </a:r>
            <a:r>
              <a:rPr lang="" altLang="en-US" dirty="0"/>
              <a:t>ư</a:t>
            </a:r>
            <a:r>
              <a:rPr lang="en-US" altLang="en-US" dirty="0" err="1"/>
              <a:t>ơng</a:t>
            </a:r>
            <a:r>
              <a:rPr lang="en-US" altLang="en-US" dirty="0"/>
              <a:t> </a:t>
            </a:r>
            <a:r>
              <a:rPr lang="en-US" altLang="en-US" dirty="0" err="1"/>
              <a:t>tiện</a:t>
            </a:r>
            <a:r>
              <a:rPr lang="en-US" altLang="en-US" dirty="0"/>
              <a:t> </a:t>
            </a:r>
            <a:r>
              <a:rPr lang="" altLang="en-US" dirty="0"/>
              <a:t>đ</a:t>
            </a:r>
            <a:r>
              <a:rPr lang="en-US" altLang="en-US" dirty="0" err="1"/>
              <a:t>iện</a:t>
            </a:r>
            <a:r>
              <a:rPr lang="en-US" altLang="en-US" dirty="0"/>
              <a:t> </a:t>
            </a:r>
            <a:r>
              <a:rPr lang="en-US" altLang="en-US" dirty="0" err="1"/>
              <a:t>tử</a:t>
            </a:r>
            <a:r>
              <a:rPr lang="en-US" altLang="en-US" dirty="0"/>
              <a:t> </a:t>
            </a:r>
            <a:r>
              <a:rPr lang="" altLang="en-US" dirty="0"/>
              <a:t>đ</a:t>
            </a:r>
            <a:r>
              <a:rPr lang="en-US" altLang="en-US" dirty="0"/>
              <a:t>ể </a:t>
            </a:r>
            <a:r>
              <a:rPr lang="en-US" altLang="en-US" dirty="0" err="1"/>
              <a:t>thực</a:t>
            </a:r>
            <a:r>
              <a:rPr lang="en-US" altLang="en-US" dirty="0"/>
              <a:t> </a:t>
            </a:r>
            <a:r>
              <a:rPr lang="en-US" altLang="en-US" dirty="0" err="1"/>
              <a:t>hiện</a:t>
            </a:r>
            <a:r>
              <a:rPr lang="en-US" altLang="en-US" dirty="0"/>
              <a:t> </a:t>
            </a:r>
            <a:r>
              <a:rPr lang="en-US" altLang="en-US" dirty="0" err="1"/>
              <a:t>hành</a:t>
            </a:r>
            <a:r>
              <a:rPr lang="en-US" altLang="en-US" dirty="0"/>
              <a:t> vi </a:t>
            </a:r>
            <a:r>
              <a:rPr lang="en-US" altLang="en-US" dirty="0" err="1"/>
              <a:t>khủng</a:t>
            </a:r>
            <a:r>
              <a:rPr lang="en-US" altLang="en-US" dirty="0"/>
              <a:t> </a:t>
            </a:r>
            <a:r>
              <a:rPr lang="en-US" altLang="en-US" dirty="0" err="1"/>
              <a:t>bố</a:t>
            </a:r>
            <a:r>
              <a:rPr lang="en-US" altLang="en-US" dirty="0"/>
              <a:t>, </a:t>
            </a:r>
            <a:r>
              <a:rPr lang="en-US" altLang="en-US" dirty="0" err="1"/>
              <a:t>tài</a:t>
            </a:r>
            <a:r>
              <a:rPr lang="en-US" altLang="en-US" dirty="0"/>
              <a:t> </a:t>
            </a:r>
            <a:r>
              <a:rPr lang="en-US" altLang="en-US" dirty="0" err="1"/>
              <a:t>trợ</a:t>
            </a:r>
            <a:r>
              <a:rPr lang="en-US" altLang="en-US" dirty="0"/>
              <a:t> </a:t>
            </a:r>
            <a:r>
              <a:rPr lang="en-US" altLang="en-US" dirty="0" err="1"/>
              <a:t>khủng</a:t>
            </a:r>
            <a:r>
              <a:rPr lang="en-US" altLang="en-US" dirty="0"/>
              <a:t> </a:t>
            </a:r>
            <a:r>
              <a:rPr lang="en-US" altLang="en-US" dirty="0" err="1"/>
              <a:t>bố</a:t>
            </a:r>
            <a:r>
              <a:rPr lang="en-US" altLang="en-US" dirty="0"/>
              <a:t>.</a:t>
            </a:r>
          </a:p>
        </p:txBody>
      </p:sp>
      <p:sp>
        <p:nvSpPr>
          <p:cNvPr id="4" name="Slide Number Placeholder 3"/>
          <p:cNvSpPr>
            <a:spLocks noGrp="1"/>
          </p:cNvSpPr>
          <p:nvPr>
            <p:ph type="sldNum" sz="quarter" idx="12"/>
          </p:nvPr>
        </p:nvSpPr>
        <p:spPr/>
        <p:txBody>
          <a:bodyPr/>
          <a:lstStyle/>
          <a:p>
            <a:pPr lvl="0"/>
            <a:fld id="{9A0DB2DC-4C9A-4742-B13C-FB6460FD3503}" type="slidenum">
              <a:rPr lang="en-US"/>
              <a:t>13</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Tài khoản số là thông tin dùng </a:t>
            </a:r>
            <a:r>
              <a:rPr lang="" altLang="en-US"/>
              <a:t>đ</a:t>
            </a:r>
            <a:r>
              <a:rPr lang="en-US" altLang="en-US"/>
              <a:t>ể chứng thực, xác thực, phân quyền sử dụng các ứng dụng, dịch vụ trên không gian mạng. </a:t>
            </a:r>
          </a:p>
        </p:txBody>
      </p:sp>
      <p:sp>
        <p:nvSpPr>
          <p:cNvPr id="4" name="Slide Number Placeholder 3"/>
          <p:cNvSpPr>
            <a:spLocks noGrp="1"/>
          </p:cNvSpPr>
          <p:nvPr>
            <p:ph type="sldNum" sz="quarter" idx="12"/>
          </p:nvPr>
        </p:nvSpPr>
        <p:spPr/>
        <p:txBody>
          <a:bodyPr/>
          <a:lstStyle/>
          <a:p>
            <a:pPr lvl="0"/>
            <a:fld id="{9A0DB2DC-4C9A-4742-B13C-FB6460FD3503}" type="slidenum">
              <a:rPr lang="en-US"/>
              <a:t>14</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Sự cố an ninh mạng là sự việc bất ngờ xảy ra trên không gian mạng xâm phạm an ninh quốc gia, trật tự, an toàn xã hội, quyền và lợi ích hợp pháp của cơ quan, tổ chức, cá nhân.</a:t>
            </a:r>
          </a:p>
        </p:txBody>
      </p:sp>
      <p:sp>
        <p:nvSpPr>
          <p:cNvPr id="4" name="Slide Number Placeholder 3"/>
          <p:cNvSpPr>
            <a:spLocks noGrp="1"/>
          </p:cNvSpPr>
          <p:nvPr>
            <p:ph type="sldNum" sz="quarter" idx="12"/>
          </p:nvPr>
        </p:nvSpPr>
        <p:spPr/>
        <p:txBody>
          <a:bodyPr/>
          <a:lstStyle/>
          <a:p>
            <a:pPr lvl="0"/>
            <a:fld id="{9A0DB2DC-4C9A-4742-B13C-FB6460FD3503}" type="slidenum">
              <a:rPr lang="en-US"/>
              <a:t>15</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Tình huống nguy hiểm về an ninh mạng là sự việc xảy ra trên không gian mạng khi có hành vi xâm phạm nghiêm trọng an ninh quốc gia, gây tổn hại </a:t>
            </a:r>
            <a:r>
              <a:rPr lang="" altLang="en-US"/>
              <a:t>đ</a:t>
            </a:r>
            <a:r>
              <a:rPr lang="en-US" altLang="en-US"/>
              <a:t>ặc biệt nghiêm trọng trật tự, an toàn xã hội, quyền và lợi ích hợp pháp của      cơ quan, tổ chức, cá nhân.</a:t>
            </a:r>
          </a:p>
        </p:txBody>
      </p:sp>
      <p:sp>
        <p:nvSpPr>
          <p:cNvPr id="4" name="Slide Number Placeholder 3"/>
          <p:cNvSpPr>
            <a:spLocks noGrp="1"/>
          </p:cNvSpPr>
          <p:nvPr>
            <p:ph type="sldNum" sz="quarter" idx="12"/>
          </p:nvPr>
        </p:nvSpPr>
        <p:spPr/>
        <p:txBody>
          <a:bodyPr/>
          <a:lstStyle/>
          <a:p>
            <a:pPr lvl="0"/>
            <a:fld id="{9A0DB2DC-4C9A-4742-B13C-FB6460FD3503}" type="slidenum">
              <a:rPr lang="en-US"/>
              <a:t>16</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r>
              <a:rPr lang="en-US" sz="2800">
                <a:solidFill>
                  <a:srgbClr val="FF0000"/>
                </a:solidFill>
              </a:rPr>
              <a:t>1.2. Về chính sách của Nhà nước về an ninh mạng (Điều 3)</a:t>
            </a:r>
            <a:endParaRPr lang="en-US" sz="2800"/>
          </a:p>
          <a:p>
            <a:r>
              <a:rPr lang="en-US" sz="2800"/>
              <a:t>(1) </a:t>
            </a:r>
            <a:r>
              <a:rPr lang="en-US" sz="2800">
                <a:highlight>
                  <a:srgbClr val="FFFF00"/>
                </a:highlight>
              </a:rPr>
              <a:t>Ưu tiên, bảo vệ an ninh mạng trong quốc phòng, an ninh</a:t>
            </a:r>
            <a:r>
              <a:rPr lang="en-US" sz="2800"/>
              <a:t>, phát triển kinh tế -xã hội, khoa học, công nghệ và đối ngoại; </a:t>
            </a:r>
          </a:p>
          <a:p>
            <a:r>
              <a:rPr lang="en-US" sz="2800"/>
              <a:t>(2) Xây dựng không gian mạng lành mạnh, không gây phương hại đến an ninh quốc gia, trật tự, an toàn xã hội, quyền và lợi ích hợp pháp của cơ quan, tổ chức, cá nhân; </a:t>
            </a:r>
          </a:p>
          <a:p>
            <a:endParaRPr lang="en-US" sz="2800"/>
          </a:p>
        </p:txBody>
      </p:sp>
      <p:sp>
        <p:nvSpPr>
          <p:cNvPr id="4" name="Slide Number Placeholder 3"/>
          <p:cNvSpPr>
            <a:spLocks noGrp="1"/>
          </p:cNvSpPr>
          <p:nvPr>
            <p:ph type="sldNum" sz="quarter" idx="12"/>
          </p:nvPr>
        </p:nvSpPr>
        <p:spPr/>
        <p:txBody>
          <a:bodyPr/>
          <a:lstStyle/>
          <a:p>
            <a:pPr lvl="0"/>
            <a:fld id="{9A0DB2DC-4C9A-4742-B13C-FB6460FD3503}" type="slidenum">
              <a:rPr lang="en-US"/>
              <a:t>17</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FF0000"/>
                </a:solidFill>
                <a:sym typeface="+mn-ea"/>
              </a:rPr>
              <a:t>1.2. </a:t>
            </a:r>
            <a:r>
              <a:rPr lang="en-US" dirty="0" err="1">
                <a:solidFill>
                  <a:srgbClr val="FF0000"/>
                </a:solidFill>
                <a:sym typeface="+mn-ea"/>
              </a:rPr>
              <a:t>Về</a:t>
            </a:r>
            <a:r>
              <a:rPr lang="en-US" dirty="0">
                <a:solidFill>
                  <a:srgbClr val="FF0000"/>
                </a:solidFill>
                <a:sym typeface="+mn-ea"/>
              </a:rPr>
              <a:t> </a:t>
            </a:r>
            <a:r>
              <a:rPr lang="en-US" dirty="0" err="1">
                <a:solidFill>
                  <a:srgbClr val="FF0000"/>
                </a:solidFill>
                <a:sym typeface="+mn-ea"/>
              </a:rPr>
              <a:t>chính</a:t>
            </a:r>
            <a:r>
              <a:rPr lang="en-US" dirty="0">
                <a:solidFill>
                  <a:srgbClr val="FF0000"/>
                </a:solidFill>
                <a:sym typeface="+mn-ea"/>
              </a:rPr>
              <a:t> </a:t>
            </a:r>
            <a:r>
              <a:rPr lang="en-US" dirty="0" err="1">
                <a:solidFill>
                  <a:srgbClr val="FF0000"/>
                </a:solidFill>
                <a:sym typeface="+mn-ea"/>
              </a:rPr>
              <a:t>sách</a:t>
            </a:r>
            <a:r>
              <a:rPr lang="en-US" dirty="0">
                <a:solidFill>
                  <a:srgbClr val="FF0000"/>
                </a:solidFill>
                <a:sym typeface="+mn-ea"/>
              </a:rPr>
              <a:t> </a:t>
            </a:r>
            <a:r>
              <a:rPr lang="en-US" dirty="0" err="1">
                <a:solidFill>
                  <a:srgbClr val="FF0000"/>
                </a:solidFill>
                <a:sym typeface="+mn-ea"/>
              </a:rPr>
              <a:t>của</a:t>
            </a:r>
            <a:r>
              <a:rPr lang="en-US" dirty="0">
                <a:solidFill>
                  <a:srgbClr val="FF0000"/>
                </a:solidFill>
                <a:sym typeface="+mn-ea"/>
              </a:rPr>
              <a:t> </a:t>
            </a:r>
            <a:r>
              <a:rPr lang="en-US" dirty="0" err="1">
                <a:solidFill>
                  <a:srgbClr val="FF0000"/>
                </a:solidFill>
                <a:sym typeface="+mn-ea"/>
              </a:rPr>
              <a:t>Nhà</a:t>
            </a:r>
            <a:r>
              <a:rPr lang="en-US" dirty="0">
                <a:solidFill>
                  <a:srgbClr val="FF0000"/>
                </a:solidFill>
                <a:sym typeface="+mn-ea"/>
              </a:rPr>
              <a:t> </a:t>
            </a:r>
            <a:r>
              <a:rPr lang="en-US" dirty="0" err="1">
                <a:solidFill>
                  <a:srgbClr val="FF0000"/>
                </a:solidFill>
                <a:sym typeface="+mn-ea"/>
              </a:rPr>
              <a:t>nước</a:t>
            </a:r>
            <a:r>
              <a:rPr lang="en-US" dirty="0">
                <a:solidFill>
                  <a:srgbClr val="FF0000"/>
                </a:solidFill>
                <a:sym typeface="+mn-ea"/>
              </a:rPr>
              <a:t> </a:t>
            </a:r>
            <a:r>
              <a:rPr lang="en-US" dirty="0" err="1">
                <a:solidFill>
                  <a:srgbClr val="FF0000"/>
                </a:solidFill>
                <a:sym typeface="+mn-ea"/>
              </a:rPr>
              <a:t>về</a:t>
            </a:r>
            <a:r>
              <a:rPr lang="en-US" dirty="0">
                <a:solidFill>
                  <a:srgbClr val="FF0000"/>
                </a:solidFill>
                <a:sym typeface="+mn-ea"/>
              </a:rPr>
              <a:t> an </a:t>
            </a:r>
            <a:r>
              <a:rPr lang="en-US" dirty="0" err="1">
                <a:solidFill>
                  <a:srgbClr val="FF0000"/>
                </a:solidFill>
                <a:sym typeface="+mn-ea"/>
              </a:rPr>
              <a:t>ninh</a:t>
            </a:r>
            <a:r>
              <a:rPr lang="en-US" dirty="0">
                <a:solidFill>
                  <a:srgbClr val="FF0000"/>
                </a:solidFill>
                <a:sym typeface="+mn-ea"/>
              </a:rPr>
              <a:t> </a:t>
            </a:r>
            <a:r>
              <a:rPr lang="en-US" dirty="0" err="1">
                <a:solidFill>
                  <a:srgbClr val="FF0000"/>
                </a:solidFill>
                <a:sym typeface="+mn-ea"/>
              </a:rPr>
              <a:t>mạng</a:t>
            </a:r>
            <a:r>
              <a:rPr lang="en-US" dirty="0">
                <a:solidFill>
                  <a:srgbClr val="FF0000"/>
                </a:solidFill>
                <a:sym typeface="+mn-ea"/>
              </a:rPr>
              <a:t> (</a:t>
            </a:r>
            <a:r>
              <a:rPr lang="en-US" dirty="0" err="1">
                <a:solidFill>
                  <a:srgbClr val="FF0000"/>
                </a:solidFill>
                <a:sym typeface="+mn-ea"/>
              </a:rPr>
              <a:t>Điều</a:t>
            </a:r>
            <a:r>
              <a:rPr lang="en-US" dirty="0">
                <a:solidFill>
                  <a:srgbClr val="FF0000"/>
                </a:solidFill>
                <a:sym typeface="+mn-ea"/>
              </a:rPr>
              <a:t> 3)</a:t>
            </a:r>
          </a:p>
          <a:p>
            <a:r>
              <a:rPr lang="en-US" dirty="0">
                <a:sym typeface="+mn-ea"/>
              </a:rPr>
              <a:t>(3) </a:t>
            </a:r>
            <a:r>
              <a:rPr lang="en-US" dirty="0" err="1">
                <a:highlight>
                  <a:srgbClr val="FFFF00"/>
                </a:highlight>
                <a:sym typeface="+mn-ea"/>
              </a:rPr>
              <a:t>Ưu</a:t>
            </a:r>
            <a:r>
              <a:rPr lang="en-US" dirty="0">
                <a:highlight>
                  <a:srgbClr val="FFFF00"/>
                </a:highlight>
                <a:sym typeface="+mn-ea"/>
              </a:rPr>
              <a:t> </a:t>
            </a:r>
            <a:r>
              <a:rPr lang="en-US" dirty="0" err="1">
                <a:highlight>
                  <a:srgbClr val="FFFF00"/>
                </a:highlight>
                <a:sym typeface="+mn-ea"/>
              </a:rPr>
              <a:t>tiên</a:t>
            </a:r>
            <a:r>
              <a:rPr lang="en-US" dirty="0">
                <a:highlight>
                  <a:srgbClr val="FFFF00"/>
                </a:highlight>
                <a:sym typeface="+mn-ea"/>
              </a:rPr>
              <a:t> </a:t>
            </a:r>
            <a:r>
              <a:rPr lang="en-US" dirty="0" err="1">
                <a:highlight>
                  <a:srgbClr val="FFFF00"/>
                </a:highlight>
                <a:sym typeface="+mn-ea"/>
              </a:rPr>
              <a:t>nguồn</a:t>
            </a:r>
            <a:r>
              <a:rPr lang="en-US" dirty="0">
                <a:highlight>
                  <a:srgbClr val="FFFF00"/>
                </a:highlight>
                <a:sym typeface="+mn-ea"/>
              </a:rPr>
              <a:t> </a:t>
            </a:r>
            <a:r>
              <a:rPr lang="en-US" dirty="0" err="1">
                <a:highlight>
                  <a:srgbClr val="FFFF00"/>
                </a:highlight>
                <a:sym typeface="+mn-ea"/>
              </a:rPr>
              <a:t>lực</a:t>
            </a:r>
            <a:r>
              <a:rPr lang="en-US" dirty="0">
                <a:highlight>
                  <a:srgbClr val="FFFF00"/>
                </a:highlight>
                <a:sym typeface="+mn-ea"/>
              </a:rPr>
              <a:t> </a:t>
            </a:r>
            <a:r>
              <a:rPr lang="en-US" dirty="0" err="1">
                <a:highlight>
                  <a:srgbClr val="FFFF00"/>
                </a:highlight>
                <a:sym typeface="+mn-ea"/>
              </a:rPr>
              <a:t>xây</a:t>
            </a:r>
            <a:r>
              <a:rPr lang="en-US" dirty="0">
                <a:highlight>
                  <a:srgbClr val="FFFF00"/>
                </a:highlight>
                <a:sym typeface="+mn-ea"/>
              </a:rPr>
              <a:t> </a:t>
            </a:r>
            <a:r>
              <a:rPr lang="en-US" dirty="0" err="1">
                <a:highlight>
                  <a:srgbClr val="FFFF00"/>
                </a:highlight>
                <a:sym typeface="+mn-ea"/>
              </a:rPr>
              <a:t>dựng</a:t>
            </a:r>
            <a:r>
              <a:rPr lang="en-US" dirty="0">
                <a:highlight>
                  <a:srgbClr val="FFFF00"/>
                </a:highlight>
                <a:sym typeface="+mn-ea"/>
              </a:rPr>
              <a:t> </a:t>
            </a:r>
            <a:r>
              <a:rPr lang="en-US" dirty="0" err="1">
                <a:highlight>
                  <a:srgbClr val="FFFF00"/>
                </a:highlight>
                <a:sym typeface="+mn-ea"/>
              </a:rPr>
              <a:t>lực</a:t>
            </a:r>
            <a:r>
              <a:rPr lang="en-US" dirty="0">
                <a:highlight>
                  <a:srgbClr val="FFFF00"/>
                </a:highlight>
                <a:sym typeface="+mn-ea"/>
              </a:rPr>
              <a:t> </a:t>
            </a:r>
            <a:r>
              <a:rPr lang="en-US" dirty="0" err="1">
                <a:highlight>
                  <a:srgbClr val="FFFF00"/>
                </a:highlight>
                <a:sym typeface="+mn-ea"/>
              </a:rPr>
              <a:t>lượng</a:t>
            </a:r>
            <a:r>
              <a:rPr lang="en-US" dirty="0">
                <a:highlight>
                  <a:srgbClr val="FFFF00"/>
                </a:highlight>
                <a:sym typeface="+mn-ea"/>
              </a:rPr>
              <a:t> </a:t>
            </a:r>
            <a:r>
              <a:rPr lang="en-US" dirty="0" err="1">
                <a:highlight>
                  <a:srgbClr val="FFFF00"/>
                </a:highlight>
                <a:sym typeface="+mn-ea"/>
              </a:rPr>
              <a:t>chuyên</a:t>
            </a:r>
            <a:r>
              <a:rPr lang="en-US" dirty="0">
                <a:highlight>
                  <a:srgbClr val="FFFF00"/>
                </a:highlight>
                <a:sym typeface="+mn-ea"/>
              </a:rPr>
              <a:t> </a:t>
            </a:r>
            <a:r>
              <a:rPr lang="en-US" dirty="0" err="1">
                <a:highlight>
                  <a:srgbClr val="FFFF00"/>
                </a:highlight>
                <a:sym typeface="+mn-ea"/>
              </a:rPr>
              <a:t>trách</a:t>
            </a:r>
            <a:r>
              <a:rPr lang="en-US" dirty="0">
                <a:highlight>
                  <a:srgbClr val="FFFF00"/>
                </a:highlight>
                <a:sym typeface="+mn-ea"/>
              </a:rPr>
              <a:t> </a:t>
            </a:r>
            <a:r>
              <a:rPr lang="en-US" dirty="0" err="1">
                <a:highlight>
                  <a:srgbClr val="FFFF00"/>
                </a:highlight>
                <a:sym typeface="+mn-ea"/>
              </a:rPr>
              <a:t>bảo</a:t>
            </a:r>
            <a:r>
              <a:rPr lang="en-US" dirty="0">
                <a:highlight>
                  <a:srgbClr val="FFFF00"/>
                </a:highlight>
                <a:sym typeface="+mn-ea"/>
              </a:rPr>
              <a:t> </a:t>
            </a:r>
            <a:r>
              <a:rPr lang="en-US" dirty="0" err="1">
                <a:highlight>
                  <a:srgbClr val="FFFF00"/>
                </a:highlight>
                <a:sym typeface="+mn-ea"/>
              </a:rPr>
              <a:t>vệ</a:t>
            </a:r>
            <a:r>
              <a:rPr lang="en-US" dirty="0">
                <a:highlight>
                  <a:srgbClr val="FFFF00"/>
                </a:highlight>
                <a:sym typeface="+mn-ea"/>
              </a:rPr>
              <a:t> an </a:t>
            </a:r>
            <a:r>
              <a:rPr lang="en-US" dirty="0" err="1">
                <a:highlight>
                  <a:srgbClr val="FFFF00"/>
                </a:highlight>
                <a:sym typeface="+mn-ea"/>
              </a:rPr>
              <a:t>ninh</a:t>
            </a:r>
            <a:r>
              <a:rPr lang="en-US" dirty="0">
                <a:highlight>
                  <a:srgbClr val="FFFF00"/>
                </a:highlight>
                <a:sym typeface="+mn-ea"/>
              </a:rPr>
              <a:t> </a:t>
            </a:r>
            <a:r>
              <a:rPr lang="en-US" dirty="0" err="1">
                <a:highlight>
                  <a:srgbClr val="FFFF00"/>
                </a:highlight>
                <a:sym typeface="+mn-ea"/>
              </a:rPr>
              <a:t>mạng</a:t>
            </a:r>
            <a:r>
              <a:rPr lang="en-US" dirty="0">
                <a:sym typeface="+mn-ea"/>
              </a:rPr>
              <a:t>; </a:t>
            </a:r>
            <a:r>
              <a:rPr lang="en-US" dirty="0" err="1">
                <a:sym typeface="+mn-ea"/>
              </a:rPr>
              <a:t>nâng</a:t>
            </a:r>
            <a:r>
              <a:rPr lang="en-US" dirty="0">
                <a:sym typeface="+mn-ea"/>
              </a:rPr>
              <a:t> </a:t>
            </a:r>
            <a:r>
              <a:rPr lang="en-US" dirty="0" err="1">
                <a:sym typeface="+mn-ea"/>
              </a:rPr>
              <a:t>cao</a:t>
            </a:r>
            <a:r>
              <a:rPr lang="en-US" dirty="0">
                <a:sym typeface="+mn-ea"/>
              </a:rPr>
              <a:t> </a:t>
            </a:r>
            <a:r>
              <a:rPr lang="en-US" dirty="0" err="1">
                <a:sym typeface="+mn-ea"/>
              </a:rPr>
              <a:t>năng</a:t>
            </a:r>
            <a:r>
              <a:rPr lang="en-US" dirty="0">
                <a:sym typeface="+mn-ea"/>
              </a:rPr>
              <a:t> </a:t>
            </a:r>
            <a:r>
              <a:rPr lang="en-US" dirty="0" err="1">
                <a:sym typeface="+mn-ea"/>
              </a:rPr>
              <a:t>lực</a:t>
            </a:r>
            <a:r>
              <a:rPr lang="en-US" dirty="0">
                <a:sym typeface="+mn-ea"/>
              </a:rPr>
              <a:t> </a:t>
            </a:r>
            <a:r>
              <a:rPr lang="en-US" dirty="0" err="1">
                <a:sym typeface="+mn-ea"/>
              </a:rPr>
              <a:t>cho</a:t>
            </a:r>
            <a:r>
              <a:rPr lang="en-US" dirty="0">
                <a:sym typeface="+mn-ea"/>
              </a:rPr>
              <a:t> </a:t>
            </a:r>
            <a:r>
              <a:rPr lang="en-US" dirty="0" err="1">
                <a:sym typeface="+mn-ea"/>
              </a:rPr>
              <a:t>lực</a:t>
            </a:r>
            <a:r>
              <a:rPr lang="en-US" dirty="0">
                <a:sym typeface="+mn-ea"/>
              </a:rPr>
              <a:t> </a:t>
            </a:r>
            <a:r>
              <a:rPr lang="en-US" dirty="0" err="1">
                <a:sym typeface="+mn-ea"/>
              </a:rPr>
              <a:t>lượng</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r>
              <a:rPr lang="en-US" dirty="0" err="1">
                <a:sym typeface="+mn-ea"/>
              </a:rPr>
              <a:t>và</a:t>
            </a:r>
            <a:r>
              <a:rPr lang="en-US" dirty="0">
                <a:sym typeface="+mn-ea"/>
              </a:rPr>
              <a:t> </a:t>
            </a:r>
            <a:r>
              <a:rPr lang="en-US" dirty="0" err="1">
                <a:sym typeface="+mn-ea"/>
              </a:rPr>
              <a:t>tổ</a:t>
            </a:r>
            <a:r>
              <a:rPr lang="en-US" dirty="0">
                <a:sym typeface="+mn-ea"/>
              </a:rPr>
              <a:t> </a:t>
            </a:r>
            <a:r>
              <a:rPr lang="en-US" dirty="0" err="1">
                <a:sym typeface="+mn-ea"/>
              </a:rPr>
              <a:t>chức</a:t>
            </a:r>
            <a:r>
              <a:rPr lang="en-US" dirty="0">
                <a:sym typeface="+mn-ea"/>
              </a:rPr>
              <a:t>, </a:t>
            </a:r>
            <a:r>
              <a:rPr lang="en-US" dirty="0" err="1">
                <a:sym typeface="+mn-ea"/>
              </a:rPr>
              <a:t>cá</a:t>
            </a:r>
            <a:r>
              <a:rPr lang="en-US" dirty="0">
                <a:sym typeface="+mn-ea"/>
              </a:rPr>
              <a:t> </a:t>
            </a:r>
            <a:r>
              <a:rPr lang="en-US" dirty="0" err="1">
                <a:sym typeface="+mn-ea"/>
              </a:rPr>
              <a:t>nhân</a:t>
            </a:r>
            <a:r>
              <a:rPr lang="en-US" dirty="0">
                <a:sym typeface="+mn-ea"/>
              </a:rPr>
              <a:t> </a:t>
            </a:r>
            <a:r>
              <a:rPr lang="en-US" dirty="0" err="1">
                <a:sym typeface="+mn-ea"/>
              </a:rPr>
              <a:t>tham</a:t>
            </a:r>
            <a:r>
              <a:rPr lang="en-US" dirty="0">
                <a:sym typeface="+mn-ea"/>
              </a:rPr>
              <a:t> </a:t>
            </a:r>
            <a:r>
              <a:rPr lang="en-US" dirty="0" err="1">
                <a:sym typeface="+mn-ea"/>
              </a:rPr>
              <a:t>gia</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r>
              <a:rPr lang="en-US" dirty="0" err="1">
                <a:sym typeface="+mn-ea"/>
              </a:rPr>
              <a:t>ưu</a:t>
            </a:r>
            <a:r>
              <a:rPr lang="en-US" dirty="0">
                <a:sym typeface="+mn-ea"/>
              </a:rPr>
              <a:t> </a:t>
            </a:r>
            <a:r>
              <a:rPr lang="en-US" dirty="0" err="1">
                <a:sym typeface="+mn-ea"/>
              </a:rPr>
              <a:t>tiên</a:t>
            </a:r>
            <a:r>
              <a:rPr lang="en-US" dirty="0">
                <a:sym typeface="+mn-ea"/>
              </a:rPr>
              <a:t> </a:t>
            </a:r>
            <a:r>
              <a:rPr lang="en-US" dirty="0" err="1">
                <a:sym typeface="+mn-ea"/>
              </a:rPr>
              <a:t>đầu</a:t>
            </a:r>
            <a:r>
              <a:rPr lang="en-US" dirty="0">
                <a:sym typeface="+mn-ea"/>
              </a:rPr>
              <a:t> </a:t>
            </a:r>
            <a:r>
              <a:rPr lang="en-US" dirty="0" err="1">
                <a:sym typeface="+mn-ea"/>
              </a:rPr>
              <a:t>tư</a:t>
            </a:r>
            <a:r>
              <a:rPr lang="en-US" dirty="0">
                <a:sym typeface="+mn-ea"/>
              </a:rPr>
              <a:t> </a:t>
            </a:r>
            <a:r>
              <a:rPr lang="en-US" dirty="0" err="1">
                <a:sym typeface="+mn-ea"/>
              </a:rPr>
              <a:t>cho</a:t>
            </a:r>
            <a:r>
              <a:rPr lang="en-US" dirty="0">
                <a:sym typeface="+mn-ea"/>
              </a:rPr>
              <a:t> </a:t>
            </a:r>
            <a:r>
              <a:rPr lang="en-US" dirty="0" err="1">
                <a:sym typeface="+mn-ea"/>
              </a:rPr>
              <a:t>nghiên</a:t>
            </a:r>
            <a:r>
              <a:rPr lang="en-US" dirty="0">
                <a:sym typeface="+mn-ea"/>
              </a:rPr>
              <a:t> </a:t>
            </a:r>
            <a:r>
              <a:rPr lang="en-US" dirty="0" err="1">
                <a:sym typeface="+mn-ea"/>
              </a:rPr>
              <a:t>cứu</a:t>
            </a:r>
            <a:r>
              <a:rPr lang="en-US" dirty="0">
                <a:sym typeface="+mn-ea"/>
              </a:rPr>
              <a:t>, </a:t>
            </a:r>
            <a:r>
              <a:rPr lang="en-US" dirty="0" err="1">
                <a:sym typeface="+mn-ea"/>
              </a:rPr>
              <a:t>phát</a:t>
            </a:r>
            <a:r>
              <a:rPr lang="en-US" dirty="0">
                <a:sym typeface="+mn-ea"/>
              </a:rPr>
              <a:t> </a:t>
            </a:r>
            <a:r>
              <a:rPr lang="en-US" dirty="0" err="1">
                <a:sym typeface="+mn-ea"/>
              </a:rPr>
              <a:t>triển</a:t>
            </a:r>
            <a:r>
              <a:rPr lang="en-US" dirty="0">
                <a:sym typeface="+mn-ea"/>
              </a:rPr>
              <a:t> khoa </a:t>
            </a:r>
            <a:r>
              <a:rPr lang="en-US" dirty="0" err="1">
                <a:sym typeface="+mn-ea"/>
              </a:rPr>
              <a:t>học</a:t>
            </a:r>
            <a:r>
              <a:rPr lang="en-US" dirty="0">
                <a:sym typeface="+mn-ea"/>
              </a:rPr>
              <a:t>, </a:t>
            </a:r>
            <a:r>
              <a:rPr lang="en-US" dirty="0" err="1">
                <a:sym typeface="+mn-ea"/>
              </a:rPr>
              <a:t>công</a:t>
            </a:r>
            <a:r>
              <a:rPr lang="en-US" dirty="0">
                <a:sym typeface="+mn-ea"/>
              </a:rPr>
              <a:t> </a:t>
            </a:r>
            <a:r>
              <a:rPr lang="en-US" dirty="0" err="1">
                <a:sym typeface="+mn-ea"/>
              </a:rPr>
              <a:t>nghệ</a:t>
            </a:r>
            <a:r>
              <a:rPr lang="en-US" dirty="0">
                <a:sym typeface="+mn-ea"/>
              </a:rPr>
              <a:t> </a:t>
            </a:r>
            <a:r>
              <a:rPr lang="en-US" dirty="0" err="1">
                <a:sym typeface="+mn-ea"/>
              </a:rPr>
              <a:t>để</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endParaRPr lang="en-US" dirty="0"/>
          </a:p>
          <a:p>
            <a:endParaRPr lang="en-US" dirty="0"/>
          </a:p>
        </p:txBody>
      </p:sp>
      <p:sp>
        <p:nvSpPr>
          <p:cNvPr id="4" name="Slide Number Placeholder 3"/>
          <p:cNvSpPr>
            <a:spLocks noGrp="1"/>
          </p:cNvSpPr>
          <p:nvPr>
            <p:ph type="sldNum" sz="quarter" idx="12"/>
          </p:nvPr>
        </p:nvSpPr>
        <p:spPr/>
        <p:txBody>
          <a:bodyPr/>
          <a:lstStyle/>
          <a:p>
            <a:pPr lvl="0"/>
            <a:fld id="{9A0DB2DC-4C9A-4742-B13C-FB6460FD3503}" type="slidenum">
              <a:rPr lang="en-US"/>
              <a:t>18</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a:solidFill>
                  <a:srgbClr val="FF0000"/>
                </a:solidFill>
                <a:sym typeface="+mn-ea"/>
              </a:rPr>
              <a:t>1.2. Về chính sách của Nhà nước về an ninh mạng (Điều 3)</a:t>
            </a:r>
          </a:p>
          <a:p>
            <a:r>
              <a:rPr lang="en-US" sz="2800">
                <a:sym typeface="+mn-ea"/>
              </a:rPr>
              <a:t>4) Khuyến khích, tạo điều kiện để tổ chức, cá nhân tham gia bảo vệ an ninh mạng, xử lý các nguy cơ đe dọa an ninh mạng; nghiên cứu, phát triển công nghệ, sản phẩm, dịch vụ, ứng dụng nhằm bảo vệ an ninh mạng; phối hợp với cơ quan chức năng trong bảo vệ an ninh mạng;</a:t>
            </a:r>
            <a:endParaRPr lang="en-US" sz="2800"/>
          </a:p>
          <a:p>
            <a:r>
              <a:rPr lang="en-US" sz="2800">
                <a:sym typeface="+mn-ea"/>
              </a:rPr>
              <a:t>(5) Tăng cường hợp tác quốc tế về an ninh mạng</a:t>
            </a:r>
            <a:endParaRPr lang="en-US" sz="2800"/>
          </a:p>
          <a:p>
            <a:endParaRPr lang="en-US" sz="2800"/>
          </a:p>
          <a:p>
            <a:endParaRPr lang="en-US" sz="2800"/>
          </a:p>
        </p:txBody>
      </p:sp>
      <p:sp>
        <p:nvSpPr>
          <p:cNvPr id="4" name="Slide Number Placeholder 3"/>
          <p:cNvSpPr>
            <a:spLocks noGrp="1"/>
          </p:cNvSpPr>
          <p:nvPr>
            <p:ph type="sldNum" sz="quarter" idx="12"/>
          </p:nvPr>
        </p:nvSpPr>
        <p:spPr/>
        <p:txBody>
          <a:bodyPr/>
          <a:lstStyle/>
          <a:p>
            <a:pPr lvl="0"/>
            <a:fld id="{9A0DB2DC-4C9A-4742-B13C-FB6460FD3503}" type="slidenum">
              <a:rPr lang="en-US"/>
              <a:t>19</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r>
              <a:rPr lang="en-US" sz="2800">
                <a:solidFill>
                  <a:srgbClr val="FF0000"/>
                </a:solidFill>
              </a:rPr>
              <a:t>3. Về nguyên tắc bảo vệ an ninh mạng (Điều 4)</a:t>
            </a:r>
          </a:p>
          <a:p>
            <a:r>
              <a:rPr lang="en-US" sz="2400"/>
              <a:t>Luật an ninh mạng quy định việc bảo vệ an ninh mạng phải tuân thủ 07 nguyên tắc sau: </a:t>
            </a:r>
          </a:p>
          <a:p>
            <a:r>
              <a:rPr lang="en-US" sz="2400"/>
              <a:t>(1) </a:t>
            </a:r>
            <a:r>
              <a:rPr lang="en-US" sz="2400">
                <a:highlight>
                  <a:srgbClr val="FFFF00"/>
                </a:highlight>
              </a:rPr>
              <a:t>Tuân thủ Hiến pháp và pháp luật</a:t>
            </a:r>
            <a:r>
              <a:rPr lang="en-US" sz="2400"/>
              <a:t>; </a:t>
            </a:r>
            <a:r>
              <a:rPr lang="en-US" sz="2400">
                <a:highlight>
                  <a:srgbClr val="FFFF00"/>
                </a:highlight>
              </a:rPr>
              <a:t>bảo đảm lợi ích của Nhà nước, quyền và lợi ích hợp pháp của cơ quan, tổ chức, cá nhân; </a:t>
            </a:r>
          </a:p>
          <a:p>
            <a:r>
              <a:rPr lang="en-US" sz="2400"/>
              <a:t>(2) Đặt dưới sự lãnh đạo của Đảng Cộng sản Việt Nam, sự quản lý thống nhất của Nhà nước; huy động sức mạnh tổng hợp của hệ thống chính trị và toàn dân tộc; phát huy vai trò nòng cốt của lực lượng chuyên trách bảo vệ an ninh mạng; </a:t>
            </a:r>
          </a:p>
          <a:p>
            <a:endParaRPr lang="en-US" sz="2400"/>
          </a:p>
        </p:txBody>
      </p:sp>
      <p:sp>
        <p:nvSpPr>
          <p:cNvPr id="4" name="Slide Number Placeholder 3"/>
          <p:cNvSpPr>
            <a:spLocks noGrp="1"/>
          </p:cNvSpPr>
          <p:nvPr>
            <p:ph type="sldNum" sz="quarter" idx="12"/>
          </p:nvPr>
        </p:nvSpPr>
        <p:spPr/>
        <p:txBody>
          <a:bodyPr/>
          <a:lstStyle/>
          <a:p>
            <a:pPr lvl="0"/>
            <a:fld id="{9A0DB2DC-4C9A-4742-B13C-FB6460FD3503}" type="slidenum">
              <a:rPr lang="en-US"/>
              <a:t>20</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a:solidFill>
                  <a:srgbClr val="FF0000"/>
                </a:solidFill>
                <a:sym typeface="+mn-ea"/>
              </a:rPr>
              <a:t>3. Về nguyên tắc bảo vệ an ninh mạng (Điều 4)</a:t>
            </a:r>
            <a:endParaRPr lang="en-US" sz="2400">
              <a:solidFill>
                <a:srgbClr val="FF0000"/>
              </a:solidFill>
            </a:endParaRPr>
          </a:p>
          <a:p>
            <a:r>
              <a:rPr lang="en-US" sz="2400">
                <a:sym typeface="+mn-ea"/>
              </a:rPr>
              <a:t>(3) </a:t>
            </a:r>
            <a:r>
              <a:rPr lang="en-US" sz="2400">
                <a:highlight>
                  <a:srgbClr val="FFFF00"/>
                </a:highlight>
                <a:sym typeface="+mn-ea"/>
              </a:rPr>
              <a:t>Kết hợp chặt chẽ giữa nhiệm vụ bảo vệ an ninh mạng,</a:t>
            </a:r>
            <a:r>
              <a:rPr lang="en-US" sz="2400">
                <a:sym typeface="+mn-ea"/>
              </a:rPr>
              <a:t> bảo vệ hệ thống thông tin quan trọng về an ninh quốc gia với </a:t>
            </a:r>
            <a:r>
              <a:rPr lang="en-US" sz="2400">
                <a:highlight>
                  <a:srgbClr val="FFFF00"/>
                </a:highlight>
                <a:sym typeface="+mn-ea"/>
              </a:rPr>
              <a:t>nhiệm vụ phát triển kinh tế - xã hội</a:t>
            </a:r>
            <a:r>
              <a:rPr lang="en-US" sz="2400">
                <a:sym typeface="+mn-ea"/>
              </a:rPr>
              <a:t>, </a:t>
            </a:r>
            <a:r>
              <a:rPr lang="en-US" sz="2400">
                <a:highlight>
                  <a:srgbClr val="FFFF00"/>
                </a:highlight>
                <a:sym typeface="+mn-ea"/>
              </a:rPr>
              <a:t>bảo đảm quyền con người, quyền công dân,</a:t>
            </a:r>
            <a:r>
              <a:rPr lang="en-US" sz="2400">
                <a:sym typeface="+mn-ea"/>
              </a:rPr>
              <a:t> tạo điều kiện cho cơ quan, tổ chức, cá nhân hoạt động trên không gian mạng; </a:t>
            </a:r>
            <a:endParaRPr lang="en-US" sz="2400"/>
          </a:p>
          <a:p>
            <a:r>
              <a:rPr lang="en-US" sz="2400">
                <a:sym typeface="+mn-ea"/>
              </a:rPr>
              <a:t>(4) </a:t>
            </a:r>
            <a:r>
              <a:rPr lang="en-US" sz="2400">
                <a:highlight>
                  <a:srgbClr val="FFFF00"/>
                </a:highlight>
                <a:sym typeface="+mn-ea"/>
              </a:rPr>
              <a:t>Chủ động phòng ngừa, phát hiện, ngăn chặn</a:t>
            </a:r>
            <a:r>
              <a:rPr lang="en-US" sz="2400">
                <a:sym typeface="+mn-ea"/>
              </a:rPr>
              <a:t>, đấu tranh, làm thất bại mọi hoạt động sử dụng không gian mạng xâm phạm an ninh quốc gia, trật tự, an toàn xã hội, quyền và lợi ích hợp pháp của cơ quan, tổ chức, cá nhân; sẵn sàng ngăn chặn các nguy cơ đe dọa an ninh mạng; </a:t>
            </a:r>
            <a:endParaRPr lang="en-US" sz="2400"/>
          </a:p>
          <a:p>
            <a:endParaRPr lang="en-US" sz="2400"/>
          </a:p>
        </p:txBody>
      </p:sp>
      <p:sp>
        <p:nvSpPr>
          <p:cNvPr id="4" name="Slide Number Placeholder 3"/>
          <p:cNvSpPr>
            <a:spLocks noGrp="1"/>
          </p:cNvSpPr>
          <p:nvPr>
            <p:ph type="sldNum" sz="quarter" idx="12"/>
          </p:nvPr>
        </p:nvSpPr>
        <p:spPr/>
        <p:txBody>
          <a:bodyPr/>
          <a:lstStyle/>
          <a:p>
            <a:pPr lvl="0"/>
            <a:fld id="{9A0DB2DC-4C9A-4742-B13C-FB6460FD3503}" type="slidenum">
              <a:rPr lang="en-US"/>
              <a:t>21</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solidFill>
                  <a:srgbClr val="FF0000"/>
                </a:solidFill>
                <a:sym typeface="+mn-ea"/>
              </a:rPr>
              <a:t>3. </a:t>
            </a:r>
            <a:r>
              <a:rPr lang="en-US" sz="2400" dirty="0" err="1">
                <a:solidFill>
                  <a:srgbClr val="FF0000"/>
                </a:solidFill>
                <a:sym typeface="+mn-ea"/>
              </a:rPr>
              <a:t>Về</a:t>
            </a:r>
            <a:r>
              <a:rPr lang="en-US" sz="2400" dirty="0">
                <a:solidFill>
                  <a:srgbClr val="FF0000"/>
                </a:solidFill>
                <a:sym typeface="+mn-ea"/>
              </a:rPr>
              <a:t> </a:t>
            </a:r>
            <a:r>
              <a:rPr lang="en-US" sz="2400" dirty="0" err="1">
                <a:solidFill>
                  <a:srgbClr val="FF0000"/>
                </a:solidFill>
                <a:sym typeface="+mn-ea"/>
              </a:rPr>
              <a:t>nguyên</a:t>
            </a:r>
            <a:r>
              <a:rPr lang="en-US" sz="2400" dirty="0">
                <a:solidFill>
                  <a:srgbClr val="FF0000"/>
                </a:solidFill>
                <a:sym typeface="+mn-ea"/>
              </a:rPr>
              <a:t> </a:t>
            </a:r>
            <a:r>
              <a:rPr lang="en-US" sz="2400" dirty="0" err="1">
                <a:solidFill>
                  <a:srgbClr val="FF0000"/>
                </a:solidFill>
                <a:sym typeface="+mn-ea"/>
              </a:rPr>
              <a:t>tắc</a:t>
            </a:r>
            <a:r>
              <a:rPr lang="en-US" sz="2400" dirty="0">
                <a:solidFill>
                  <a:srgbClr val="FF0000"/>
                </a:solidFill>
                <a:sym typeface="+mn-ea"/>
              </a:rPr>
              <a:t> </a:t>
            </a:r>
            <a:r>
              <a:rPr lang="en-US" sz="2400" dirty="0" err="1">
                <a:solidFill>
                  <a:srgbClr val="FF0000"/>
                </a:solidFill>
                <a:sym typeface="+mn-ea"/>
              </a:rPr>
              <a:t>bảo</a:t>
            </a:r>
            <a:r>
              <a:rPr lang="en-US" sz="2400" dirty="0">
                <a:solidFill>
                  <a:srgbClr val="FF0000"/>
                </a:solidFill>
                <a:sym typeface="+mn-ea"/>
              </a:rPr>
              <a:t> </a:t>
            </a:r>
            <a:r>
              <a:rPr lang="en-US" sz="2400" dirty="0" err="1">
                <a:solidFill>
                  <a:srgbClr val="FF0000"/>
                </a:solidFill>
                <a:sym typeface="+mn-ea"/>
              </a:rPr>
              <a:t>vệ</a:t>
            </a:r>
            <a:r>
              <a:rPr lang="en-US" sz="2400" dirty="0">
                <a:solidFill>
                  <a:srgbClr val="FF0000"/>
                </a:solidFill>
                <a:sym typeface="+mn-ea"/>
              </a:rPr>
              <a:t> an </a:t>
            </a:r>
            <a:r>
              <a:rPr lang="en-US" sz="2400" dirty="0" err="1">
                <a:solidFill>
                  <a:srgbClr val="FF0000"/>
                </a:solidFill>
                <a:sym typeface="+mn-ea"/>
              </a:rPr>
              <a:t>ninh</a:t>
            </a:r>
            <a:r>
              <a:rPr lang="en-US" sz="2400" dirty="0">
                <a:solidFill>
                  <a:srgbClr val="FF0000"/>
                </a:solidFill>
                <a:sym typeface="+mn-ea"/>
              </a:rPr>
              <a:t> </a:t>
            </a:r>
            <a:r>
              <a:rPr lang="en-US" sz="2400" dirty="0" err="1">
                <a:solidFill>
                  <a:srgbClr val="FF0000"/>
                </a:solidFill>
                <a:sym typeface="+mn-ea"/>
              </a:rPr>
              <a:t>mạng</a:t>
            </a:r>
            <a:r>
              <a:rPr lang="en-US" sz="2400" dirty="0">
                <a:solidFill>
                  <a:srgbClr val="FF0000"/>
                </a:solidFill>
                <a:sym typeface="+mn-ea"/>
              </a:rPr>
              <a:t> (</a:t>
            </a:r>
            <a:r>
              <a:rPr lang="en-US" sz="2400" dirty="0" err="1">
                <a:solidFill>
                  <a:srgbClr val="FF0000"/>
                </a:solidFill>
                <a:sym typeface="+mn-ea"/>
              </a:rPr>
              <a:t>Điều</a:t>
            </a:r>
            <a:r>
              <a:rPr lang="en-US" sz="2400" dirty="0">
                <a:solidFill>
                  <a:srgbClr val="FF0000"/>
                </a:solidFill>
                <a:sym typeface="+mn-ea"/>
              </a:rPr>
              <a:t> 4)</a:t>
            </a:r>
            <a:endParaRPr lang="en-US" sz="2400" dirty="0">
              <a:solidFill>
                <a:srgbClr val="FF0000"/>
              </a:solidFill>
            </a:endParaRPr>
          </a:p>
          <a:p>
            <a:r>
              <a:rPr lang="en-US" sz="2400" dirty="0">
                <a:sym typeface="+mn-ea"/>
              </a:rPr>
              <a:t>(5) </a:t>
            </a:r>
            <a:r>
              <a:rPr lang="en-US" sz="2400" dirty="0" err="1">
                <a:sym typeface="+mn-ea"/>
              </a:rPr>
              <a:t>Triển</a:t>
            </a:r>
            <a:r>
              <a:rPr lang="en-US" sz="2400" dirty="0">
                <a:sym typeface="+mn-ea"/>
              </a:rPr>
              <a:t> </a:t>
            </a:r>
            <a:r>
              <a:rPr lang="en-US" sz="2400" dirty="0" err="1">
                <a:sym typeface="+mn-ea"/>
              </a:rPr>
              <a:t>khai</a:t>
            </a:r>
            <a:r>
              <a:rPr lang="en-US" sz="2400" dirty="0">
                <a:sym typeface="+mn-ea"/>
              </a:rPr>
              <a:t> </a:t>
            </a:r>
            <a:r>
              <a:rPr lang="en-US" sz="2400" dirty="0" err="1">
                <a:sym typeface="+mn-ea"/>
              </a:rPr>
              <a:t>hoạt</a:t>
            </a:r>
            <a:r>
              <a:rPr lang="en-US" sz="2400" dirty="0">
                <a:sym typeface="+mn-ea"/>
              </a:rPr>
              <a:t> </a:t>
            </a:r>
            <a:r>
              <a:rPr lang="en-US" sz="2400" dirty="0" err="1">
                <a:sym typeface="+mn-ea"/>
              </a:rPr>
              <a:t>động</a:t>
            </a:r>
            <a:r>
              <a:rPr lang="en-US" sz="2400" dirty="0">
                <a:sym typeface="+mn-ea"/>
              </a:rPr>
              <a:t> </a:t>
            </a:r>
            <a:r>
              <a:rPr lang="en-US" sz="2400" dirty="0" err="1">
                <a:sym typeface="+mn-ea"/>
              </a:rPr>
              <a:t>bảo</a:t>
            </a:r>
            <a:r>
              <a:rPr lang="en-US" sz="2400" dirty="0">
                <a:sym typeface="+mn-ea"/>
              </a:rPr>
              <a:t> </a:t>
            </a:r>
            <a:r>
              <a:rPr lang="en-US" sz="2400" dirty="0" err="1">
                <a:sym typeface="+mn-ea"/>
              </a:rPr>
              <a:t>vệ</a:t>
            </a:r>
            <a:r>
              <a:rPr lang="en-US" sz="2400" dirty="0">
                <a:sym typeface="+mn-ea"/>
              </a:rPr>
              <a:t> an </a:t>
            </a:r>
            <a:r>
              <a:rPr lang="en-US" sz="2400" dirty="0" err="1">
                <a:sym typeface="+mn-ea"/>
              </a:rPr>
              <a:t>ninh</a:t>
            </a:r>
            <a:r>
              <a:rPr lang="en-US" sz="2400" dirty="0">
                <a:sym typeface="+mn-ea"/>
              </a:rPr>
              <a:t> </a:t>
            </a:r>
            <a:r>
              <a:rPr lang="en-US" sz="2400" dirty="0" err="1">
                <a:sym typeface="+mn-ea"/>
              </a:rPr>
              <a:t>mạng</a:t>
            </a:r>
            <a:r>
              <a:rPr lang="en-US" sz="2400" dirty="0">
                <a:sym typeface="+mn-ea"/>
              </a:rPr>
              <a:t> </a:t>
            </a:r>
            <a:r>
              <a:rPr lang="en-US" sz="2400" dirty="0" err="1">
                <a:sym typeface="+mn-ea"/>
              </a:rPr>
              <a:t>đối</a:t>
            </a:r>
            <a:r>
              <a:rPr lang="en-US" sz="2400" dirty="0">
                <a:sym typeface="+mn-ea"/>
              </a:rPr>
              <a:t> </a:t>
            </a:r>
            <a:r>
              <a:rPr lang="en-US" sz="2400" dirty="0" err="1">
                <a:sym typeface="+mn-ea"/>
              </a:rPr>
              <a:t>với</a:t>
            </a:r>
            <a:r>
              <a:rPr lang="en-US" sz="2400" dirty="0">
                <a:sym typeface="+mn-ea"/>
              </a:rPr>
              <a:t> </a:t>
            </a:r>
            <a:r>
              <a:rPr lang="en-US" sz="2400" dirty="0" err="1">
                <a:sym typeface="+mn-ea"/>
              </a:rPr>
              <a:t>cơ</a:t>
            </a:r>
            <a:r>
              <a:rPr lang="en-US" sz="2400" dirty="0">
                <a:sym typeface="+mn-ea"/>
              </a:rPr>
              <a:t> </a:t>
            </a:r>
            <a:r>
              <a:rPr lang="en-US" sz="2400" dirty="0" err="1">
                <a:sym typeface="+mn-ea"/>
              </a:rPr>
              <a:t>sở</a:t>
            </a:r>
            <a:r>
              <a:rPr lang="en-US" sz="2400" dirty="0">
                <a:sym typeface="+mn-ea"/>
              </a:rPr>
              <a:t> </a:t>
            </a:r>
            <a:r>
              <a:rPr lang="en-US" sz="2400" dirty="0" err="1">
                <a:sym typeface="+mn-ea"/>
              </a:rPr>
              <a:t>hạ</a:t>
            </a:r>
            <a:r>
              <a:rPr lang="en-US" sz="2400" dirty="0">
                <a:sym typeface="+mn-ea"/>
              </a:rPr>
              <a:t> </a:t>
            </a:r>
            <a:r>
              <a:rPr lang="en-US" sz="2400" dirty="0" err="1">
                <a:sym typeface="+mn-ea"/>
              </a:rPr>
              <a:t>tầng</a:t>
            </a:r>
            <a:r>
              <a:rPr lang="en-US" sz="2400" dirty="0">
                <a:sym typeface="+mn-ea"/>
              </a:rPr>
              <a:t> </a:t>
            </a:r>
            <a:r>
              <a:rPr lang="en-US" sz="2400" dirty="0" err="1">
                <a:sym typeface="+mn-ea"/>
              </a:rPr>
              <a:t>không</a:t>
            </a:r>
            <a:r>
              <a:rPr lang="en-US" sz="2400" dirty="0">
                <a:sym typeface="+mn-ea"/>
              </a:rPr>
              <a:t> </a:t>
            </a:r>
            <a:r>
              <a:rPr lang="en-US" sz="2400" dirty="0" err="1">
                <a:sym typeface="+mn-ea"/>
              </a:rPr>
              <a:t>gian</a:t>
            </a:r>
            <a:r>
              <a:rPr lang="en-US" sz="2400" dirty="0">
                <a:sym typeface="+mn-ea"/>
              </a:rPr>
              <a:t> </a:t>
            </a:r>
            <a:r>
              <a:rPr lang="en-US" sz="2400" dirty="0" err="1">
                <a:sym typeface="+mn-ea"/>
              </a:rPr>
              <a:t>mạng</a:t>
            </a:r>
            <a:r>
              <a:rPr lang="en-US" sz="2400" dirty="0">
                <a:sym typeface="+mn-ea"/>
              </a:rPr>
              <a:t> </a:t>
            </a:r>
            <a:r>
              <a:rPr lang="en-US" sz="2400" dirty="0" err="1">
                <a:sym typeface="+mn-ea"/>
              </a:rPr>
              <a:t>quốc</a:t>
            </a:r>
            <a:r>
              <a:rPr lang="en-US" sz="2400" dirty="0">
                <a:sym typeface="+mn-ea"/>
              </a:rPr>
              <a:t> </a:t>
            </a:r>
            <a:r>
              <a:rPr lang="en-US" sz="2400" dirty="0" err="1">
                <a:sym typeface="+mn-ea"/>
              </a:rPr>
              <a:t>gia</a:t>
            </a:r>
            <a:r>
              <a:rPr lang="en-US" sz="2400" dirty="0">
                <a:sym typeface="+mn-ea"/>
              </a:rPr>
              <a:t>; </a:t>
            </a:r>
            <a:r>
              <a:rPr lang="en-US" sz="2400" dirty="0" err="1">
                <a:sym typeface="+mn-ea"/>
              </a:rPr>
              <a:t>áp</a:t>
            </a:r>
            <a:r>
              <a:rPr lang="en-US" sz="2400" dirty="0">
                <a:sym typeface="+mn-ea"/>
              </a:rPr>
              <a:t> </a:t>
            </a:r>
            <a:r>
              <a:rPr lang="en-US" sz="2400" dirty="0" err="1">
                <a:sym typeface="+mn-ea"/>
              </a:rPr>
              <a:t>dụng</a:t>
            </a:r>
            <a:r>
              <a:rPr lang="en-US" sz="2400" dirty="0">
                <a:sym typeface="+mn-ea"/>
              </a:rPr>
              <a:t> </a:t>
            </a:r>
            <a:r>
              <a:rPr lang="en-US" sz="2400" dirty="0" err="1">
                <a:sym typeface="+mn-ea"/>
              </a:rPr>
              <a:t>các</a:t>
            </a:r>
            <a:r>
              <a:rPr lang="en-US" sz="2400" dirty="0">
                <a:sym typeface="+mn-ea"/>
              </a:rPr>
              <a:t> </a:t>
            </a:r>
            <a:r>
              <a:rPr lang="en-US" sz="2400" dirty="0" err="1">
                <a:sym typeface="+mn-ea"/>
              </a:rPr>
              <a:t>biện</a:t>
            </a:r>
            <a:r>
              <a:rPr lang="en-US" sz="2400" dirty="0">
                <a:sym typeface="+mn-ea"/>
              </a:rPr>
              <a:t> </a:t>
            </a:r>
            <a:r>
              <a:rPr lang="en-US" sz="2400" dirty="0" err="1">
                <a:sym typeface="+mn-ea"/>
              </a:rPr>
              <a:t>pháp</a:t>
            </a:r>
            <a:r>
              <a:rPr lang="en-US" sz="2400" dirty="0">
                <a:sym typeface="+mn-ea"/>
              </a:rPr>
              <a:t> </a:t>
            </a:r>
            <a:r>
              <a:rPr lang="en-US" sz="2400" dirty="0" err="1">
                <a:sym typeface="+mn-ea"/>
              </a:rPr>
              <a:t>bảo</a:t>
            </a:r>
            <a:r>
              <a:rPr lang="en-US" sz="2400" dirty="0">
                <a:sym typeface="+mn-ea"/>
              </a:rPr>
              <a:t> </a:t>
            </a:r>
            <a:r>
              <a:rPr lang="en-US" sz="2400" dirty="0" err="1">
                <a:sym typeface="+mn-ea"/>
              </a:rPr>
              <a:t>vệ</a:t>
            </a:r>
            <a:r>
              <a:rPr lang="en-US" sz="2400" dirty="0">
                <a:sym typeface="+mn-ea"/>
              </a:rPr>
              <a:t> </a:t>
            </a:r>
            <a:r>
              <a:rPr lang="en-US" sz="2400" dirty="0" err="1">
                <a:sym typeface="+mn-ea"/>
              </a:rPr>
              <a:t>hệ</a:t>
            </a:r>
            <a:r>
              <a:rPr lang="en-US" sz="2400" dirty="0">
                <a:sym typeface="+mn-ea"/>
              </a:rPr>
              <a:t> </a:t>
            </a:r>
            <a:r>
              <a:rPr lang="en-US" sz="2400" dirty="0" err="1">
                <a:sym typeface="+mn-ea"/>
              </a:rPr>
              <a:t>thống</a:t>
            </a:r>
            <a:r>
              <a:rPr lang="en-US" sz="2400" dirty="0">
                <a:sym typeface="+mn-ea"/>
              </a:rPr>
              <a:t> </a:t>
            </a:r>
            <a:r>
              <a:rPr lang="en-US" sz="2400" dirty="0" err="1">
                <a:sym typeface="+mn-ea"/>
              </a:rPr>
              <a:t>thông</a:t>
            </a:r>
            <a:r>
              <a:rPr lang="en-US" sz="2400" dirty="0">
                <a:sym typeface="+mn-ea"/>
              </a:rPr>
              <a:t> tin </a:t>
            </a:r>
            <a:r>
              <a:rPr lang="en-US" sz="2400" dirty="0" err="1">
                <a:sym typeface="+mn-ea"/>
              </a:rPr>
              <a:t>quan</a:t>
            </a:r>
            <a:r>
              <a:rPr lang="en-US" sz="2400" dirty="0">
                <a:sym typeface="+mn-ea"/>
              </a:rPr>
              <a:t> </a:t>
            </a:r>
            <a:r>
              <a:rPr lang="en-US" sz="2400" dirty="0" err="1">
                <a:sym typeface="+mn-ea"/>
              </a:rPr>
              <a:t>trọng</a:t>
            </a:r>
            <a:r>
              <a:rPr lang="en-US" sz="2400" dirty="0">
                <a:sym typeface="+mn-ea"/>
              </a:rPr>
              <a:t> </a:t>
            </a:r>
            <a:r>
              <a:rPr lang="en-US" sz="2400" dirty="0" err="1">
                <a:sym typeface="+mn-ea"/>
              </a:rPr>
              <a:t>về</a:t>
            </a:r>
            <a:r>
              <a:rPr lang="en-US" sz="2400" dirty="0">
                <a:sym typeface="+mn-ea"/>
              </a:rPr>
              <a:t> an </a:t>
            </a:r>
            <a:r>
              <a:rPr lang="en-US" sz="2400" dirty="0" err="1">
                <a:sym typeface="+mn-ea"/>
              </a:rPr>
              <a:t>ninh</a:t>
            </a:r>
            <a:r>
              <a:rPr lang="en-US" sz="2400" dirty="0">
                <a:sym typeface="+mn-ea"/>
              </a:rPr>
              <a:t> </a:t>
            </a:r>
            <a:r>
              <a:rPr lang="en-US" sz="2400" dirty="0" err="1">
                <a:sym typeface="+mn-ea"/>
              </a:rPr>
              <a:t>quốc</a:t>
            </a:r>
            <a:r>
              <a:rPr lang="en-US" sz="2400" dirty="0">
                <a:sym typeface="+mn-ea"/>
              </a:rPr>
              <a:t> </a:t>
            </a:r>
            <a:r>
              <a:rPr lang="en-US" sz="2400" dirty="0" err="1">
                <a:sym typeface="+mn-ea"/>
              </a:rPr>
              <a:t>gia</a:t>
            </a:r>
            <a:r>
              <a:rPr lang="en-US" sz="2400" dirty="0">
                <a:sym typeface="+mn-ea"/>
              </a:rPr>
              <a:t>; </a:t>
            </a:r>
            <a:endParaRPr lang="en-US" sz="2400" dirty="0"/>
          </a:p>
          <a:p>
            <a:r>
              <a:rPr lang="en-US" sz="2400" dirty="0">
                <a:sym typeface="+mn-ea"/>
              </a:rPr>
              <a:t>(6) </a:t>
            </a:r>
            <a:r>
              <a:rPr lang="en-US" sz="2400" dirty="0" err="1">
                <a:sym typeface="+mn-ea"/>
              </a:rPr>
              <a:t>Hệ</a:t>
            </a:r>
            <a:r>
              <a:rPr lang="en-US" sz="2400" dirty="0">
                <a:sym typeface="+mn-ea"/>
              </a:rPr>
              <a:t> </a:t>
            </a:r>
            <a:r>
              <a:rPr lang="en-US" sz="2400" dirty="0" err="1">
                <a:sym typeface="+mn-ea"/>
              </a:rPr>
              <a:t>thống</a:t>
            </a:r>
            <a:r>
              <a:rPr lang="en-US" sz="2400" dirty="0">
                <a:sym typeface="+mn-ea"/>
              </a:rPr>
              <a:t> </a:t>
            </a:r>
            <a:r>
              <a:rPr lang="en-US" sz="2400" dirty="0" err="1">
                <a:sym typeface="+mn-ea"/>
              </a:rPr>
              <a:t>thông</a:t>
            </a:r>
            <a:r>
              <a:rPr lang="en-US" sz="2400" dirty="0">
                <a:sym typeface="+mn-ea"/>
              </a:rPr>
              <a:t> tin </a:t>
            </a:r>
            <a:r>
              <a:rPr lang="en-US" sz="2400" dirty="0" err="1">
                <a:sym typeface="+mn-ea"/>
              </a:rPr>
              <a:t>quan</a:t>
            </a:r>
            <a:r>
              <a:rPr lang="en-US" sz="2400" dirty="0">
                <a:sym typeface="+mn-ea"/>
              </a:rPr>
              <a:t> </a:t>
            </a:r>
            <a:r>
              <a:rPr lang="en-US" sz="2400" dirty="0" err="1">
                <a:sym typeface="+mn-ea"/>
              </a:rPr>
              <a:t>trọng</a:t>
            </a:r>
            <a:r>
              <a:rPr lang="en-US" sz="2400" dirty="0">
                <a:sym typeface="+mn-ea"/>
              </a:rPr>
              <a:t> </a:t>
            </a:r>
            <a:r>
              <a:rPr lang="en-US" sz="2400" dirty="0" err="1">
                <a:sym typeface="+mn-ea"/>
              </a:rPr>
              <a:t>về</a:t>
            </a:r>
            <a:r>
              <a:rPr lang="en-US" sz="2400" dirty="0">
                <a:sym typeface="+mn-ea"/>
              </a:rPr>
              <a:t> an </a:t>
            </a:r>
            <a:r>
              <a:rPr lang="en-US" sz="2400" dirty="0" err="1">
                <a:sym typeface="+mn-ea"/>
              </a:rPr>
              <a:t>ninh</a:t>
            </a:r>
            <a:r>
              <a:rPr lang="en-US" sz="2400" dirty="0">
                <a:sym typeface="+mn-ea"/>
              </a:rPr>
              <a:t> </a:t>
            </a:r>
            <a:r>
              <a:rPr lang="en-US" sz="2400" dirty="0" err="1">
                <a:sym typeface="+mn-ea"/>
              </a:rPr>
              <a:t>quốc</a:t>
            </a:r>
            <a:r>
              <a:rPr lang="en-US" sz="2400" dirty="0">
                <a:sym typeface="+mn-ea"/>
              </a:rPr>
              <a:t> </a:t>
            </a:r>
            <a:r>
              <a:rPr lang="en-US" sz="2400" dirty="0" err="1">
                <a:sym typeface="+mn-ea"/>
              </a:rPr>
              <a:t>gia</a:t>
            </a:r>
            <a:r>
              <a:rPr lang="en-US" sz="2400" dirty="0">
                <a:sym typeface="+mn-ea"/>
              </a:rPr>
              <a:t> </a:t>
            </a:r>
            <a:r>
              <a:rPr lang="en-US" sz="2400" dirty="0" err="1">
                <a:sym typeface="+mn-ea"/>
              </a:rPr>
              <a:t>được</a:t>
            </a:r>
            <a:r>
              <a:rPr lang="en-US" sz="2400" dirty="0">
                <a:sym typeface="+mn-ea"/>
              </a:rPr>
              <a:t> </a:t>
            </a:r>
            <a:r>
              <a:rPr lang="en-US" sz="2400" dirty="0" err="1">
                <a:sym typeface="+mn-ea"/>
              </a:rPr>
              <a:t>thẩm</a:t>
            </a:r>
            <a:r>
              <a:rPr lang="en-US" sz="2400" dirty="0">
                <a:sym typeface="+mn-ea"/>
              </a:rPr>
              <a:t> </a:t>
            </a:r>
            <a:r>
              <a:rPr lang="en-US" sz="2400" dirty="0" err="1">
                <a:sym typeface="+mn-ea"/>
              </a:rPr>
              <a:t>định</a:t>
            </a:r>
            <a:r>
              <a:rPr lang="en-US" sz="2400" dirty="0">
                <a:sym typeface="+mn-ea"/>
              </a:rPr>
              <a:t>, </a:t>
            </a:r>
            <a:r>
              <a:rPr lang="en-US" sz="2400" dirty="0" err="1">
                <a:sym typeface="+mn-ea"/>
              </a:rPr>
              <a:t>chứng</a:t>
            </a:r>
            <a:r>
              <a:rPr lang="en-US" sz="2400" dirty="0">
                <a:sym typeface="+mn-ea"/>
              </a:rPr>
              <a:t> </a:t>
            </a:r>
            <a:r>
              <a:rPr lang="en-US" sz="2400" dirty="0" err="1">
                <a:sym typeface="+mn-ea"/>
              </a:rPr>
              <a:t>nhận</a:t>
            </a:r>
            <a:r>
              <a:rPr lang="en-US" sz="2400" dirty="0">
                <a:sym typeface="+mn-ea"/>
              </a:rPr>
              <a:t> </a:t>
            </a:r>
            <a:r>
              <a:rPr lang="en-US" sz="2400" dirty="0" err="1">
                <a:sym typeface="+mn-ea"/>
              </a:rPr>
              <a:t>đủ</a:t>
            </a:r>
            <a:r>
              <a:rPr lang="en-US" sz="2400" dirty="0">
                <a:sym typeface="+mn-ea"/>
              </a:rPr>
              <a:t> </a:t>
            </a:r>
            <a:r>
              <a:rPr lang="en-US" sz="2400" dirty="0" err="1">
                <a:sym typeface="+mn-ea"/>
              </a:rPr>
              <a:t>điều</a:t>
            </a:r>
            <a:r>
              <a:rPr lang="en-US" sz="2400" dirty="0">
                <a:sym typeface="+mn-ea"/>
              </a:rPr>
              <a:t> </a:t>
            </a:r>
            <a:r>
              <a:rPr lang="en-US" sz="2400" dirty="0" err="1">
                <a:sym typeface="+mn-ea"/>
              </a:rPr>
              <a:t>kiện</a:t>
            </a:r>
            <a:r>
              <a:rPr lang="en-US" sz="2400" dirty="0">
                <a:sym typeface="+mn-ea"/>
              </a:rPr>
              <a:t> </a:t>
            </a:r>
            <a:r>
              <a:rPr lang="en-US" sz="2400" dirty="0" err="1">
                <a:sym typeface="+mn-ea"/>
              </a:rPr>
              <a:t>về</a:t>
            </a:r>
            <a:r>
              <a:rPr lang="en-US" sz="2400" dirty="0">
                <a:sym typeface="+mn-ea"/>
              </a:rPr>
              <a:t> an </a:t>
            </a:r>
            <a:r>
              <a:rPr lang="en-US" sz="2400" dirty="0" err="1">
                <a:sym typeface="+mn-ea"/>
              </a:rPr>
              <a:t>ninh</a:t>
            </a:r>
            <a:r>
              <a:rPr lang="en-US" sz="2400" dirty="0">
                <a:sym typeface="+mn-ea"/>
              </a:rPr>
              <a:t> </a:t>
            </a:r>
            <a:r>
              <a:rPr lang="en-US" sz="2400" dirty="0" err="1">
                <a:sym typeface="+mn-ea"/>
              </a:rPr>
              <a:t>mạng</a:t>
            </a:r>
            <a:r>
              <a:rPr lang="en-US" sz="2400" dirty="0">
                <a:sym typeface="+mn-ea"/>
              </a:rPr>
              <a:t> </a:t>
            </a:r>
            <a:r>
              <a:rPr lang="en-US" sz="2400" dirty="0" err="1">
                <a:sym typeface="+mn-ea"/>
              </a:rPr>
              <a:t>trước</a:t>
            </a:r>
            <a:r>
              <a:rPr lang="en-US" sz="2400" dirty="0">
                <a:sym typeface="+mn-ea"/>
              </a:rPr>
              <a:t> </a:t>
            </a:r>
            <a:r>
              <a:rPr lang="en-US" sz="2400" dirty="0" err="1">
                <a:sym typeface="+mn-ea"/>
              </a:rPr>
              <a:t>khi</a:t>
            </a:r>
            <a:r>
              <a:rPr lang="en-US" sz="2400" dirty="0">
                <a:sym typeface="+mn-ea"/>
              </a:rPr>
              <a:t> </a:t>
            </a:r>
            <a:r>
              <a:rPr lang="en-US" sz="2400" dirty="0" err="1">
                <a:sym typeface="+mn-ea"/>
              </a:rPr>
              <a:t>đưa</a:t>
            </a:r>
            <a:r>
              <a:rPr lang="en-US" sz="2400" dirty="0">
                <a:sym typeface="+mn-ea"/>
              </a:rPr>
              <a:t> </a:t>
            </a:r>
            <a:r>
              <a:rPr lang="en-US" sz="2400" dirty="0" err="1">
                <a:sym typeface="+mn-ea"/>
              </a:rPr>
              <a:t>vào</a:t>
            </a:r>
            <a:r>
              <a:rPr lang="en-US" sz="2400" dirty="0">
                <a:sym typeface="+mn-ea"/>
              </a:rPr>
              <a:t> </a:t>
            </a:r>
            <a:r>
              <a:rPr lang="en-US" sz="2400" dirty="0" err="1">
                <a:sym typeface="+mn-ea"/>
              </a:rPr>
              <a:t>vận</a:t>
            </a:r>
            <a:r>
              <a:rPr lang="en-US" sz="2400" dirty="0">
                <a:sym typeface="+mn-ea"/>
              </a:rPr>
              <a:t> </a:t>
            </a:r>
            <a:r>
              <a:rPr lang="en-US" sz="2400" dirty="0" err="1">
                <a:sym typeface="+mn-ea"/>
              </a:rPr>
              <a:t>hành</a:t>
            </a:r>
            <a:r>
              <a:rPr lang="en-US" sz="2400" dirty="0">
                <a:sym typeface="+mn-ea"/>
              </a:rPr>
              <a:t>, </a:t>
            </a:r>
            <a:r>
              <a:rPr lang="en-US" sz="2400" dirty="0" err="1">
                <a:sym typeface="+mn-ea"/>
              </a:rPr>
              <a:t>sử</a:t>
            </a:r>
            <a:r>
              <a:rPr lang="en-US" sz="2400" dirty="0">
                <a:sym typeface="+mn-ea"/>
              </a:rPr>
              <a:t> </a:t>
            </a:r>
            <a:r>
              <a:rPr lang="en-US" sz="2400" dirty="0" err="1">
                <a:sym typeface="+mn-ea"/>
              </a:rPr>
              <a:t>dụng</a:t>
            </a:r>
            <a:r>
              <a:rPr lang="en-US" sz="2400" dirty="0">
                <a:sym typeface="+mn-ea"/>
              </a:rPr>
              <a:t>; </a:t>
            </a:r>
            <a:r>
              <a:rPr lang="en-US" sz="2400" dirty="0" err="1">
                <a:sym typeface="+mn-ea"/>
              </a:rPr>
              <a:t>thường</a:t>
            </a:r>
            <a:r>
              <a:rPr lang="en-US" sz="2400" dirty="0">
                <a:sym typeface="+mn-ea"/>
              </a:rPr>
              <a:t> </a:t>
            </a:r>
            <a:r>
              <a:rPr lang="en-US" sz="2400" dirty="0" err="1">
                <a:sym typeface="+mn-ea"/>
              </a:rPr>
              <a:t>xuyên</a:t>
            </a:r>
            <a:r>
              <a:rPr lang="en-US" sz="2400" dirty="0">
                <a:sym typeface="+mn-ea"/>
              </a:rPr>
              <a:t> </a:t>
            </a:r>
            <a:r>
              <a:rPr lang="en-US" sz="2400" dirty="0" err="1">
                <a:sym typeface="+mn-ea"/>
              </a:rPr>
              <a:t>kiểm</a:t>
            </a:r>
            <a:r>
              <a:rPr lang="en-US" sz="2400" dirty="0">
                <a:sym typeface="+mn-ea"/>
              </a:rPr>
              <a:t> </a:t>
            </a:r>
            <a:r>
              <a:rPr lang="en-US" sz="2400" dirty="0" err="1">
                <a:sym typeface="+mn-ea"/>
              </a:rPr>
              <a:t>tra</a:t>
            </a:r>
            <a:r>
              <a:rPr lang="en-US" sz="2400" dirty="0">
                <a:sym typeface="+mn-ea"/>
              </a:rPr>
              <a:t>, </a:t>
            </a:r>
            <a:r>
              <a:rPr lang="en-US" sz="2400" dirty="0" err="1">
                <a:sym typeface="+mn-ea"/>
              </a:rPr>
              <a:t>giám</a:t>
            </a:r>
            <a:r>
              <a:rPr lang="en-US" sz="2400" dirty="0">
                <a:sym typeface="+mn-ea"/>
              </a:rPr>
              <a:t> </a:t>
            </a:r>
            <a:r>
              <a:rPr lang="en-US" sz="2400" dirty="0" err="1">
                <a:sym typeface="+mn-ea"/>
              </a:rPr>
              <a:t>sát</a:t>
            </a:r>
            <a:r>
              <a:rPr lang="en-US" sz="2400" dirty="0">
                <a:sym typeface="+mn-ea"/>
              </a:rPr>
              <a:t> </a:t>
            </a:r>
            <a:r>
              <a:rPr lang="en-US" sz="2400" dirty="0" err="1">
                <a:sym typeface="+mn-ea"/>
              </a:rPr>
              <a:t>về</a:t>
            </a:r>
            <a:r>
              <a:rPr lang="en-US" sz="2400" dirty="0">
                <a:sym typeface="+mn-ea"/>
              </a:rPr>
              <a:t> an </a:t>
            </a:r>
            <a:r>
              <a:rPr lang="en-US" sz="2400" dirty="0" err="1">
                <a:sym typeface="+mn-ea"/>
              </a:rPr>
              <a:t>ninh</a:t>
            </a:r>
            <a:r>
              <a:rPr lang="en-US" sz="2400" dirty="0">
                <a:sym typeface="+mn-ea"/>
              </a:rPr>
              <a:t> </a:t>
            </a:r>
            <a:r>
              <a:rPr lang="en-US" sz="2400" dirty="0" err="1">
                <a:sym typeface="+mn-ea"/>
              </a:rPr>
              <a:t>mạng</a:t>
            </a:r>
            <a:r>
              <a:rPr lang="en-US" sz="2400" dirty="0">
                <a:sym typeface="+mn-ea"/>
              </a:rPr>
              <a:t> </a:t>
            </a:r>
            <a:r>
              <a:rPr lang="en-US" sz="2400" dirty="0" err="1">
                <a:sym typeface="+mn-ea"/>
              </a:rPr>
              <a:t>trong</a:t>
            </a:r>
            <a:r>
              <a:rPr lang="en-US" sz="2400" dirty="0">
                <a:sym typeface="+mn-ea"/>
              </a:rPr>
              <a:t> </a:t>
            </a:r>
            <a:r>
              <a:rPr lang="en-US" sz="2400" dirty="0" err="1">
                <a:sym typeface="+mn-ea"/>
              </a:rPr>
              <a:t>quá</a:t>
            </a:r>
            <a:r>
              <a:rPr lang="en-US" sz="2400" dirty="0">
                <a:sym typeface="+mn-ea"/>
              </a:rPr>
              <a:t> </a:t>
            </a:r>
            <a:r>
              <a:rPr lang="en-US" sz="2400" dirty="0" err="1">
                <a:sym typeface="+mn-ea"/>
              </a:rPr>
              <a:t>trình</a:t>
            </a:r>
            <a:r>
              <a:rPr lang="en-US" sz="2400" dirty="0">
                <a:sym typeface="+mn-ea"/>
              </a:rPr>
              <a:t> </a:t>
            </a:r>
            <a:r>
              <a:rPr lang="en-US" sz="2400" dirty="0" err="1">
                <a:sym typeface="+mn-ea"/>
              </a:rPr>
              <a:t>sử</a:t>
            </a:r>
            <a:r>
              <a:rPr lang="en-US" sz="2400" dirty="0">
                <a:sym typeface="+mn-ea"/>
              </a:rPr>
              <a:t> </a:t>
            </a:r>
            <a:r>
              <a:rPr lang="en-US" sz="2400" dirty="0" err="1">
                <a:sym typeface="+mn-ea"/>
              </a:rPr>
              <a:t>dụng</a:t>
            </a:r>
            <a:r>
              <a:rPr lang="en-US" sz="2400" dirty="0">
                <a:sym typeface="+mn-ea"/>
              </a:rPr>
              <a:t> </a:t>
            </a:r>
            <a:r>
              <a:rPr lang="en-US" sz="2400" dirty="0" err="1">
                <a:sym typeface="+mn-ea"/>
              </a:rPr>
              <a:t>và</a:t>
            </a:r>
            <a:r>
              <a:rPr lang="en-US" sz="2400" dirty="0">
                <a:sym typeface="+mn-ea"/>
              </a:rPr>
              <a:t> </a:t>
            </a:r>
            <a:r>
              <a:rPr lang="en-US" sz="2400" dirty="0" err="1">
                <a:sym typeface="+mn-ea"/>
              </a:rPr>
              <a:t>kịp</a:t>
            </a:r>
            <a:r>
              <a:rPr lang="en-US" sz="2400" dirty="0">
                <a:sym typeface="+mn-ea"/>
              </a:rPr>
              <a:t> </a:t>
            </a:r>
            <a:r>
              <a:rPr lang="en-US" sz="2400" dirty="0" err="1">
                <a:sym typeface="+mn-ea"/>
              </a:rPr>
              <a:t>thời</a:t>
            </a:r>
            <a:r>
              <a:rPr lang="en-US" sz="2400" dirty="0">
                <a:sym typeface="+mn-ea"/>
              </a:rPr>
              <a:t> </a:t>
            </a:r>
            <a:r>
              <a:rPr lang="en-US" sz="2400" dirty="0" err="1">
                <a:sym typeface="+mn-ea"/>
              </a:rPr>
              <a:t>ứng</a:t>
            </a:r>
            <a:r>
              <a:rPr lang="en-US" sz="2400" dirty="0">
                <a:sym typeface="+mn-ea"/>
              </a:rPr>
              <a:t> </a:t>
            </a:r>
            <a:r>
              <a:rPr lang="en-US" sz="2400" dirty="0" err="1">
                <a:sym typeface="+mn-ea"/>
              </a:rPr>
              <a:t>phó</a:t>
            </a:r>
            <a:r>
              <a:rPr lang="en-US" sz="2400" dirty="0">
                <a:sym typeface="+mn-ea"/>
              </a:rPr>
              <a:t>, </a:t>
            </a:r>
            <a:r>
              <a:rPr lang="en-US" sz="2400" dirty="0" err="1">
                <a:sym typeface="+mn-ea"/>
              </a:rPr>
              <a:t>khắc</a:t>
            </a:r>
            <a:r>
              <a:rPr lang="en-US" sz="2400" dirty="0">
                <a:sym typeface="+mn-ea"/>
              </a:rPr>
              <a:t> </a:t>
            </a:r>
            <a:r>
              <a:rPr lang="en-US" sz="2400" dirty="0" err="1">
                <a:sym typeface="+mn-ea"/>
              </a:rPr>
              <a:t>phục</a:t>
            </a:r>
            <a:r>
              <a:rPr lang="en-US" sz="2400" dirty="0">
                <a:sym typeface="+mn-ea"/>
              </a:rPr>
              <a:t> </a:t>
            </a:r>
            <a:r>
              <a:rPr lang="en-US" sz="2400" dirty="0" err="1">
                <a:sym typeface="+mn-ea"/>
              </a:rPr>
              <a:t>sự</a:t>
            </a:r>
            <a:r>
              <a:rPr lang="en-US" sz="2400" dirty="0">
                <a:sym typeface="+mn-ea"/>
              </a:rPr>
              <a:t> </a:t>
            </a:r>
            <a:r>
              <a:rPr lang="en-US" sz="2400" dirty="0" err="1">
                <a:sym typeface="+mn-ea"/>
              </a:rPr>
              <a:t>cố</a:t>
            </a:r>
            <a:r>
              <a:rPr lang="en-US" sz="2400" dirty="0">
                <a:sym typeface="+mn-ea"/>
              </a:rPr>
              <a:t> an </a:t>
            </a:r>
            <a:r>
              <a:rPr lang="en-US" sz="2400" dirty="0" err="1">
                <a:sym typeface="+mn-ea"/>
              </a:rPr>
              <a:t>ninh</a:t>
            </a:r>
            <a:r>
              <a:rPr lang="en-US" sz="2400" dirty="0">
                <a:sym typeface="+mn-ea"/>
              </a:rPr>
              <a:t> </a:t>
            </a:r>
            <a:r>
              <a:rPr lang="en-US" sz="2400" dirty="0" err="1">
                <a:sym typeface="+mn-ea"/>
              </a:rPr>
              <a:t>mạng</a:t>
            </a:r>
            <a:r>
              <a:rPr lang="en-US" sz="2400" dirty="0">
                <a:sym typeface="+mn-ea"/>
              </a:rPr>
              <a:t>; </a:t>
            </a:r>
          </a:p>
          <a:p>
            <a:r>
              <a:rPr lang="en-US" sz="2400" dirty="0">
                <a:sym typeface="+mn-ea"/>
              </a:rPr>
              <a:t>(7) </a:t>
            </a:r>
            <a:r>
              <a:rPr lang="en-US" sz="2400" dirty="0" err="1">
                <a:highlight>
                  <a:srgbClr val="FFFF00"/>
                </a:highlight>
                <a:sym typeface="+mn-ea"/>
              </a:rPr>
              <a:t>Mọi</a:t>
            </a:r>
            <a:r>
              <a:rPr lang="en-US" sz="2400" dirty="0">
                <a:highlight>
                  <a:srgbClr val="FFFF00"/>
                </a:highlight>
                <a:sym typeface="+mn-ea"/>
              </a:rPr>
              <a:t> </a:t>
            </a:r>
            <a:r>
              <a:rPr lang="en-US" sz="2400" dirty="0" err="1">
                <a:highlight>
                  <a:srgbClr val="FFFF00"/>
                </a:highlight>
                <a:sym typeface="+mn-ea"/>
              </a:rPr>
              <a:t>hành</a:t>
            </a:r>
            <a:r>
              <a:rPr lang="en-US" sz="2400" dirty="0">
                <a:highlight>
                  <a:srgbClr val="FFFF00"/>
                </a:highlight>
                <a:sym typeface="+mn-ea"/>
              </a:rPr>
              <a:t> vi </a:t>
            </a:r>
            <a:r>
              <a:rPr lang="en-US" sz="2400" dirty="0" err="1">
                <a:highlight>
                  <a:srgbClr val="FFFF00"/>
                </a:highlight>
                <a:sym typeface="+mn-ea"/>
              </a:rPr>
              <a:t>vi</a:t>
            </a:r>
            <a:r>
              <a:rPr lang="en-US" sz="2400" dirty="0">
                <a:highlight>
                  <a:srgbClr val="FFFF00"/>
                </a:highlight>
                <a:sym typeface="+mn-ea"/>
              </a:rPr>
              <a:t> </a:t>
            </a:r>
            <a:r>
              <a:rPr lang="en-US" sz="2400" dirty="0" err="1">
                <a:highlight>
                  <a:srgbClr val="FFFF00"/>
                </a:highlight>
                <a:sym typeface="+mn-ea"/>
              </a:rPr>
              <a:t>phạm</a:t>
            </a:r>
            <a:r>
              <a:rPr lang="en-US" sz="2400" dirty="0">
                <a:highlight>
                  <a:srgbClr val="FFFF00"/>
                </a:highlight>
                <a:sym typeface="+mn-ea"/>
              </a:rPr>
              <a:t> </a:t>
            </a:r>
            <a:r>
              <a:rPr lang="en-US" sz="2400" dirty="0" err="1">
                <a:highlight>
                  <a:srgbClr val="FFFF00"/>
                </a:highlight>
                <a:sym typeface="+mn-ea"/>
              </a:rPr>
              <a:t>pháp</a:t>
            </a:r>
            <a:r>
              <a:rPr lang="en-US" sz="2400" dirty="0">
                <a:highlight>
                  <a:srgbClr val="FFFF00"/>
                </a:highlight>
                <a:sym typeface="+mn-ea"/>
              </a:rPr>
              <a:t> </a:t>
            </a:r>
            <a:r>
              <a:rPr lang="en-US" sz="2400" dirty="0" err="1">
                <a:highlight>
                  <a:srgbClr val="FFFF00"/>
                </a:highlight>
                <a:sym typeface="+mn-ea"/>
              </a:rPr>
              <a:t>luật</a:t>
            </a:r>
            <a:r>
              <a:rPr lang="en-US" sz="2400" dirty="0">
                <a:highlight>
                  <a:srgbClr val="FFFF00"/>
                </a:highlight>
                <a:sym typeface="+mn-ea"/>
              </a:rPr>
              <a:t> </a:t>
            </a:r>
            <a:r>
              <a:rPr lang="en-US" sz="2400" dirty="0" err="1">
                <a:highlight>
                  <a:srgbClr val="FFFF00"/>
                </a:highlight>
                <a:sym typeface="+mn-ea"/>
              </a:rPr>
              <a:t>về</a:t>
            </a:r>
            <a:r>
              <a:rPr lang="en-US" sz="2400" dirty="0">
                <a:highlight>
                  <a:srgbClr val="FFFF00"/>
                </a:highlight>
                <a:sym typeface="+mn-ea"/>
              </a:rPr>
              <a:t> an </a:t>
            </a:r>
            <a:r>
              <a:rPr lang="en-US" sz="2400" dirty="0" err="1">
                <a:highlight>
                  <a:srgbClr val="FFFF00"/>
                </a:highlight>
                <a:sym typeface="+mn-ea"/>
              </a:rPr>
              <a:t>ninh</a:t>
            </a:r>
            <a:r>
              <a:rPr lang="en-US" sz="2400" dirty="0">
                <a:highlight>
                  <a:srgbClr val="FFFF00"/>
                </a:highlight>
                <a:sym typeface="+mn-ea"/>
              </a:rPr>
              <a:t> </a:t>
            </a:r>
            <a:r>
              <a:rPr lang="en-US" sz="2400" dirty="0" err="1">
                <a:highlight>
                  <a:srgbClr val="FFFF00"/>
                </a:highlight>
                <a:sym typeface="+mn-ea"/>
              </a:rPr>
              <a:t>mạng</a:t>
            </a:r>
            <a:r>
              <a:rPr lang="en-US" sz="2400" dirty="0">
                <a:highlight>
                  <a:srgbClr val="FFFF00"/>
                </a:highlight>
                <a:sym typeface="+mn-ea"/>
              </a:rPr>
              <a:t> </a:t>
            </a:r>
            <a:r>
              <a:rPr lang="en-US" sz="2400" dirty="0" err="1">
                <a:highlight>
                  <a:srgbClr val="FFFF00"/>
                </a:highlight>
                <a:sym typeface="+mn-ea"/>
              </a:rPr>
              <a:t>phải</a:t>
            </a:r>
            <a:r>
              <a:rPr lang="en-US" sz="2400" dirty="0">
                <a:highlight>
                  <a:srgbClr val="FFFF00"/>
                </a:highlight>
                <a:sym typeface="+mn-ea"/>
              </a:rPr>
              <a:t> </a:t>
            </a:r>
            <a:r>
              <a:rPr lang="en-US" sz="2400" dirty="0" err="1">
                <a:highlight>
                  <a:srgbClr val="FFFF00"/>
                </a:highlight>
                <a:sym typeface="+mn-ea"/>
              </a:rPr>
              <a:t>được</a:t>
            </a:r>
            <a:r>
              <a:rPr lang="en-US" sz="2400" dirty="0">
                <a:highlight>
                  <a:srgbClr val="FFFF00"/>
                </a:highlight>
                <a:sym typeface="+mn-ea"/>
              </a:rPr>
              <a:t> </a:t>
            </a:r>
            <a:r>
              <a:rPr lang="en-US" sz="2400" dirty="0" err="1">
                <a:highlight>
                  <a:srgbClr val="FFFF00"/>
                </a:highlight>
                <a:sym typeface="+mn-ea"/>
              </a:rPr>
              <a:t>xử</a:t>
            </a:r>
            <a:r>
              <a:rPr lang="en-US" sz="2400" dirty="0">
                <a:highlight>
                  <a:srgbClr val="FFFF00"/>
                </a:highlight>
                <a:sym typeface="+mn-ea"/>
              </a:rPr>
              <a:t> </a:t>
            </a:r>
            <a:r>
              <a:rPr lang="en-US" sz="2400" dirty="0" err="1">
                <a:highlight>
                  <a:srgbClr val="FFFF00"/>
                </a:highlight>
                <a:sym typeface="+mn-ea"/>
              </a:rPr>
              <a:t>lý</a:t>
            </a:r>
            <a:r>
              <a:rPr lang="en-US" sz="2400" dirty="0">
                <a:highlight>
                  <a:srgbClr val="FFFF00"/>
                </a:highlight>
                <a:sym typeface="+mn-ea"/>
              </a:rPr>
              <a:t> </a:t>
            </a:r>
            <a:r>
              <a:rPr lang="en-US" sz="2400" dirty="0" err="1">
                <a:highlight>
                  <a:srgbClr val="FFFF00"/>
                </a:highlight>
                <a:sym typeface="+mn-ea"/>
              </a:rPr>
              <a:t>kịp</a:t>
            </a:r>
            <a:r>
              <a:rPr lang="en-US" sz="2400" dirty="0">
                <a:highlight>
                  <a:srgbClr val="FFFF00"/>
                </a:highlight>
                <a:sym typeface="+mn-ea"/>
              </a:rPr>
              <a:t> </a:t>
            </a:r>
            <a:r>
              <a:rPr lang="en-US" sz="2400" dirty="0" err="1">
                <a:highlight>
                  <a:srgbClr val="FFFF00"/>
                </a:highlight>
                <a:sym typeface="+mn-ea"/>
              </a:rPr>
              <a:t>thời</a:t>
            </a:r>
            <a:r>
              <a:rPr lang="en-US" sz="2400" dirty="0">
                <a:highlight>
                  <a:srgbClr val="FFFF00"/>
                </a:highlight>
                <a:sym typeface="+mn-ea"/>
              </a:rPr>
              <a:t> </a:t>
            </a:r>
            <a:r>
              <a:rPr lang="en-US" sz="2400" dirty="0" err="1">
                <a:highlight>
                  <a:srgbClr val="FFFF00"/>
                </a:highlight>
                <a:sym typeface="+mn-ea"/>
              </a:rPr>
              <a:t>nghiêm</a:t>
            </a:r>
            <a:r>
              <a:rPr lang="en-US" sz="2400" dirty="0">
                <a:highlight>
                  <a:srgbClr val="FFFF00"/>
                </a:highlight>
                <a:sym typeface="+mn-ea"/>
              </a:rPr>
              <a:t> </a:t>
            </a:r>
            <a:r>
              <a:rPr lang="en-US" sz="2400" dirty="0" err="1">
                <a:highlight>
                  <a:srgbClr val="FFFF00"/>
                </a:highlight>
                <a:sym typeface="+mn-ea"/>
              </a:rPr>
              <a:t>minh</a:t>
            </a:r>
            <a:r>
              <a:rPr lang="en-US" sz="2400" dirty="0">
                <a:highlight>
                  <a:srgbClr val="FFFF00"/>
                </a:highlight>
                <a:sym typeface="+mn-ea"/>
              </a:rPr>
              <a:t>.</a:t>
            </a:r>
            <a:endParaRPr lang="en-US" sz="2400" dirty="0"/>
          </a:p>
          <a:p>
            <a:endParaRPr lang="en-US" sz="2400" dirty="0"/>
          </a:p>
          <a:p>
            <a:endParaRPr lang="en-US" sz="2400" dirty="0"/>
          </a:p>
        </p:txBody>
      </p:sp>
      <p:sp>
        <p:nvSpPr>
          <p:cNvPr id="4" name="Slide Number Placeholder 3"/>
          <p:cNvSpPr>
            <a:spLocks noGrp="1"/>
          </p:cNvSpPr>
          <p:nvPr>
            <p:ph type="sldNum" sz="quarter" idx="12"/>
          </p:nvPr>
        </p:nvSpPr>
        <p:spPr/>
        <p:txBody>
          <a:bodyPr/>
          <a:lstStyle/>
          <a:p>
            <a:pPr lvl="0"/>
            <a:fld id="{9A0DB2DC-4C9A-4742-B13C-FB6460FD3503}" type="slidenum">
              <a:rPr lang="en-US"/>
              <a:t>22</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r>
              <a:rPr lang="en-US" sz="2400">
                <a:solidFill>
                  <a:srgbClr val="FF0000"/>
                </a:solidFill>
              </a:rPr>
              <a:t>1.4. Về biện pháp bảo vệ an ninh mạng (Điều 5)</a:t>
            </a:r>
          </a:p>
          <a:p>
            <a:r>
              <a:rPr lang="en-US" sz="2400"/>
              <a:t>Luật quy định chi tiết, cụ thể các biện pháp bảo vệ an ninh mạng. Đây là những biện pháp hành chính, kỹ thuật chung, vừa bảo vệ an ninh quốc gia, trật tự, an toàn xã hội, vừa bảo vệ quyền và lợi ích hợp pháp của tổ chức, cá nhân trên không gian mạng. </a:t>
            </a:r>
          </a:p>
        </p:txBody>
      </p:sp>
      <p:sp>
        <p:nvSpPr>
          <p:cNvPr id="4" name="Slide Number Placeholder 3"/>
          <p:cNvSpPr>
            <a:spLocks noGrp="1"/>
          </p:cNvSpPr>
          <p:nvPr>
            <p:ph type="sldNum" sz="quarter" idx="12"/>
          </p:nvPr>
        </p:nvSpPr>
        <p:spPr/>
        <p:txBody>
          <a:bodyPr/>
          <a:lstStyle/>
          <a:p>
            <a:pPr lvl="0"/>
            <a:fld id="{9A0DB2DC-4C9A-4742-B13C-FB6460FD3503}" type="slidenum">
              <a:rPr lang="en-US"/>
              <a:t>23</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a:solidFill>
                  <a:srgbClr val="FF0000"/>
                </a:solidFill>
                <a:sym typeface="+mn-ea"/>
              </a:rPr>
              <a:t>1.4. </a:t>
            </a:r>
            <a:r>
              <a:rPr lang="en-US" sz="2800" dirty="0" err="1">
                <a:solidFill>
                  <a:srgbClr val="FF0000"/>
                </a:solidFill>
                <a:sym typeface="+mn-ea"/>
              </a:rPr>
              <a:t>Về</a:t>
            </a:r>
            <a:r>
              <a:rPr lang="en-US" sz="2800" dirty="0">
                <a:solidFill>
                  <a:srgbClr val="FF0000"/>
                </a:solidFill>
                <a:sym typeface="+mn-ea"/>
              </a:rPr>
              <a:t> </a:t>
            </a:r>
            <a:r>
              <a:rPr lang="en-US" sz="2800" dirty="0" err="1">
                <a:solidFill>
                  <a:srgbClr val="FF0000"/>
                </a:solidFill>
                <a:sym typeface="+mn-ea"/>
              </a:rPr>
              <a:t>biện</a:t>
            </a:r>
            <a:r>
              <a:rPr lang="en-US" sz="2800" dirty="0">
                <a:solidFill>
                  <a:srgbClr val="FF0000"/>
                </a:solidFill>
                <a:sym typeface="+mn-ea"/>
              </a:rPr>
              <a:t> </a:t>
            </a:r>
            <a:r>
              <a:rPr lang="en-US" sz="2800" dirty="0" err="1">
                <a:solidFill>
                  <a:srgbClr val="FF0000"/>
                </a:solidFill>
                <a:sym typeface="+mn-ea"/>
              </a:rPr>
              <a:t>pháp</a:t>
            </a:r>
            <a:r>
              <a:rPr lang="en-US" sz="2800" dirty="0">
                <a:solidFill>
                  <a:srgbClr val="FF0000"/>
                </a:solidFill>
                <a:sym typeface="+mn-ea"/>
              </a:rPr>
              <a:t> </a:t>
            </a:r>
            <a:r>
              <a:rPr lang="en-US" sz="2800" dirty="0" err="1">
                <a:solidFill>
                  <a:srgbClr val="FF0000"/>
                </a:solidFill>
                <a:sym typeface="+mn-ea"/>
              </a:rPr>
              <a:t>bảo</a:t>
            </a:r>
            <a:r>
              <a:rPr lang="en-US" sz="2800" dirty="0">
                <a:solidFill>
                  <a:srgbClr val="FF0000"/>
                </a:solidFill>
                <a:sym typeface="+mn-ea"/>
              </a:rPr>
              <a:t> </a:t>
            </a:r>
            <a:r>
              <a:rPr lang="en-US" sz="2800" dirty="0" err="1">
                <a:solidFill>
                  <a:srgbClr val="FF0000"/>
                </a:solidFill>
                <a:sym typeface="+mn-ea"/>
              </a:rPr>
              <a:t>vệ</a:t>
            </a:r>
            <a:r>
              <a:rPr lang="en-US" sz="2800" dirty="0">
                <a:solidFill>
                  <a:srgbClr val="FF0000"/>
                </a:solidFill>
                <a:sym typeface="+mn-ea"/>
              </a:rPr>
              <a:t> an </a:t>
            </a:r>
            <a:r>
              <a:rPr lang="en-US" sz="2800" dirty="0" err="1">
                <a:solidFill>
                  <a:srgbClr val="FF0000"/>
                </a:solidFill>
                <a:sym typeface="+mn-ea"/>
              </a:rPr>
              <a:t>ninh</a:t>
            </a:r>
            <a:r>
              <a:rPr lang="en-US" sz="2800" dirty="0">
                <a:solidFill>
                  <a:srgbClr val="FF0000"/>
                </a:solidFill>
                <a:sym typeface="+mn-ea"/>
              </a:rPr>
              <a:t> </a:t>
            </a:r>
            <a:r>
              <a:rPr lang="en-US" sz="2800" dirty="0" err="1">
                <a:solidFill>
                  <a:srgbClr val="FF0000"/>
                </a:solidFill>
                <a:sym typeface="+mn-ea"/>
              </a:rPr>
              <a:t>mạng</a:t>
            </a:r>
            <a:r>
              <a:rPr lang="en-US" sz="2800" dirty="0">
                <a:solidFill>
                  <a:srgbClr val="FF0000"/>
                </a:solidFill>
                <a:sym typeface="+mn-ea"/>
              </a:rPr>
              <a:t> (</a:t>
            </a:r>
            <a:r>
              <a:rPr lang="en-US" sz="2800" dirty="0" err="1">
                <a:solidFill>
                  <a:srgbClr val="FF0000"/>
                </a:solidFill>
                <a:sym typeface="+mn-ea"/>
              </a:rPr>
              <a:t>Điều</a:t>
            </a:r>
            <a:r>
              <a:rPr lang="en-US" sz="2800" dirty="0">
                <a:solidFill>
                  <a:srgbClr val="FF0000"/>
                </a:solidFill>
                <a:sym typeface="+mn-ea"/>
              </a:rPr>
              <a:t> 5)</a:t>
            </a:r>
            <a:endParaRPr lang="en-US" sz="2800" dirty="0">
              <a:solidFill>
                <a:srgbClr val="FF0000"/>
              </a:solidFill>
            </a:endParaRPr>
          </a:p>
          <a:p>
            <a:r>
              <a:rPr lang="en-US" sz="2800" dirty="0" err="1">
                <a:solidFill>
                  <a:srgbClr val="FFC000"/>
                </a:solidFill>
                <a:sym typeface="+mn-ea"/>
              </a:rPr>
              <a:t>Khoản</a:t>
            </a:r>
            <a:r>
              <a:rPr lang="en-US" sz="2800" dirty="0">
                <a:solidFill>
                  <a:srgbClr val="FFC000"/>
                </a:solidFill>
                <a:sym typeface="+mn-ea"/>
              </a:rPr>
              <a:t> 1 </a:t>
            </a:r>
            <a:r>
              <a:rPr lang="en-US" sz="2800" dirty="0" err="1">
                <a:solidFill>
                  <a:srgbClr val="FFC000"/>
                </a:solidFill>
                <a:sym typeface="+mn-ea"/>
              </a:rPr>
              <a:t>Điều</a:t>
            </a:r>
            <a:r>
              <a:rPr lang="en-US" sz="2800" dirty="0">
                <a:solidFill>
                  <a:srgbClr val="FFC000"/>
                </a:solidFill>
                <a:sym typeface="+mn-ea"/>
              </a:rPr>
              <a:t> 5 </a:t>
            </a:r>
            <a:r>
              <a:rPr lang="en-US" sz="2800" dirty="0" err="1">
                <a:solidFill>
                  <a:srgbClr val="FFC000"/>
                </a:solidFill>
                <a:sym typeface="+mn-ea"/>
              </a:rPr>
              <a:t>của</a:t>
            </a:r>
            <a:r>
              <a:rPr lang="en-US" sz="2800" dirty="0">
                <a:solidFill>
                  <a:srgbClr val="FFC000"/>
                </a:solidFill>
                <a:sym typeface="+mn-ea"/>
              </a:rPr>
              <a:t> </a:t>
            </a:r>
            <a:r>
              <a:rPr lang="en-US" sz="2800" dirty="0" err="1">
                <a:solidFill>
                  <a:srgbClr val="FFC000"/>
                </a:solidFill>
                <a:sym typeface="+mn-ea"/>
              </a:rPr>
              <a:t>Luật</a:t>
            </a:r>
            <a:r>
              <a:rPr lang="en-US" sz="2800" dirty="0">
                <a:solidFill>
                  <a:srgbClr val="FFC000"/>
                </a:solidFill>
                <a:sym typeface="+mn-ea"/>
              </a:rPr>
              <a:t> </a:t>
            </a:r>
            <a:r>
              <a:rPr lang="en-US" sz="2800" dirty="0" err="1">
                <a:solidFill>
                  <a:srgbClr val="FFC000"/>
                </a:solidFill>
                <a:sym typeface="+mn-ea"/>
              </a:rPr>
              <a:t>quy</a:t>
            </a:r>
            <a:r>
              <a:rPr lang="en-US" sz="2800" dirty="0">
                <a:solidFill>
                  <a:srgbClr val="FFC000"/>
                </a:solidFill>
                <a:sym typeface="+mn-ea"/>
              </a:rPr>
              <a:t> </a:t>
            </a:r>
            <a:r>
              <a:rPr lang="en-US" sz="2800" dirty="0" err="1">
                <a:solidFill>
                  <a:srgbClr val="FFC000"/>
                </a:solidFill>
                <a:sym typeface="+mn-ea"/>
              </a:rPr>
              <a:t>định</a:t>
            </a:r>
            <a:r>
              <a:rPr lang="en-US" sz="2800" dirty="0">
                <a:solidFill>
                  <a:srgbClr val="FFC000"/>
                </a:solidFill>
                <a:sym typeface="+mn-ea"/>
              </a:rPr>
              <a:t> </a:t>
            </a:r>
            <a:r>
              <a:rPr lang="en-US" sz="2800" dirty="0" err="1">
                <a:solidFill>
                  <a:srgbClr val="FFC000"/>
                </a:solidFill>
                <a:sym typeface="+mn-ea"/>
              </a:rPr>
              <a:t>các</a:t>
            </a:r>
            <a:r>
              <a:rPr lang="en-US" sz="2800" dirty="0">
                <a:solidFill>
                  <a:srgbClr val="FFC000"/>
                </a:solidFill>
                <a:sym typeface="+mn-ea"/>
              </a:rPr>
              <a:t> </a:t>
            </a:r>
            <a:r>
              <a:rPr lang="en-US" sz="2800" dirty="0" err="1">
                <a:solidFill>
                  <a:srgbClr val="FFC000"/>
                </a:solidFill>
                <a:sym typeface="+mn-ea"/>
              </a:rPr>
              <a:t>biện</a:t>
            </a:r>
            <a:r>
              <a:rPr lang="en-US" sz="2800" dirty="0">
                <a:solidFill>
                  <a:srgbClr val="FFC000"/>
                </a:solidFill>
                <a:sym typeface="+mn-ea"/>
              </a:rPr>
              <a:t> </a:t>
            </a:r>
            <a:r>
              <a:rPr lang="en-US" sz="2800" dirty="0" err="1">
                <a:solidFill>
                  <a:srgbClr val="FFC000"/>
                </a:solidFill>
                <a:sym typeface="+mn-ea"/>
              </a:rPr>
              <a:t>pháp</a:t>
            </a:r>
            <a:r>
              <a:rPr lang="en-US" sz="2800" dirty="0">
                <a:solidFill>
                  <a:srgbClr val="FFC000"/>
                </a:solidFill>
                <a:sym typeface="+mn-ea"/>
              </a:rPr>
              <a:t> </a:t>
            </a:r>
            <a:r>
              <a:rPr lang="en-US" sz="2800" dirty="0" err="1">
                <a:solidFill>
                  <a:srgbClr val="FFC000"/>
                </a:solidFill>
                <a:sym typeface="+mn-ea"/>
              </a:rPr>
              <a:t>bảo</a:t>
            </a:r>
            <a:r>
              <a:rPr lang="en-US" sz="2800" dirty="0">
                <a:solidFill>
                  <a:srgbClr val="FFC000"/>
                </a:solidFill>
                <a:sym typeface="+mn-ea"/>
              </a:rPr>
              <a:t> </a:t>
            </a:r>
            <a:r>
              <a:rPr lang="en-US" sz="2800" dirty="0" err="1">
                <a:solidFill>
                  <a:srgbClr val="FFC000"/>
                </a:solidFill>
                <a:sym typeface="+mn-ea"/>
              </a:rPr>
              <a:t>vệ</a:t>
            </a:r>
            <a:r>
              <a:rPr lang="en-US" sz="2800" dirty="0">
                <a:solidFill>
                  <a:srgbClr val="FFC000"/>
                </a:solidFill>
                <a:sym typeface="+mn-ea"/>
              </a:rPr>
              <a:t> an </a:t>
            </a:r>
            <a:r>
              <a:rPr lang="en-US" sz="2800" dirty="0" err="1">
                <a:solidFill>
                  <a:srgbClr val="FFC000"/>
                </a:solidFill>
                <a:sym typeface="+mn-ea"/>
              </a:rPr>
              <a:t>ninh</a:t>
            </a:r>
            <a:r>
              <a:rPr lang="en-US" sz="2800" dirty="0">
                <a:solidFill>
                  <a:srgbClr val="FFC000"/>
                </a:solidFill>
                <a:sym typeface="+mn-ea"/>
              </a:rPr>
              <a:t> </a:t>
            </a:r>
            <a:r>
              <a:rPr lang="en-US" sz="2800" dirty="0" err="1">
                <a:solidFill>
                  <a:srgbClr val="FFC000"/>
                </a:solidFill>
                <a:sym typeface="+mn-ea"/>
              </a:rPr>
              <a:t>mạng</a:t>
            </a:r>
            <a:r>
              <a:rPr lang="en-US" sz="2800" dirty="0">
                <a:solidFill>
                  <a:srgbClr val="FFC000"/>
                </a:solidFill>
                <a:sym typeface="+mn-ea"/>
              </a:rPr>
              <a:t> bao </a:t>
            </a:r>
            <a:r>
              <a:rPr lang="en-US" sz="2800" dirty="0" err="1">
                <a:solidFill>
                  <a:srgbClr val="FFC000"/>
                </a:solidFill>
                <a:sym typeface="+mn-ea"/>
              </a:rPr>
              <a:t>gồm</a:t>
            </a:r>
            <a:r>
              <a:rPr lang="en-US" sz="2800" dirty="0">
                <a:solidFill>
                  <a:srgbClr val="FFC000"/>
                </a:solidFill>
                <a:sym typeface="+mn-ea"/>
              </a:rPr>
              <a:t>:</a:t>
            </a:r>
            <a:endParaRPr lang="en-US" sz="2800" dirty="0">
              <a:solidFill>
                <a:srgbClr val="FFC000"/>
              </a:solidFill>
            </a:endParaRPr>
          </a:p>
          <a:p>
            <a:r>
              <a:rPr lang="en-US" sz="2800" dirty="0">
                <a:sym typeface="+mn-ea"/>
              </a:rPr>
              <a:t>(1) </a:t>
            </a:r>
            <a:r>
              <a:rPr lang="en-US" sz="2800" dirty="0" err="1">
                <a:sym typeface="+mn-ea"/>
              </a:rPr>
              <a:t>Thẩm</a:t>
            </a:r>
            <a:r>
              <a:rPr lang="en-US" sz="2800" dirty="0">
                <a:sym typeface="+mn-ea"/>
              </a:rPr>
              <a:t> </a:t>
            </a:r>
            <a:r>
              <a:rPr lang="en-US" sz="2800" dirty="0" err="1">
                <a:sym typeface="+mn-ea"/>
              </a:rPr>
              <a:t>định</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 </a:t>
            </a:r>
            <a:endParaRPr lang="en-US" sz="2800" dirty="0"/>
          </a:p>
          <a:p>
            <a:r>
              <a:rPr lang="en-US" sz="2800" dirty="0">
                <a:sym typeface="+mn-ea"/>
              </a:rPr>
              <a:t>(2) </a:t>
            </a:r>
            <a:r>
              <a:rPr lang="en-US" sz="2800" dirty="0" err="1">
                <a:sym typeface="+mn-ea"/>
              </a:rPr>
              <a:t>Đánh</a:t>
            </a:r>
            <a:r>
              <a:rPr lang="en-US" sz="2800" dirty="0">
                <a:sym typeface="+mn-ea"/>
              </a:rPr>
              <a:t> </a:t>
            </a:r>
            <a:r>
              <a:rPr lang="en-US" sz="2800" dirty="0" err="1">
                <a:sym typeface="+mn-ea"/>
              </a:rPr>
              <a:t>giá</a:t>
            </a:r>
            <a:r>
              <a:rPr lang="en-US" sz="2800" dirty="0">
                <a:sym typeface="+mn-ea"/>
              </a:rPr>
              <a:t> </a:t>
            </a:r>
            <a:r>
              <a:rPr lang="en-US" sz="2800" dirty="0" err="1">
                <a:sym typeface="+mn-ea"/>
              </a:rPr>
              <a:t>điều</a:t>
            </a:r>
            <a:r>
              <a:rPr lang="en-US" sz="2800" dirty="0">
                <a:sym typeface="+mn-ea"/>
              </a:rPr>
              <a:t> </a:t>
            </a:r>
            <a:r>
              <a:rPr lang="en-US" sz="2800" dirty="0" err="1">
                <a:sym typeface="+mn-ea"/>
              </a:rPr>
              <a:t>kiện</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a:t>
            </a:r>
            <a:endParaRPr lang="en-US" sz="2800" dirty="0"/>
          </a:p>
          <a:p>
            <a:r>
              <a:rPr lang="en-US" sz="2800" dirty="0">
                <a:sym typeface="+mn-ea"/>
              </a:rPr>
              <a:t>(3) </a:t>
            </a:r>
            <a:r>
              <a:rPr lang="en-US" sz="2800" dirty="0" err="1">
                <a:sym typeface="+mn-ea"/>
              </a:rPr>
              <a:t>Kiểm</a:t>
            </a:r>
            <a:r>
              <a:rPr lang="en-US" sz="2800" dirty="0">
                <a:sym typeface="+mn-ea"/>
              </a:rPr>
              <a:t> </a:t>
            </a:r>
            <a:r>
              <a:rPr lang="en-US" sz="2800" dirty="0" err="1">
                <a:sym typeface="+mn-ea"/>
              </a:rPr>
              <a:t>tra</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 </a:t>
            </a:r>
            <a:endParaRPr lang="en-US" sz="2800" dirty="0"/>
          </a:p>
          <a:p>
            <a:r>
              <a:rPr lang="en-US" sz="2800" dirty="0">
                <a:sym typeface="+mn-ea"/>
              </a:rPr>
              <a:t>(4) </a:t>
            </a:r>
            <a:r>
              <a:rPr lang="en-US" sz="2800" dirty="0" err="1">
                <a:sym typeface="+mn-ea"/>
              </a:rPr>
              <a:t>Giám</a:t>
            </a:r>
            <a:r>
              <a:rPr lang="en-US" sz="2800" dirty="0">
                <a:sym typeface="+mn-ea"/>
              </a:rPr>
              <a:t> </a:t>
            </a:r>
            <a:r>
              <a:rPr lang="en-US" sz="2800" dirty="0" err="1">
                <a:sym typeface="+mn-ea"/>
              </a:rPr>
              <a:t>sát</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 </a:t>
            </a:r>
            <a:endParaRPr lang="en-US" sz="2800" dirty="0"/>
          </a:p>
          <a:p>
            <a:r>
              <a:rPr lang="en-US" sz="2800" dirty="0">
                <a:sym typeface="+mn-ea"/>
              </a:rPr>
              <a:t>(5) </a:t>
            </a:r>
            <a:r>
              <a:rPr lang="en-US" sz="2800" dirty="0" err="1">
                <a:sym typeface="+mn-ea"/>
              </a:rPr>
              <a:t>Ứng</a:t>
            </a:r>
            <a:r>
              <a:rPr lang="en-US" sz="2800" dirty="0">
                <a:sym typeface="+mn-ea"/>
              </a:rPr>
              <a:t> </a:t>
            </a:r>
            <a:r>
              <a:rPr lang="en-US" sz="2800" dirty="0" err="1">
                <a:sym typeface="+mn-ea"/>
              </a:rPr>
              <a:t>phó</a:t>
            </a:r>
            <a:r>
              <a:rPr lang="en-US" sz="2800" dirty="0">
                <a:sym typeface="+mn-ea"/>
              </a:rPr>
              <a:t>, </a:t>
            </a:r>
            <a:r>
              <a:rPr lang="en-US" sz="2800" dirty="0" err="1">
                <a:sym typeface="+mn-ea"/>
              </a:rPr>
              <a:t>khắc</a:t>
            </a:r>
            <a:r>
              <a:rPr lang="en-US" sz="2800" dirty="0">
                <a:sym typeface="+mn-ea"/>
              </a:rPr>
              <a:t> </a:t>
            </a:r>
            <a:r>
              <a:rPr lang="en-US" sz="2800" dirty="0" err="1">
                <a:sym typeface="+mn-ea"/>
              </a:rPr>
              <a:t>phục</a:t>
            </a:r>
            <a:r>
              <a:rPr lang="en-US" sz="2800" dirty="0">
                <a:sym typeface="+mn-ea"/>
              </a:rPr>
              <a:t> </a:t>
            </a:r>
            <a:r>
              <a:rPr lang="en-US" sz="2800" dirty="0" err="1">
                <a:sym typeface="+mn-ea"/>
              </a:rPr>
              <a:t>sự</a:t>
            </a:r>
            <a:r>
              <a:rPr lang="en-US" sz="2800" dirty="0">
                <a:sym typeface="+mn-ea"/>
              </a:rPr>
              <a:t> </a:t>
            </a:r>
            <a:r>
              <a:rPr lang="en-US" sz="2800" dirty="0" err="1">
                <a:sym typeface="+mn-ea"/>
              </a:rPr>
              <a:t>cố</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 </a:t>
            </a:r>
            <a:endParaRPr lang="en-US" sz="2800" dirty="0"/>
          </a:p>
          <a:p>
            <a:r>
              <a:rPr lang="en-US" sz="2800" dirty="0">
                <a:sym typeface="+mn-ea"/>
              </a:rPr>
              <a:t>(6) </a:t>
            </a:r>
            <a:r>
              <a:rPr lang="en-US" sz="2800" dirty="0" err="1">
                <a:sym typeface="+mn-ea"/>
              </a:rPr>
              <a:t>Đấu</a:t>
            </a:r>
            <a:r>
              <a:rPr lang="en-US" sz="2800" dirty="0">
                <a:sym typeface="+mn-ea"/>
              </a:rPr>
              <a:t> </a:t>
            </a:r>
            <a:r>
              <a:rPr lang="en-US" sz="2800" dirty="0" err="1">
                <a:sym typeface="+mn-ea"/>
              </a:rPr>
              <a:t>tranh</a:t>
            </a:r>
            <a:r>
              <a:rPr lang="en-US" sz="2800" dirty="0">
                <a:sym typeface="+mn-ea"/>
              </a:rPr>
              <a:t>, </a:t>
            </a:r>
            <a:r>
              <a:rPr lang="en-US" sz="2800" dirty="0" err="1">
                <a:sym typeface="+mn-ea"/>
              </a:rPr>
              <a:t>bảo</a:t>
            </a:r>
            <a:r>
              <a:rPr lang="en-US" sz="2800" dirty="0">
                <a:sym typeface="+mn-ea"/>
              </a:rPr>
              <a:t> </a:t>
            </a:r>
            <a:r>
              <a:rPr lang="en-US" sz="2800" dirty="0" err="1">
                <a:sym typeface="+mn-ea"/>
              </a:rPr>
              <a:t>vệ</a:t>
            </a:r>
            <a:r>
              <a:rPr lang="en-US" sz="2800" dirty="0">
                <a:sym typeface="+mn-ea"/>
              </a:rPr>
              <a:t> an </a:t>
            </a:r>
            <a:r>
              <a:rPr lang="en-US" sz="2800" dirty="0" err="1">
                <a:sym typeface="+mn-ea"/>
              </a:rPr>
              <a:t>ninh</a:t>
            </a:r>
            <a:r>
              <a:rPr lang="en-US" sz="2800" dirty="0">
                <a:sym typeface="+mn-ea"/>
              </a:rPr>
              <a:t> </a:t>
            </a:r>
            <a:r>
              <a:rPr lang="en-US" sz="2800" dirty="0" err="1">
                <a:sym typeface="+mn-ea"/>
              </a:rPr>
              <a:t>mạng</a:t>
            </a:r>
            <a:r>
              <a:rPr lang="en-US" sz="2800" dirty="0">
                <a:sym typeface="+mn-ea"/>
              </a:rPr>
              <a:t>; </a:t>
            </a:r>
            <a:endParaRPr lang="en-US" sz="2800" dirty="0"/>
          </a:p>
          <a:p>
            <a:r>
              <a:rPr lang="en-US" sz="2800" dirty="0">
                <a:sym typeface="+mn-ea"/>
              </a:rPr>
              <a:t>(7) </a:t>
            </a:r>
            <a:r>
              <a:rPr lang="en-US" sz="2800" dirty="0" err="1">
                <a:sym typeface="+mn-ea"/>
              </a:rPr>
              <a:t>Sử</a:t>
            </a:r>
            <a:r>
              <a:rPr lang="en-US" sz="2800" dirty="0">
                <a:sym typeface="+mn-ea"/>
              </a:rPr>
              <a:t> </a:t>
            </a:r>
            <a:r>
              <a:rPr lang="en-US" sz="2800" dirty="0" err="1">
                <a:sym typeface="+mn-ea"/>
              </a:rPr>
              <a:t>dụng</a:t>
            </a:r>
            <a:r>
              <a:rPr lang="en-US" sz="2800" dirty="0">
                <a:sym typeface="+mn-ea"/>
              </a:rPr>
              <a:t> </a:t>
            </a:r>
            <a:r>
              <a:rPr lang="en-US" sz="2800" dirty="0" err="1">
                <a:sym typeface="+mn-ea"/>
              </a:rPr>
              <a:t>mật</a:t>
            </a:r>
            <a:r>
              <a:rPr lang="en-US" sz="2800" dirty="0">
                <a:sym typeface="+mn-ea"/>
              </a:rPr>
              <a:t> </a:t>
            </a:r>
            <a:r>
              <a:rPr lang="en-US" sz="2800" dirty="0" err="1">
                <a:sym typeface="+mn-ea"/>
              </a:rPr>
              <a:t>mã</a:t>
            </a:r>
            <a:r>
              <a:rPr lang="en-US" sz="2800" dirty="0">
                <a:sym typeface="+mn-ea"/>
              </a:rPr>
              <a:t> </a:t>
            </a:r>
            <a:r>
              <a:rPr lang="en-US" sz="2800" dirty="0" err="1">
                <a:sym typeface="+mn-ea"/>
              </a:rPr>
              <a:t>để</a:t>
            </a:r>
            <a:r>
              <a:rPr lang="en-US" sz="2800" dirty="0">
                <a:sym typeface="+mn-ea"/>
              </a:rPr>
              <a:t> </a:t>
            </a:r>
            <a:r>
              <a:rPr lang="en-US" sz="2800" dirty="0" err="1">
                <a:sym typeface="+mn-ea"/>
              </a:rPr>
              <a:t>bảo</a:t>
            </a:r>
            <a:r>
              <a:rPr lang="en-US" sz="2800" dirty="0">
                <a:sym typeface="+mn-ea"/>
              </a:rPr>
              <a:t> </a:t>
            </a:r>
            <a:r>
              <a:rPr lang="en-US" sz="2800" dirty="0" err="1">
                <a:sym typeface="+mn-ea"/>
              </a:rPr>
              <a:t>vệ</a:t>
            </a:r>
            <a:r>
              <a:rPr lang="en-US" sz="2800" dirty="0">
                <a:sym typeface="+mn-ea"/>
              </a:rPr>
              <a:t> </a:t>
            </a:r>
            <a:r>
              <a:rPr lang="en-US" sz="2800" dirty="0" err="1">
                <a:sym typeface="+mn-ea"/>
              </a:rPr>
              <a:t>thông</a:t>
            </a:r>
            <a:r>
              <a:rPr lang="en-US" sz="2800" dirty="0">
                <a:sym typeface="+mn-ea"/>
              </a:rPr>
              <a:t> tin </a:t>
            </a:r>
            <a:r>
              <a:rPr lang="en-US" sz="2800" dirty="0" err="1">
                <a:sym typeface="+mn-ea"/>
              </a:rPr>
              <a:t>mạng</a:t>
            </a:r>
            <a:r>
              <a:rPr lang="en-US" sz="2800" dirty="0">
                <a:sym typeface="+mn-ea"/>
              </a:rPr>
              <a:t>;</a:t>
            </a:r>
            <a:endParaRPr lang="en-US" sz="2800" dirty="0"/>
          </a:p>
          <a:p>
            <a:endParaRPr lang="en-US" sz="2800" dirty="0"/>
          </a:p>
        </p:txBody>
      </p:sp>
      <p:sp>
        <p:nvSpPr>
          <p:cNvPr id="4" name="Slide Number Placeholder 3"/>
          <p:cNvSpPr>
            <a:spLocks noGrp="1"/>
          </p:cNvSpPr>
          <p:nvPr>
            <p:ph type="sldNum" sz="quarter" idx="12"/>
          </p:nvPr>
        </p:nvSpPr>
        <p:spPr/>
        <p:txBody>
          <a:bodyPr/>
          <a:lstStyle/>
          <a:p>
            <a:pPr lvl="0"/>
            <a:fld id="{9A0DB2DC-4C9A-4742-B13C-FB6460FD3503}" type="slidenum">
              <a:rPr lang="en-US"/>
              <a:t>24</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a:solidFill>
                  <a:srgbClr val="FFC000"/>
                </a:solidFill>
                <a:sym typeface="+mn-ea"/>
              </a:rPr>
              <a:t>Khoản 1 Điều 5 của Luật quy định các biện pháp bảo vệ an ninh mạng bao gồm:</a:t>
            </a:r>
            <a:endParaRPr lang="en-US" sz="2800">
              <a:solidFill>
                <a:srgbClr val="FFC000"/>
              </a:solidFill>
            </a:endParaRPr>
          </a:p>
          <a:p>
            <a:r>
              <a:rPr lang="en-US" sz="2800">
                <a:sym typeface="+mn-ea"/>
              </a:rPr>
              <a:t>(8) Ngăn chặn, yêu cầu tạm ngừng, ngừng cung cấp thông tin mạng; đình chỉ, tạm đình chỉ các hoạt động thiết lập, cung cấp và sử dụng mạng viễn thông, mạng Internet, sản xuất và sử dụng thiết bị phát, thu phát sóng vô tuyến theo quy định của pháp luật; </a:t>
            </a:r>
            <a:endParaRPr lang="en-US" sz="2800"/>
          </a:p>
          <a:p>
            <a:r>
              <a:rPr lang="en-US" sz="2800">
                <a:sym typeface="+mn-ea"/>
              </a:rPr>
              <a:t>(9) Yêu cầu xóa bỏ, truy cập xóa bỏ thông tin trái pháp luật hoặc thông tin quốc gia, trật tự, an toàn xã hội, quyền và lợi ích hợp pháp của cơ quan, tổ chức, cá nhân trên không gian mạng; </a:t>
            </a:r>
            <a:endParaRPr lang="en-US" sz="2800"/>
          </a:p>
          <a:p>
            <a:endParaRPr lang="en-US" sz="2800"/>
          </a:p>
        </p:txBody>
      </p:sp>
      <p:sp>
        <p:nvSpPr>
          <p:cNvPr id="4" name="Slide Number Placeholder 3"/>
          <p:cNvSpPr>
            <a:spLocks noGrp="1"/>
          </p:cNvSpPr>
          <p:nvPr>
            <p:ph type="sldNum" sz="quarter" idx="12"/>
          </p:nvPr>
        </p:nvSpPr>
        <p:spPr/>
        <p:txBody>
          <a:bodyPr/>
          <a:lstStyle/>
          <a:p>
            <a:pPr lvl="0"/>
            <a:fld id="{9A0DB2DC-4C9A-4742-B13C-FB6460FD3503}" type="slidenum">
              <a:rPr lang="en-US"/>
              <a:t>25</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sym typeface="+mn-ea"/>
              </a:rPr>
              <a:t>(10) Phong tỏa, hạn chế hoạt động của hệ thống thông tin; đình chỉ, tạm đình chỉ hoặc yêu cầu ngừng hoạt động của hệ thống thông tin, thu hồi tin miền theo quy định của pháp luật; </a:t>
            </a:r>
            <a:endParaRPr lang="en-US"/>
          </a:p>
          <a:p>
            <a:r>
              <a:rPr lang="en-US">
                <a:sym typeface="+mn-ea"/>
              </a:rPr>
              <a:t>(11) Khởi tố, điều tra, truy tố, xét xử theo quy định của Bộ luật tố tụng hình sự;</a:t>
            </a:r>
            <a:endParaRPr lang="en-US"/>
          </a:p>
          <a:p>
            <a:r>
              <a:rPr lang="en-US">
                <a:sym typeface="+mn-ea"/>
              </a:rPr>
              <a:t>(12) Biện pháp khác theo quy định của pháp luật về an ninh quốc gia, pháp luật về xử lý vi phạm hành chính.</a:t>
            </a:r>
            <a:endParaRPr lang="en-US"/>
          </a:p>
          <a:p>
            <a:endParaRPr lang="en-US"/>
          </a:p>
          <a:p>
            <a:endParaRPr lang="en-US"/>
          </a:p>
          <a:p>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26</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r>
              <a:rPr lang="en-US" sz="3600">
                <a:solidFill>
                  <a:srgbClr val="FF0000"/>
                </a:solidFill>
              </a:rPr>
              <a:t>1.5. Về hợp tác quốc tế về an ninh mạng (Điều 7)</a:t>
            </a:r>
          </a:p>
          <a:p>
            <a:r>
              <a:rPr lang="en-US" sz="3600"/>
              <a:t>Luật quy định hợp tác quốc tế về an ninh mạng được thực hiện trên cơ sở tôn trọng độc lập, chủ quyền và toàn vẹn lãnh thổ, không can thiệp vào công việc nội bộ của nhau, bình đẳng và cùng có lợi. </a:t>
            </a:r>
          </a:p>
        </p:txBody>
      </p:sp>
      <p:sp>
        <p:nvSpPr>
          <p:cNvPr id="4" name="Slide Number Placeholder 3"/>
          <p:cNvSpPr>
            <a:spLocks noGrp="1"/>
          </p:cNvSpPr>
          <p:nvPr>
            <p:ph type="sldNum" sz="quarter" idx="12"/>
          </p:nvPr>
        </p:nvSpPr>
        <p:spPr/>
        <p:txBody>
          <a:bodyPr/>
          <a:lstStyle/>
          <a:p>
            <a:pPr lvl="0"/>
            <a:fld id="{9A0DB2DC-4C9A-4742-B13C-FB6460FD3503}" type="slidenum">
              <a:rPr lang="en-US"/>
              <a:t>27</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0080"/>
                </a:highlight>
              </a:rPr>
              <a:t>1. Những quy định chung</a:t>
            </a:r>
          </a:p>
        </p:txBody>
      </p:sp>
      <p:sp>
        <p:nvSpPr>
          <p:cNvPr id="3" name="Content Placeholder 2"/>
          <p:cNvSpPr>
            <a:spLocks noGrp="1"/>
          </p:cNvSpPr>
          <p:nvPr>
            <p:ph idx="1"/>
          </p:nvPr>
        </p:nvSpPr>
        <p:spPr/>
        <p:txBody>
          <a:bodyPr/>
          <a:lstStyle/>
          <a:p>
            <a:pPr marL="0" indent="0">
              <a:buNone/>
            </a:pPr>
            <a:r>
              <a:rPr lang="en-US" sz="2800">
                <a:solidFill>
                  <a:srgbClr val="FF0000"/>
                </a:solidFill>
              </a:rPr>
              <a:t>1.6. Các hành vi bị nghiêm cấm về an ninh mạng và xử lý vi phạm pháp luật về an ninh mạng (Điều 8, Điều 9)</a:t>
            </a:r>
          </a:p>
          <a:p>
            <a:pPr marL="0" indent="0">
              <a:buNone/>
            </a:pPr>
            <a:r>
              <a:rPr lang="en-US" sz="2800"/>
              <a:t>Luật an ninh mạng chỉ </a:t>
            </a:r>
            <a:r>
              <a:rPr lang="en-US" sz="2800">
                <a:highlight>
                  <a:srgbClr val="FFFF00"/>
                </a:highlight>
              </a:rPr>
              <a:t>nghiêm cấm sử dụng không gian mạng để thực hiện các hành vi vi phạm pháp luật đã được pháp luật (Bộ luật hình sự, Bộ luật </a:t>
            </a:r>
          </a:p>
          <a:p>
            <a:pPr marL="0" indent="0">
              <a:buNone/>
            </a:pPr>
            <a:r>
              <a:rPr lang="en-US" sz="2800">
                <a:highlight>
                  <a:srgbClr val="FFFF00"/>
                </a:highlight>
              </a:rPr>
              <a:t>dân sự và các văn bản quy phạm pháp luật khác liên quan) quy định. </a:t>
            </a:r>
          </a:p>
        </p:txBody>
      </p:sp>
      <p:sp>
        <p:nvSpPr>
          <p:cNvPr id="4" name="Slide Number Placeholder 3"/>
          <p:cNvSpPr>
            <a:spLocks noGrp="1"/>
          </p:cNvSpPr>
          <p:nvPr>
            <p:ph type="sldNum" sz="quarter" idx="12"/>
          </p:nvPr>
        </p:nvSpPr>
        <p:spPr/>
        <p:txBody>
          <a:bodyPr/>
          <a:lstStyle/>
          <a:p>
            <a:pPr lvl="0"/>
            <a:fld id="{9A0DB2DC-4C9A-4742-B13C-FB6460FD3503}" type="slidenum">
              <a:rPr lang="en-US"/>
              <a:t>28</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800">
                <a:sym typeface="+mn-ea"/>
              </a:rPr>
              <a:t>Điều 8 Luật an ninh mạng đã liệt kê cụ thể, rõ ràng các hành vi bị nghiêm cấm về an ninh mạng, góp phần thuận lợi trong việc thực hiện và xử lý hành vi vi phạm điều cấm, bao gồm:</a:t>
            </a:r>
          </a:p>
          <a:p>
            <a:pPr marL="0" indent="0">
              <a:buNone/>
            </a:pPr>
            <a:r>
              <a:rPr lang="en-US" sz="2800"/>
              <a:t>(1) Sử dụng không gian mạng để thực hiện hành vi sau đây: </a:t>
            </a:r>
          </a:p>
          <a:p>
            <a:pPr marL="0" indent="0">
              <a:buNone/>
            </a:pPr>
            <a:r>
              <a:rPr lang="en-US" sz="2800"/>
              <a:t>- Hành vi sử dụng không gian mạng, công nghệ thông tin, phương tiện điện tử để vi phạm pháp luật về an ninh quốc gia, trật tự an toàn xã hội;</a:t>
            </a:r>
          </a:p>
          <a:p>
            <a:pPr marL="0" indent="0">
              <a:buNone/>
            </a:pPr>
            <a:r>
              <a:rPr lang="en-US" sz="2800"/>
              <a:t>- Tổ chức, hoạt động, câu kết, xúi giục, mua chuộc, lừa gạt, lôi kéo, đào tạo,huấn luyện người chống Nhà nước Cộng hòa xã hội chủ nghĩa Việt Nam;</a:t>
            </a:r>
          </a:p>
          <a:p>
            <a:endParaRPr lang="en-US" sz="2800"/>
          </a:p>
        </p:txBody>
      </p:sp>
      <p:sp>
        <p:nvSpPr>
          <p:cNvPr id="4" name="Slide Number Placeholder 3"/>
          <p:cNvSpPr>
            <a:spLocks noGrp="1"/>
          </p:cNvSpPr>
          <p:nvPr>
            <p:ph type="sldNum" sz="quarter" idx="12"/>
          </p:nvPr>
        </p:nvSpPr>
        <p:spPr/>
        <p:txBody>
          <a:bodyPr/>
          <a:lstStyle/>
          <a:p>
            <a:pPr lvl="0"/>
            <a:fld id="{9A0DB2DC-4C9A-4742-B13C-FB6460FD3503}" type="slidenum">
              <a:rPr lang="en-US"/>
              <a:t>29</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sym typeface="+mn-ea"/>
              </a:rPr>
              <a:t>- </a:t>
            </a:r>
            <a:r>
              <a:rPr lang="en-US" dirty="0" err="1">
                <a:sym typeface="+mn-ea"/>
              </a:rPr>
              <a:t>Xuyên</a:t>
            </a:r>
            <a:r>
              <a:rPr lang="en-US" dirty="0">
                <a:sym typeface="+mn-ea"/>
              </a:rPr>
              <a:t> </a:t>
            </a:r>
            <a:r>
              <a:rPr lang="en-US" dirty="0" err="1">
                <a:sym typeface="+mn-ea"/>
              </a:rPr>
              <a:t>tạc</a:t>
            </a:r>
            <a:r>
              <a:rPr lang="en-US" dirty="0">
                <a:sym typeface="+mn-ea"/>
              </a:rPr>
              <a:t> </a:t>
            </a:r>
            <a:r>
              <a:rPr lang="en-US" dirty="0" err="1">
                <a:sym typeface="+mn-ea"/>
              </a:rPr>
              <a:t>lịch</a:t>
            </a:r>
            <a:r>
              <a:rPr lang="en-US" dirty="0">
                <a:sym typeface="+mn-ea"/>
              </a:rPr>
              <a:t> </a:t>
            </a:r>
            <a:r>
              <a:rPr lang="en-US" dirty="0" err="1">
                <a:sym typeface="+mn-ea"/>
              </a:rPr>
              <a:t>sử</a:t>
            </a:r>
            <a:r>
              <a:rPr lang="en-US" dirty="0">
                <a:sym typeface="+mn-ea"/>
              </a:rPr>
              <a:t>, </a:t>
            </a:r>
            <a:r>
              <a:rPr lang="en-US" dirty="0" err="1">
                <a:sym typeface="+mn-ea"/>
              </a:rPr>
              <a:t>phủ</a:t>
            </a:r>
            <a:r>
              <a:rPr lang="en-US" dirty="0">
                <a:sym typeface="+mn-ea"/>
              </a:rPr>
              <a:t> </a:t>
            </a:r>
            <a:r>
              <a:rPr lang="en-US" dirty="0" err="1">
                <a:sym typeface="+mn-ea"/>
              </a:rPr>
              <a:t>nhận</a:t>
            </a:r>
            <a:r>
              <a:rPr lang="en-US" dirty="0">
                <a:sym typeface="+mn-ea"/>
              </a:rPr>
              <a:t> </a:t>
            </a:r>
            <a:r>
              <a:rPr lang="en-US" dirty="0" err="1">
                <a:sym typeface="+mn-ea"/>
              </a:rPr>
              <a:t>thành</a:t>
            </a:r>
            <a:r>
              <a:rPr lang="en-US" dirty="0">
                <a:sym typeface="+mn-ea"/>
              </a:rPr>
              <a:t> </a:t>
            </a:r>
            <a:r>
              <a:rPr lang="en-US" dirty="0" err="1">
                <a:sym typeface="+mn-ea"/>
              </a:rPr>
              <a:t>tựu</a:t>
            </a:r>
            <a:r>
              <a:rPr lang="en-US" dirty="0">
                <a:sym typeface="+mn-ea"/>
              </a:rPr>
              <a:t> </a:t>
            </a:r>
            <a:r>
              <a:rPr lang="en-US" dirty="0" err="1">
                <a:sym typeface="+mn-ea"/>
              </a:rPr>
              <a:t>cách</a:t>
            </a:r>
            <a:r>
              <a:rPr lang="en-US" dirty="0">
                <a:sym typeface="+mn-ea"/>
              </a:rPr>
              <a:t> </a:t>
            </a:r>
            <a:r>
              <a:rPr lang="en-US" dirty="0" err="1">
                <a:sym typeface="+mn-ea"/>
              </a:rPr>
              <a:t>mạng</a:t>
            </a:r>
            <a:r>
              <a:rPr lang="en-US" dirty="0">
                <a:sym typeface="+mn-ea"/>
              </a:rPr>
              <a:t>, </a:t>
            </a:r>
            <a:r>
              <a:rPr lang="en-US" dirty="0" err="1">
                <a:sym typeface="+mn-ea"/>
              </a:rPr>
              <a:t>phá</a:t>
            </a:r>
            <a:r>
              <a:rPr lang="en-US" dirty="0">
                <a:sym typeface="+mn-ea"/>
              </a:rPr>
              <a:t> </a:t>
            </a:r>
            <a:r>
              <a:rPr lang="en-US" dirty="0" err="1">
                <a:sym typeface="+mn-ea"/>
              </a:rPr>
              <a:t>hoại</a:t>
            </a:r>
            <a:r>
              <a:rPr lang="en-US" dirty="0">
                <a:sym typeface="+mn-ea"/>
              </a:rPr>
              <a:t> </a:t>
            </a:r>
            <a:r>
              <a:rPr lang="en-US" dirty="0" err="1">
                <a:sym typeface="+mn-ea"/>
              </a:rPr>
              <a:t>khối</a:t>
            </a:r>
            <a:r>
              <a:rPr lang="en-US" dirty="0">
                <a:sym typeface="+mn-ea"/>
              </a:rPr>
              <a:t> </a:t>
            </a:r>
            <a:r>
              <a:rPr lang="en-US" dirty="0" err="1">
                <a:sym typeface="+mn-ea"/>
              </a:rPr>
              <a:t>đại</a:t>
            </a:r>
            <a:r>
              <a:rPr lang="en-US" dirty="0">
                <a:sym typeface="+mn-ea"/>
              </a:rPr>
              <a:t> </a:t>
            </a:r>
            <a:r>
              <a:rPr lang="en-US" dirty="0" err="1">
                <a:sym typeface="+mn-ea"/>
              </a:rPr>
              <a:t>đoàn</a:t>
            </a:r>
            <a:r>
              <a:rPr lang="en-US" dirty="0">
                <a:sym typeface="+mn-ea"/>
              </a:rPr>
              <a:t> </a:t>
            </a:r>
            <a:r>
              <a:rPr lang="en-US" dirty="0" err="1">
                <a:sym typeface="+mn-ea"/>
              </a:rPr>
              <a:t>kết</a:t>
            </a:r>
            <a:r>
              <a:rPr lang="en-US" dirty="0">
                <a:sym typeface="+mn-ea"/>
              </a:rPr>
              <a:t> </a:t>
            </a:r>
            <a:r>
              <a:rPr lang="en-US" dirty="0" err="1">
                <a:sym typeface="+mn-ea"/>
              </a:rPr>
              <a:t>toàn</a:t>
            </a:r>
            <a:r>
              <a:rPr lang="en-US" dirty="0">
                <a:sym typeface="+mn-ea"/>
              </a:rPr>
              <a:t> </a:t>
            </a:r>
            <a:r>
              <a:rPr lang="en-US" dirty="0" err="1">
                <a:sym typeface="+mn-ea"/>
              </a:rPr>
              <a:t>dân</a:t>
            </a:r>
            <a:r>
              <a:rPr lang="en-US" dirty="0">
                <a:sym typeface="+mn-ea"/>
              </a:rPr>
              <a:t> </a:t>
            </a:r>
            <a:r>
              <a:rPr lang="en-US" dirty="0" err="1">
                <a:sym typeface="+mn-ea"/>
              </a:rPr>
              <a:t>tộc</a:t>
            </a:r>
            <a:r>
              <a:rPr lang="en-US" dirty="0">
                <a:sym typeface="+mn-ea"/>
              </a:rPr>
              <a:t>, </a:t>
            </a:r>
            <a:r>
              <a:rPr lang="en-US" dirty="0" err="1">
                <a:sym typeface="+mn-ea"/>
              </a:rPr>
              <a:t>xúc</a:t>
            </a:r>
            <a:r>
              <a:rPr lang="en-US" dirty="0">
                <a:sym typeface="+mn-ea"/>
              </a:rPr>
              <a:t> </a:t>
            </a:r>
            <a:r>
              <a:rPr lang="en-US" dirty="0" err="1">
                <a:sym typeface="+mn-ea"/>
              </a:rPr>
              <a:t>phạm</a:t>
            </a:r>
            <a:r>
              <a:rPr lang="en-US" dirty="0">
                <a:sym typeface="+mn-ea"/>
              </a:rPr>
              <a:t> </a:t>
            </a:r>
            <a:r>
              <a:rPr lang="en-US" dirty="0" err="1">
                <a:sym typeface="+mn-ea"/>
              </a:rPr>
              <a:t>tôn</a:t>
            </a:r>
            <a:r>
              <a:rPr lang="en-US" dirty="0">
                <a:sym typeface="+mn-ea"/>
              </a:rPr>
              <a:t> </a:t>
            </a:r>
            <a:r>
              <a:rPr lang="en-US" dirty="0" err="1">
                <a:sym typeface="+mn-ea"/>
              </a:rPr>
              <a:t>giáo</a:t>
            </a:r>
            <a:r>
              <a:rPr lang="en-US" dirty="0">
                <a:sym typeface="+mn-ea"/>
              </a:rPr>
              <a:t>, </a:t>
            </a:r>
            <a:r>
              <a:rPr lang="en-US" dirty="0" err="1">
                <a:sym typeface="+mn-ea"/>
              </a:rPr>
              <a:t>phân</a:t>
            </a:r>
            <a:r>
              <a:rPr lang="en-US" dirty="0">
                <a:sym typeface="+mn-ea"/>
              </a:rPr>
              <a:t> </a:t>
            </a:r>
            <a:r>
              <a:rPr lang="en-US" dirty="0" err="1">
                <a:sym typeface="+mn-ea"/>
              </a:rPr>
              <a:t>biệt</a:t>
            </a:r>
            <a:r>
              <a:rPr lang="en-US" dirty="0">
                <a:sym typeface="+mn-ea"/>
              </a:rPr>
              <a:t> </a:t>
            </a:r>
            <a:r>
              <a:rPr lang="en-US" dirty="0" err="1">
                <a:sym typeface="+mn-ea"/>
              </a:rPr>
              <a:t>đối</a:t>
            </a:r>
            <a:r>
              <a:rPr lang="en-US" dirty="0">
                <a:sym typeface="+mn-ea"/>
              </a:rPr>
              <a:t> </a:t>
            </a:r>
            <a:r>
              <a:rPr lang="en-US" dirty="0" err="1">
                <a:sym typeface="+mn-ea"/>
              </a:rPr>
              <a:t>xử</a:t>
            </a:r>
            <a:r>
              <a:rPr lang="en-US" dirty="0">
                <a:sym typeface="+mn-ea"/>
              </a:rPr>
              <a:t> </a:t>
            </a:r>
            <a:r>
              <a:rPr lang="en-US" dirty="0" err="1">
                <a:sym typeface="+mn-ea"/>
              </a:rPr>
              <a:t>về</a:t>
            </a:r>
            <a:r>
              <a:rPr lang="en-US" dirty="0">
                <a:sym typeface="+mn-ea"/>
              </a:rPr>
              <a:t> </a:t>
            </a:r>
            <a:r>
              <a:rPr lang="en-US" dirty="0" err="1">
                <a:sym typeface="+mn-ea"/>
              </a:rPr>
              <a:t>giới</a:t>
            </a:r>
            <a:r>
              <a:rPr lang="en-US" dirty="0">
                <a:sym typeface="+mn-ea"/>
              </a:rPr>
              <a:t>, </a:t>
            </a:r>
            <a:r>
              <a:rPr lang="en-US" dirty="0" err="1">
                <a:sym typeface="+mn-ea"/>
              </a:rPr>
              <a:t>phân</a:t>
            </a:r>
            <a:r>
              <a:rPr lang="en-US" dirty="0">
                <a:sym typeface="+mn-ea"/>
              </a:rPr>
              <a:t> </a:t>
            </a:r>
            <a:r>
              <a:rPr lang="en-US" dirty="0" err="1">
                <a:sym typeface="+mn-ea"/>
              </a:rPr>
              <a:t>biệt</a:t>
            </a:r>
            <a:r>
              <a:rPr lang="en-US" dirty="0">
                <a:sym typeface="+mn-ea"/>
              </a:rPr>
              <a:t> </a:t>
            </a:r>
            <a:r>
              <a:rPr lang="en-US" dirty="0" err="1">
                <a:sym typeface="+mn-ea"/>
              </a:rPr>
              <a:t>chủng</a:t>
            </a:r>
            <a:r>
              <a:rPr lang="en-US" dirty="0">
                <a:sym typeface="+mn-ea"/>
              </a:rPr>
              <a:t> </a:t>
            </a:r>
            <a:r>
              <a:rPr lang="en-US" dirty="0" err="1">
                <a:sym typeface="+mn-ea"/>
              </a:rPr>
              <a:t>tộc</a:t>
            </a:r>
            <a:r>
              <a:rPr lang="en-US" dirty="0">
                <a:sym typeface="+mn-ea"/>
              </a:rPr>
              <a:t>;</a:t>
            </a:r>
            <a:endParaRPr lang="en-US" dirty="0"/>
          </a:p>
          <a:p>
            <a:pPr marL="0" indent="0">
              <a:buNone/>
            </a:pPr>
            <a:r>
              <a:rPr lang="en-US" dirty="0">
                <a:sym typeface="+mn-ea"/>
              </a:rPr>
              <a:t>- Thông tin </a:t>
            </a:r>
            <a:r>
              <a:rPr lang="en-US" dirty="0" err="1">
                <a:sym typeface="+mn-ea"/>
              </a:rPr>
              <a:t>sai</a:t>
            </a:r>
            <a:r>
              <a:rPr lang="en-US" dirty="0">
                <a:sym typeface="+mn-ea"/>
              </a:rPr>
              <a:t> </a:t>
            </a:r>
            <a:r>
              <a:rPr lang="en-US" dirty="0" err="1">
                <a:sym typeface="+mn-ea"/>
              </a:rPr>
              <a:t>sự</a:t>
            </a:r>
            <a:r>
              <a:rPr lang="en-US" dirty="0">
                <a:sym typeface="+mn-ea"/>
              </a:rPr>
              <a:t> </a:t>
            </a:r>
            <a:r>
              <a:rPr lang="en-US" dirty="0" err="1">
                <a:sym typeface="+mn-ea"/>
              </a:rPr>
              <a:t>thật</a:t>
            </a:r>
            <a:r>
              <a:rPr lang="en-US" dirty="0">
                <a:sym typeface="+mn-ea"/>
              </a:rPr>
              <a:t> </a:t>
            </a:r>
            <a:r>
              <a:rPr lang="en-US" dirty="0" err="1">
                <a:sym typeface="+mn-ea"/>
              </a:rPr>
              <a:t>gây</a:t>
            </a:r>
            <a:r>
              <a:rPr lang="en-US" dirty="0">
                <a:sym typeface="+mn-ea"/>
              </a:rPr>
              <a:t> </a:t>
            </a:r>
            <a:r>
              <a:rPr lang="en-US" dirty="0" err="1">
                <a:sym typeface="+mn-ea"/>
              </a:rPr>
              <a:t>hoang</a:t>
            </a:r>
            <a:r>
              <a:rPr lang="en-US" dirty="0">
                <a:sym typeface="+mn-ea"/>
              </a:rPr>
              <a:t> </a:t>
            </a:r>
            <a:r>
              <a:rPr lang="en-US" dirty="0" err="1">
                <a:sym typeface="+mn-ea"/>
              </a:rPr>
              <a:t>mang</a:t>
            </a:r>
            <a:r>
              <a:rPr lang="en-US" dirty="0">
                <a:sym typeface="+mn-ea"/>
              </a:rPr>
              <a:t> </a:t>
            </a:r>
            <a:r>
              <a:rPr lang="en-US" dirty="0" err="1">
                <a:sym typeface="+mn-ea"/>
              </a:rPr>
              <a:t>trong</a:t>
            </a:r>
            <a:r>
              <a:rPr lang="en-US" dirty="0">
                <a:sym typeface="+mn-ea"/>
              </a:rPr>
              <a:t> </a:t>
            </a:r>
            <a:r>
              <a:rPr lang="en-US" dirty="0" err="1">
                <a:sym typeface="+mn-ea"/>
              </a:rPr>
              <a:t>Nhân</a:t>
            </a:r>
            <a:r>
              <a:rPr lang="en-US" dirty="0">
                <a:sym typeface="+mn-ea"/>
              </a:rPr>
              <a:t> </a:t>
            </a:r>
            <a:r>
              <a:rPr lang="en-US" dirty="0" err="1">
                <a:sym typeface="+mn-ea"/>
              </a:rPr>
              <a:t>dân</a:t>
            </a:r>
            <a:r>
              <a:rPr lang="en-US" dirty="0">
                <a:sym typeface="+mn-ea"/>
              </a:rPr>
              <a:t>, </a:t>
            </a:r>
            <a:r>
              <a:rPr lang="en-US" dirty="0" err="1">
                <a:sym typeface="+mn-ea"/>
              </a:rPr>
              <a:t>gây</a:t>
            </a:r>
            <a:r>
              <a:rPr lang="en-US" dirty="0">
                <a:sym typeface="+mn-ea"/>
              </a:rPr>
              <a:t> </a:t>
            </a:r>
            <a:r>
              <a:rPr lang="en-US" dirty="0" err="1">
                <a:sym typeface="+mn-ea"/>
              </a:rPr>
              <a:t>thiệt</a:t>
            </a:r>
            <a:r>
              <a:rPr lang="en-US" dirty="0">
                <a:sym typeface="+mn-ea"/>
              </a:rPr>
              <a:t> </a:t>
            </a:r>
            <a:r>
              <a:rPr lang="en-US" dirty="0" err="1">
                <a:sym typeface="+mn-ea"/>
              </a:rPr>
              <a:t>hại</a:t>
            </a:r>
            <a:r>
              <a:rPr lang="en-US" dirty="0">
                <a:sym typeface="+mn-ea"/>
              </a:rPr>
              <a:t> </a:t>
            </a:r>
            <a:r>
              <a:rPr lang="en-US" dirty="0" err="1">
                <a:sym typeface="+mn-ea"/>
              </a:rPr>
              <a:t>cho</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kinh</a:t>
            </a:r>
            <a:r>
              <a:rPr lang="en-US" dirty="0">
                <a:sym typeface="+mn-ea"/>
              </a:rPr>
              <a:t> </a:t>
            </a:r>
            <a:r>
              <a:rPr lang="en-US" dirty="0" err="1">
                <a:sym typeface="+mn-ea"/>
              </a:rPr>
              <a:t>tế</a:t>
            </a:r>
            <a:r>
              <a:rPr lang="en-US" dirty="0">
                <a:sym typeface="+mn-ea"/>
              </a:rPr>
              <a:t> - </a:t>
            </a:r>
            <a:r>
              <a:rPr lang="en-US" dirty="0" err="1">
                <a:sym typeface="+mn-ea"/>
              </a:rPr>
              <a:t>xã</a:t>
            </a:r>
            <a:r>
              <a:rPr lang="en-US" dirty="0">
                <a:sym typeface="+mn-ea"/>
              </a:rPr>
              <a:t> </a:t>
            </a:r>
            <a:r>
              <a:rPr lang="en-US" dirty="0" err="1">
                <a:sym typeface="+mn-ea"/>
              </a:rPr>
              <a:t>hội</a:t>
            </a:r>
            <a:r>
              <a:rPr lang="en-US" dirty="0">
                <a:sym typeface="+mn-ea"/>
              </a:rPr>
              <a:t>, </a:t>
            </a:r>
            <a:r>
              <a:rPr lang="en-US" dirty="0" err="1">
                <a:sym typeface="+mn-ea"/>
              </a:rPr>
              <a:t>gây</a:t>
            </a:r>
            <a:r>
              <a:rPr lang="en-US" dirty="0">
                <a:sym typeface="+mn-ea"/>
              </a:rPr>
              <a:t> </a:t>
            </a:r>
            <a:r>
              <a:rPr lang="en-US" dirty="0" err="1">
                <a:sym typeface="+mn-ea"/>
              </a:rPr>
              <a:t>khó</a:t>
            </a:r>
            <a:r>
              <a:rPr lang="en-US" dirty="0">
                <a:sym typeface="+mn-ea"/>
              </a:rPr>
              <a:t> </a:t>
            </a:r>
            <a:r>
              <a:rPr lang="en-US" dirty="0" err="1">
                <a:sym typeface="+mn-ea"/>
              </a:rPr>
              <a:t>khăn</a:t>
            </a:r>
            <a:r>
              <a:rPr lang="en-US" dirty="0">
                <a:sym typeface="+mn-ea"/>
              </a:rPr>
              <a:t> </a:t>
            </a:r>
            <a:r>
              <a:rPr lang="en-US" dirty="0" err="1">
                <a:sym typeface="+mn-ea"/>
              </a:rPr>
              <a:t>cho</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của</a:t>
            </a:r>
            <a:r>
              <a:rPr lang="en-US" dirty="0">
                <a:sym typeface="+mn-ea"/>
              </a:rPr>
              <a:t> </a:t>
            </a:r>
            <a:r>
              <a:rPr lang="en-US" dirty="0" err="1">
                <a:sym typeface="+mn-ea"/>
              </a:rPr>
              <a:t>cơ</a:t>
            </a:r>
            <a:r>
              <a:rPr lang="en-US" dirty="0">
                <a:sym typeface="+mn-ea"/>
              </a:rPr>
              <a:t> </a:t>
            </a:r>
            <a:r>
              <a:rPr lang="en-US" dirty="0" err="1">
                <a:sym typeface="+mn-ea"/>
              </a:rPr>
              <a:t>quan</a:t>
            </a:r>
            <a:r>
              <a:rPr lang="en-US" dirty="0">
                <a:sym typeface="+mn-ea"/>
              </a:rPr>
              <a:t> </a:t>
            </a:r>
            <a:r>
              <a:rPr lang="en-US" dirty="0" err="1">
                <a:sym typeface="+mn-ea"/>
              </a:rPr>
              <a:t>nhà</a:t>
            </a:r>
            <a:r>
              <a:rPr lang="en-US" dirty="0">
                <a:sym typeface="+mn-ea"/>
              </a:rPr>
              <a:t> </a:t>
            </a:r>
            <a:r>
              <a:rPr lang="en-US" dirty="0" err="1">
                <a:sym typeface="+mn-ea"/>
              </a:rPr>
              <a:t>nước</a:t>
            </a:r>
            <a:r>
              <a:rPr lang="en-US" dirty="0">
                <a:sym typeface="+mn-ea"/>
              </a:rPr>
              <a:t> </a:t>
            </a:r>
            <a:r>
              <a:rPr lang="en-US" dirty="0" err="1">
                <a:sym typeface="+mn-ea"/>
              </a:rPr>
              <a:t>hoặc</a:t>
            </a:r>
            <a:r>
              <a:rPr lang="en-US" dirty="0">
                <a:sym typeface="+mn-ea"/>
              </a:rPr>
              <a:t> </a:t>
            </a:r>
            <a:r>
              <a:rPr lang="en-US" dirty="0" err="1">
                <a:sym typeface="+mn-ea"/>
              </a:rPr>
              <a:t>người</a:t>
            </a:r>
            <a:r>
              <a:rPr lang="en-US" dirty="0">
                <a:sym typeface="+mn-ea"/>
              </a:rPr>
              <a:t> </a:t>
            </a:r>
            <a:r>
              <a:rPr lang="en-US" dirty="0" err="1">
                <a:sym typeface="+mn-ea"/>
              </a:rPr>
              <a:t>thi</a:t>
            </a:r>
            <a:r>
              <a:rPr lang="en-US" dirty="0">
                <a:sym typeface="+mn-ea"/>
              </a:rPr>
              <a:t> </a:t>
            </a:r>
            <a:r>
              <a:rPr lang="en-US" dirty="0" err="1">
                <a:sym typeface="+mn-ea"/>
              </a:rPr>
              <a:t>hành</a:t>
            </a:r>
            <a:r>
              <a:rPr lang="en-US" dirty="0">
                <a:sym typeface="+mn-ea"/>
              </a:rPr>
              <a:t> </a:t>
            </a:r>
            <a:r>
              <a:rPr lang="en-US" dirty="0" err="1">
                <a:sym typeface="+mn-ea"/>
              </a:rPr>
              <a:t>công</a:t>
            </a:r>
            <a:r>
              <a:rPr lang="en-US" dirty="0">
                <a:sym typeface="+mn-ea"/>
              </a:rPr>
              <a:t> </a:t>
            </a:r>
            <a:r>
              <a:rPr lang="en-US" dirty="0" err="1">
                <a:sym typeface="+mn-ea"/>
              </a:rPr>
              <a:t>vụ</a:t>
            </a:r>
            <a:r>
              <a:rPr lang="en-US" dirty="0">
                <a:sym typeface="+mn-ea"/>
              </a:rPr>
              <a:t>, </a:t>
            </a:r>
            <a:r>
              <a:rPr lang="en-US" dirty="0" err="1">
                <a:sym typeface="+mn-ea"/>
              </a:rPr>
              <a:t>xâm</a:t>
            </a:r>
            <a:r>
              <a:rPr lang="en-US" dirty="0">
                <a:sym typeface="+mn-ea"/>
              </a:rPr>
              <a:t> </a:t>
            </a:r>
            <a:r>
              <a:rPr lang="en-US" dirty="0" err="1">
                <a:sym typeface="+mn-ea"/>
              </a:rPr>
              <a:t>phạm</a:t>
            </a:r>
            <a:r>
              <a:rPr lang="en-US" dirty="0">
                <a:sym typeface="+mn-ea"/>
              </a:rPr>
              <a:t> </a:t>
            </a:r>
            <a:r>
              <a:rPr lang="en-US" dirty="0" err="1">
                <a:sym typeface="+mn-ea"/>
              </a:rPr>
              <a:t>quyền</a:t>
            </a:r>
            <a:r>
              <a:rPr lang="en-US" dirty="0">
                <a:sym typeface="+mn-ea"/>
              </a:rPr>
              <a:t> </a:t>
            </a:r>
            <a:r>
              <a:rPr lang="en-US" dirty="0" err="1">
                <a:sym typeface="+mn-ea"/>
              </a:rPr>
              <a:t>và</a:t>
            </a:r>
            <a:r>
              <a:rPr lang="en-US" dirty="0">
                <a:sym typeface="+mn-ea"/>
              </a:rPr>
              <a:t> </a:t>
            </a:r>
            <a:r>
              <a:rPr lang="en-US" dirty="0" err="1">
                <a:sym typeface="+mn-ea"/>
              </a:rPr>
              <a:t>lợi</a:t>
            </a:r>
            <a:r>
              <a:rPr lang="en-US" dirty="0">
                <a:sym typeface="+mn-ea"/>
              </a:rPr>
              <a:t> </a:t>
            </a:r>
            <a:r>
              <a:rPr lang="en-US" dirty="0" err="1">
                <a:sym typeface="+mn-ea"/>
              </a:rPr>
              <a:t>ích</a:t>
            </a:r>
            <a:r>
              <a:rPr lang="en-US" dirty="0">
                <a:sym typeface="+mn-ea"/>
              </a:rPr>
              <a:t> </a:t>
            </a:r>
            <a:r>
              <a:rPr lang="en-US" dirty="0" err="1">
                <a:sym typeface="+mn-ea"/>
              </a:rPr>
              <a:t>hợp</a:t>
            </a:r>
            <a:r>
              <a:rPr lang="en-US" dirty="0">
                <a:sym typeface="+mn-ea"/>
              </a:rPr>
              <a:t> </a:t>
            </a:r>
            <a:r>
              <a:rPr lang="en-US" dirty="0" err="1">
                <a:sym typeface="+mn-ea"/>
              </a:rPr>
              <a:t>pháp</a:t>
            </a:r>
            <a:r>
              <a:rPr lang="en-US" dirty="0">
                <a:sym typeface="+mn-ea"/>
              </a:rPr>
              <a:t> </a:t>
            </a:r>
            <a:r>
              <a:rPr lang="en-US" dirty="0" err="1">
                <a:sym typeface="+mn-ea"/>
              </a:rPr>
              <a:t>của</a:t>
            </a:r>
            <a:r>
              <a:rPr lang="en-US" dirty="0">
                <a:sym typeface="+mn-ea"/>
              </a:rPr>
              <a:t> </a:t>
            </a:r>
            <a:r>
              <a:rPr lang="en-US" dirty="0" err="1">
                <a:sym typeface="+mn-ea"/>
              </a:rPr>
              <a:t>cơ</a:t>
            </a:r>
            <a:r>
              <a:rPr lang="en-US" dirty="0">
                <a:sym typeface="+mn-ea"/>
              </a:rPr>
              <a:t> </a:t>
            </a:r>
            <a:r>
              <a:rPr lang="en-US" dirty="0" err="1">
                <a:sym typeface="+mn-ea"/>
              </a:rPr>
              <a:t>quan</a:t>
            </a:r>
            <a:r>
              <a:rPr lang="en-US" dirty="0">
                <a:sym typeface="+mn-ea"/>
              </a:rPr>
              <a:t>, </a:t>
            </a:r>
            <a:r>
              <a:rPr lang="en-US" dirty="0" err="1">
                <a:sym typeface="+mn-ea"/>
              </a:rPr>
              <a:t>tổ</a:t>
            </a:r>
            <a:r>
              <a:rPr lang="en-US" dirty="0">
                <a:sym typeface="+mn-ea"/>
              </a:rPr>
              <a:t> </a:t>
            </a:r>
            <a:r>
              <a:rPr lang="en-US" dirty="0" err="1">
                <a:sym typeface="+mn-ea"/>
              </a:rPr>
              <a:t>chức</a:t>
            </a:r>
            <a:r>
              <a:rPr lang="en-US" dirty="0">
                <a:sym typeface="+mn-ea"/>
              </a:rPr>
              <a:t>, </a:t>
            </a:r>
            <a:r>
              <a:rPr lang="en-US" dirty="0" err="1">
                <a:sym typeface="+mn-ea"/>
              </a:rPr>
              <a:t>cá</a:t>
            </a:r>
            <a:r>
              <a:rPr lang="en-US" dirty="0">
                <a:sym typeface="+mn-ea"/>
              </a:rPr>
              <a:t> </a:t>
            </a:r>
            <a:r>
              <a:rPr lang="en-US" dirty="0" err="1">
                <a:sym typeface="+mn-ea"/>
              </a:rPr>
              <a:t>nhân</a:t>
            </a:r>
            <a:r>
              <a:rPr lang="en-US" dirty="0">
                <a:sym typeface="+mn-ea"/>
              </a:rPr>
              <a:t> </a:t>
            </a:r>
            <a:r>
              <a:rPr lang="en-US" dirty="0" err="1">
                <a:sym typeface="+mn-ea"/>
              </a:rPr>
              <a:t>khác</a:t>
            </a:r>
            <a:r>
              <a:rPr lang="en-US" dirty="0">
                <a:sym typeface="+mn-ea"/>
              </a:rPr>
              <a:t>;</a:t>
            </a:r>
            <a:endParaRPr lang="en-US" dirty="0"/>
          </a:p>
          <a:p>
            <a:pPr marL="0" indent="0">
              <a:buNone/>
            </a:pP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mại</a:t>
            </a:r>
            <a:r>
              <a:rPr lang="en-US" dirty="0">
                <a:sym typeface="+mn-ea"/>
              </a:rPr>
              <a:t> </a:t>
            </a:r>
            <a:r>
              <a:rPr lang="en-US" dirty="0" err="1">
                <a:sym typeface="+mn-ea"/>
              </a:rPr>
              <a:t>dâm</a:t>
            </a:r>
            <a:r>
              <a:rPr lang="en-US" dirty="0">
                <a:sym typeface="+mn-ea"/>
              </a:rPr>
              <a:t>, </a:t>
            </a:r>
            <a:r>
              <a:rPr lang="en-US" dirty="0" err="1">
                <a:sym typeface="+mn-ea"/>
              </a:rPr>
              <a:t>tệ</a:t>
            </a:r>
            <a:r>
              <a:rPr lang="en-US" dirty="0">
                <a:sym typeface="+mn-ea"/>
              </a:rPr>
              <a:t> </a:t>
            </a:r>
            <a:r>
              <a:rPr lang="en-US" dirty="0" err="1">
                <a:sym typeface="+mn-ea"/>
              </a:rPr>
              <a:t>nạn</a:t>
            </a:r>
            <a:r>
              <a:rPr lang="en-US" dirty="0">
                <a:sym typeface="+mn-ea"/>
              </a:rPr>
              <a:t> </a:t>
            </a:r>
            <a:r>
              <a:rPr lang="en-US" dirty="0" err="1">
                <a:sym typeface="+mn-ea"/>
              </a:rPr>
              <a:t>xã</a:t>
            </a:r>
            <a:r>
              <a:rPr lang="en-US" dirty="0">
                <a:sym typeface="+mn-ea"/>
              </a:rPr>
              <a:t> </a:t>
            </a:r>
            <a:r>
              <a:rPr lang="en-US" dirty="0" err="1">
                <a:sym typeface="+mn-ea"/>
              </a:rPr>
              <a:t>hội</a:t>
            </a:r>
            <a:r>
              <a:rPr lang="en-US" dirty="0">
                <a:sym typeface="+mn-ea"/>
              </a:rPr>
              <a:t>, </a:t>
            </a:r>
            <a:r>
              <a:rPr lang="en-US" dirty="0" err="1">
                <a:sym typeface="+mn-ea"/>
              </a:rPr>
              <a:t>mua</a:t>
            </a:r>
            <a:r>
              <a:rPr lang="en-US" dirty="0">
                <a:sym typeface="+mn-ea"/>
              </a:rPr>
              <a:t> </a:t>
            </a:r>
            <a:r>
              <a:rPr lang="en-US" dirty="0" err="1">
                <a:sym typeface="+mn-ea"/>
              </a:rPr>
              <a:t>bán</a:t>
            </a:r>
            <a:r>
              <a:rPr lang="en-US" dirty="0">
                <a:sym typeface="+mn-ea"/>
              </a:rPr>
              <a:t> </a:t>
            </a:r>
            <a:r>
              <a:rPr lang="en-US" dirty="0" err="1">
                <a:sym typeface="+mn-ea"/>
              </a:rPr>
              <a:t>người</a:t>
            </a:r>
            <a:r>
              <a:rPr lang="en-US" dirty="0">
                <a:sym typeface="+mn-ea"/>
              </a:rPr>
              <a:t>; </a:t>
            </a:r>
            <a:r>
              <a:rPr lang="en-US" dirty="0" err="1">
                <a:sym typeface="+mn-ea"/>
              </a:rPr>
              <a:t>đăng</a:t>
            </a:r>
            <a:r>
              <a:rPr lang="en-US" dirty="0">
                <a:sym typeface="+mn-ea"/>
              </a:rPr>
              <a:t> </a:t>
            </a:r>
            <a:r>
              <a:rPr lang="en-US" dirty="0" err="1">
                <a:sym typeface="+mn-ea"/>
              </a:rPr>
              <a:t>tải</a:t>
            </a:r>
            <a:r>
              <a:rPr lang="en-US" dirty="0">
                <a:sym typeface="+mn-ea"/>
              </a:rPr>
              <a:t> </a:t>
            </a:r>
            <a:r>
              <a:rPr lang="en-US" dirty="0" err="1">
                <a:sym typeface="+mn-ea"/>
              </a:rPr>
              <a:t>thông</a:t>
            </a:r>
            <a:r>
              <a:rPr lang="en-US" dirty="0">
                <a:sym typeface="+mn-ea"/>
              </a:rPr>
              <a:t> tin </a:t>
            </a:r>
            <a:r>
              <a:rPr lang="en-US" dirty="0" err="1">
                <a:sym typeface="+mn-ea"/>
              </a:rPr>
              <a:t>dâm</a:t>
            </a:r>
            <a:r>
              <a:rPr lang="en-US" dirty="0">
                <a:sym typeface="+mn-ea"/>
              </a:rPr>
              <a:t> ô, </a:t>
            </a:r>
            <a:r>
              <a:rPr lang="en-US" dirty="0" err="1">
                <a:sym typeface="+mn-ea"/>
              </a:rPr>
              <a:t>đồi</a:t>
            </a:r>
            <a:r>
              <a:rPr lang="en-US" dirty="0">
                <a:sym typeface="+mn-ea"/>
              </a:rPr>
              <a:t> </a:t>
            </a:r>
            <a:r>
              <a:rPr lang="en-US" dirty="0" err="1">
                <a:sym typeface="+mn-ea"/>
              </a:rPr>
              <a:t>trụy</a:t>
            </a:r>
            <a:r>
              <a:rPr lang="en-US" dirty="0">
                <a:sym typeface="+mn-ea"/>
              </a:rPr>
              <a:t>, </a:t>
            </a:r>
            <a:r>
              <a:rPr lang="en-US" dirty="0" err="1">
                <a:sym typeface="+mn-ea"/>
              </a:rPr>
              <a:t>tội</a:t>
            </a:r>
            <a:r>
              <a:rPr lang="en-US" dirty="0">
                <a:sym typeface="+mn-ea"/>
              </a:rPr>
              <a:t> </a:t>
            </a:r>
            <a:r>
              <a:rPr lang="en-US" dirty="0" err="1">
                <a:sym typeface="+mn-ea"/>
              </a:rPr>
              <a:t>ác</a:t>
            </a:r>
            <a:r>
              <a:rPr lang="en-US" dirty="0">
                <a:sym typeface="+mn-ea"/>
              </a:rPr>
              <a:t>; </a:t>
            </a:r>
            <a:r>
              <a:rPr lang="en-US" dirty="0" err="1">
                <a:sym typeface="+mn-ea"/>
              </a:rPr>
              <a:t>phá</a:t>
            </a:r>
            <a:r>
              <a:rPr lang="en-US" dirty="0">
                <a:sym typeface="+mn-ea"/>
              </a:rPr>
              <a:t> </a:t>
            </a:r>
            <a:r>
              <a:rPr lang="en-US" dirty="0" err="1">
                <a:sym typeface="+mn-ea"/>
              </a:rPr>
              <a:t>hoại</a:t>
            </a:r>
            <a:r>
              <a:rPr lang="en-US" dirty="0">
                <a:sym typeface="+mn-ea"/>
              </a:rPr>
              <a:t> </a:t>
            </a:r>
            <a:r>
              <a:rPr lang="en-US" dirty="0" err="1">
                <a:sym typeface="+mn-ea"/>
              </a:rPr>
              <a:t>thuần</a:t>
            </a:r>
            <a:r>
              <a:rPr lang="en-US" dirty="0">
                <a:sym typeface="+mn-ea"/>
              </a:rPr>
              <a:t> </a:t>
            </a:r>
            <a:r>
              <a:rPr lang="en-US" dirty="0" err="1">
                <a:sym typeface="+mn-ea"/>
              </a:rPr>
              <a:t>phong</a:t>
            </a:r>
            <a:r>
              <a:rPr lang="en-US" dirty="0">
                <a:sym typeface="+mn-ea"/>
              </a:rPr>
              <a:t>, </a:t>
            </a:r>
            <a:r>
              <a:rPr lang="en-US" dirty="0" err="1">
                <a:sym typeface="+mn-ea"/>
              </a:rPr>
              <a:t>mỹ</a:t>
            </a:r>
            <a:r>
              <a:rPr lang="en-US" dirty="0">
                <a:sym typeface="+mn-ea"/>
              </a:rPr>
              <a:t> </a:t>
            </a:r>
            <a:r>
              <a:rPr lang="en-US" dirty="0" err="1">
                <a:sym typeface="+mn-ea"/>
              </a:rPr>
              <a:t>tục</a:t>
            </a:r>
            <a:r>
              <a:rPr lang="en-US" dirty="0">
                <a:sym typeface="+mn-ea"/>
              </a:rPr>
              <a:t> </a:t>
            </a:r>
            <a:r>
              <a:rPr lang="en-US" dirty="0" err="1">
                <a:sym typeface="+mn-ea"/>
              </a:rPr>
              <a:t>của</a:t>
            </a:r>
            <a:r>
              <a:rPr lang="en-US" dirty="0">
                <a:sym typeface="+mn-ea"/>
              </a:rPr>
              <a:t> </a:t>
            </a:r>
            <a:r>
              <a:rPr lang="en-US" dirty="0" err="1">
                <a:sym typeface="+mn-ea"/>
              </a:rPr>
              <a:t>dân</a:t>
            </a:r>
            <a:r>
              <a:rPr lang="en-US" dirty="0">
                <a:sym typeface="+mn-ea"/>
              </a:rPr>
              <a:t> </a:t>
            </a:r>
            <a:r>
              <a:rPr lang="en-US" dirty="0" err="1">
                <a:sym typeface="+mn-ea"/>
              </a:rPr>
              <a:t>tộc</a:t>
            </a:r>
            <a:r>
              <a:rPr lang="en-US" dirty="0">
                <a:sym typeface="+mn-ea"/>
              </a:rPr>
              <a:t>, </a:t>
            </a:r>
            <a:r>
              <a:rPr lang="en-US" dirty="0" err="1">
                <a:sym typeface="+mn-ea"/>
              </a:rPr>
              <a:t>đạo</a:t>
            </a:r>
            <a:r>
              <a:rPr lang="en-US" dirty="0">
                <a:sym typeface="+mn-ea"/>
              </a:rPr>
              <a:t> </a:t>
            </a:r>
            <a:r>
              <a:rPr lang="en-US" dirty="0" err="1">
                <a:sym typeface="+mn-ea"/>
              </a:rPr>
              <a:t>đức</a:t>
            </a:r>
            <a:r>
              <a:rPr lang="en-US" dirty="0">
                <a:sym typeface="+mn-ea"/>
              </a:rPr>
              <a:t> </a:t>
            </a:r>
            <a:r>
              <a:rPr lang="en-US" dirty="0" err="1">
                <a:sym typeface="+mn-ea"/>
              </a:rPr>
              <a:t>xã</a:t>
            </a:r>
            <a:r>
              <a:rPr lang="en-US" dirty="0">
                <a:sym typeface="+mn-ea"/>
              </a:rPr>
              <a:t> </a:t>
            </a:r>
            <a:r>
              <a:rPr lang="en-US" dirty="0" err="1">
                <a:sym typeface="+mn-ea"/>
              </a:rPr>
              <a:t>hội</a:t>
            </a:r>
            <a:r>
              <a:rPr lang="en-US" dirty="0">
                <a:sym typeface="+mn-ea"/>
              </a:rPr>
              <a:t>, </a:t>
            </a:r>
            <a:r>
              <a:rPr lang="en-US" dirty="0" err="1">
                <a:sym typeface="+mn-ea"/>
              </a:rPr>
              <a:t>sức</a:t>
            </a:r>
            <a:r>
              <a:rPr lang="en-US" dirty="0">
                <a:sym typeface="+mn-ea"/>
              </a:rPr>
              <a:t> </a:t>
            </a:r>
            <a:r>
              <a:rPr lang="en-US" dirty="0" err="1">
                <a:sym typeface="+mn-ea"/>
              </a:rPr>
              <a:t>khỏe</a:t>
            </a:r>
            <a:r>
              <a:rPr lang="en-US" dirty="0">
                <a:sym typeface="+mn-ea"/>
              </a:rPr>
              <a:t> </a:t>
            </a:r>
            <a:r>
              <a:rPr lang="en-US" dirty="0" err="1">
                <a:sym typeface="+mn-ea"/>
              </a:rPr>
              <a:t>của</a:t>
            </a:r>
            <a:r>
              <a:rPr lang="en-US" dirty="0">
                <a:sym typeface="+mn-ea"/>
              </a:rPr>
              <a:t> </a:t>
            </a:r>
            <a:r>
              <a:rPr lang="en-US" dirty="0" err="1">
                <a:sym typeface="+mn-ea"/>
              </a:rPr>
              <a:t>cộng</a:t>
            </a:r>
            <a:r>
              <a:rPr lang="en-US" dirty="0">
                <a:sym typeface="+mn-ea"/>
              </a:rPr>
              <a:t> </a:t>
            </a:r>
            <a:r>
              <a:rPr lang="en-US" dirty="0" err="1">
                <a:sym typeface="+mn-ea"/>
              </a:rPr>
              <a:t>đồng</a:t>
            </a:r>
            <a:r>
              <a:rPr lang="en-US" dirty="0">
                <a:sym typeface="+mn-ea"/>
              </a:rPr>
              <a:t>;</a:t>
            </a:r>
            <a:endParaRPr lang="en-US" dirty="0"/>
          </a:p>
          <a:p>
            <a:pPr marL="0" indent="0">
              <a:buNone/>
            </a:pPr>
            <a:r>
              <a:rPr lang="en-US" dirty="0">
                <a:sym typeface="+mn-ea"/>
              </a:rPr>
              <a:t>- </a:t>
            </a:r>
            <a:r>
              <a:rPr lang="en-US" dirty="0" err="1">
                <a:sym typeface="+mn-ea"/>
              </a:rPr>
              <a:t>Xúi</a:t>
            </a:r>
            <a:r>
              <a:rPr lang="en-US" dirty="0">
                <a:sym typeface="+mn-ea"/>
              </a:rPr>
              <a:t> </a:t>
            </a:r>
            <a:r>
              <a:rPr lang="en-US" dirty="0" err="1">
                <a:sym typeface="+mn-ea"/>
              </a:rPr>
              <a:t>giục</a:t>
            </a:r>
            <a:r>
              <a:rPr lang="en-US" dirty="0">
                <a:sym typeface="+mn-ea"/>
              </a:rPr>
              <a:t>, </a:t>
            </a:r>
            <a:r>
              <a:rPr lang="en-US" dirty="0" err="1">
                <a:sym typeface="+mn-ea"/>
              </a:rPr>
              <a:t>lôi</a:t>
            </a:r>
            <a:r>
              <a:rPr lang="en-US" dirty="0">
                <a:sym typeface="+mn-ea"/>
              </a:rPr>
              <a:t> </a:t>
            </a:r>
            <a:r>
              <a:rPr lang="en-US" dirty="0" err="1">
                <a:sym typeface="+mn-ea"/>
              </a:rPr>
              <a:t>kéo</a:t>
            </a:r>
            <a:r>
              <a:rPr lang="en-US" dirty="0">
                <a:sym typeface="+mn-ea"/>
              </a:rPr>
              <a:t>, </a:t>
            </a:r>
            <a:r>
              <a:rPr lang="en-US" dirty="0" err="1">
                <a:sym typeface="+mn-ea"/>
              </a:rPr>
              <a:t>kích</a:t>
            </a:r>
            <a:r>
              <a:rPr lang="en-US" dirty="0">
                <a:sym typeface="+mn-ea"/>
              </a:rPr>
              <a:t> </a:t>
            </a:r>
            <a:r>
              <a:rPr lang="en-US" dirty="0" err="1">
                <a:sym typeface="+mn-ea"/>
              </a:rPr>
              <a:t>động</a:t>
            </a:r>
            <a:r>
              <a:rPr lang="en-US" dirty="0">
                <a:sym typeface="+mn-ea"/>
              </a:rPr>
              <a:t> </a:t>
            </a:r>
            <a:r>
              <a:rPr lang="en-US" dirty="0" err="1">
                <a:sym typeface="+mn-ea"/>
              </a:rPr>
              <a:t>người</a:t>
            </a:r>
            <a:r>
              <a:rPr lang="en-US" dirty="0">
                <a:sym typeface="+mn-ea"/>
              </a:rPr>
              <a:t> </a:t>
            </a:r>
            <a:r>
              <a:rPr lang="en-US" dirty="0" err="1">
                <a:sym typeface="+mn-ea"/>
              </a:rPr>
              <a:t>khác</a:t>
            </a:r>
            <a:r>
              <a:rPr lang="en-US" dirty="0">
                <a:sym typeface="+mn-ea"/>
              </a:rPr>
              <a:t> </a:t>
            </a:r>
            <a:r>
              <a:rPr lang="en-US" dirty="0" err="1">
                <a:sym typeface="+mn-ea"/>
              </a:rPr>
              <a:t>phạm</a:t>
            </a:r>
            <a:r>
              <a:rPr lang="en-US" dirty="0">
                <a:sym typeface="+mn-ea"/>
              </a:rPr>
              <a:t> </a:t>
            </a:r>
            <a:r>
              <a:rPr lang="en-US" dirty="0" err="1">
                <a:sym typeface="+mn-ea"/>
              </a:rPr>
              <a:t>tội</a:t>
            </a:r>
            <a:r>
              <a:rPr lang="en-US" dirty="0">
                <a:sym typeface="+mn-ea"/>
              </a:rPr>
              <a:t>; </a:t>
            </a:r>
            <a:endParaRPr lang="en-US" dirty="0"/>
          </a:p>
          <a:p>
            <a:pPr marL="0" indent="0">
              <a:buNone/>
            </a:pPr>
            <a:r>
              <a:rPr lang="en-US" dirty="0">
                <a:sym typeface="+mn-ea"/>
              </a:rPr>
              <a:t>(2) </a:t>
            </a:r>
            <a:r>
              <a:rPr lang="en-US" dirty="0" err="1">
                <a:sym typeface="+mn-ea"/>
              </a:rPr>
              <a:t>Thực</a:t>
            </a:r>
            <a:r>
              <a:rPr lang="en-US" dirty="0">
                <a:sym typeface="+mn-ea"/>
              </a:rPr>
              <a:t> </a:t>
            </a:r>
            <a:r>
              <a:rPr lang="en-US" dirty="0" err="1">
                <a:sym typeface="+mn-ea"/>
              </a:rPr>
              <a:t>hiện</a:t>
            </a:r>
            <a:r>
              <a:rPr lang="en-US" dirty="0">
                <a:sym typeface="+mn-ea"/>
              </a:rPr>
              <a:t> </a:t>
            </a:r>
            <a:r>
              <a:rPr lang="en-US" dirty="0" err="1">
                <a:sym typeface="+mn-ea"/>
              </a:rPr>
              <a:t>tấn</a:t>
            </a:r>
            <a:r>
              <a:rPr lang="en-US" dirty="0">
                <a:sym typeface="+mn-ea"/>
              </a:rPr>
              <a:t> </a:t>
            </a:r>
            <a:r>
              <a:rPr lang="en-US" dirty="0" err="1">
                <a:sym typeface="+mn-ea"/>
              </a:rPr>
              <a:t>công</a:t>
            </a:r>
            <a:r>
              <a:rPr lang="en-US" dirty="0">
                <a:sym typeface="+mn-ea"/>
              </a:rPr>
              <a:t> </a:t>
            </a:r>
            <a:r>
              <a:rPr lang="en-US" dirty="0" err="1">
                <a:sym typeface="+mn-ea"/>
              </a:rPr>
              <a:t>mạng</a:t>
            </a:r>
            <a:r>
              <a:rPr lang="en-US" dirty="0">
                <a:sym typeface="+mn-ea"/>
              </a:rPr>
              <a:t>, </a:t>
            </a:r>
            <a:r>
              <a:rPr lang="en-US" dirty="0" err="1">
                <a:sym typeface="+mn-ea"/>
              </a:rPr>
              <a:t>khủng</a:t>
            </a:r>
            <a:r>
              <a:rPr lang="en-US" dirty="0">
                <a:sym typeface="+mn-ea"/>
              </a:rPr>
              <a:t> </a:t>
            </a:r>
            <a:r>
              <a:rPr lang="en-US" dirty="0" err="1">
                <a:sym typeface="+mn-ea"/>
              </a:rPr>
              <a:t>bố</a:t>
            </a:r>
            <a:r>
              <a:rPr lang="en-US" dirty="0">
                <a:sym typeface="+mn-ea"/>
              </a:rPr>
              <a:t> </a:t>
            </a:r>
            <a:r>
              <a:rPr lang="en-US" dirty="0" err="1">
                <a:sym typeface="+mn-ea"/>
              </a:rPr>
              <a:t>mạng</a:t>
            </a:r>
            <a:r>
              <a:rPr lang="en-US" dirty="0">
                <a:sym typeface="+mn-ea"/>
              </a:rPr>
              <a:t>, </a:t>
            </a:r>
            <a:r>
              <a:rPr lang="en-US" dirty="0" err="1">
                <a:sym typeface="+mn-ea"/>
              </a:rPr>
              <a:t>gián</a:t>
            </a:r>
            <a:r>
              <a:rPr lang="en-US" dirty="0">
                <a:sym typeface="+mn-ea"/>
              </a:rPr>
              <a:t> </a:t>
            </a:r>
            <a:r>
              <a:rPr lang="en-US" dirty="0" err="1">
                <a:sym typeface="+mn-ea"/>
              </a:rPr>
              <a:t>điệp</a:t>
            </a:r>
            <a:r>
              <a:rPr lang="en-US" dirty="0">
                <a:sym typeface="+mn-ea"/>
              </a:rPr>
              <a:t> </a:t>
            </a:r>
            <a:r>
              <a:rPr lang="en-US" dirty="0" err="1">
                <a:sym typeface="+mn-ea"/>
              </a:rPr>
              <a:t>mạng</a:t>
            </a:r>
            <a:r>
              <a:rPr lang="en-US" dirty="0">
                <a:sym typeface="+mn-ea"/>
              </a:rPr>
              <a:t>, </a:t>
            </a:r>
            <a:r>
              <a:rPr lang="en-US" dirty="0" err="1">
                <a:sym typeface="+mn-ea"/>
              </a:rPr>
              <a:t>tội</a:t>
            </a:r>
            <a:r>
              <a:rPr lang="en-US" dirty="0">
                <a:sym typeface="+mn-ea"/>
              </a:rPr>
              <a:t> </a:t>
            </a:r>
            <a:r>
              <a:rPr lang="en-US" dirty="0" err="1">
                <a:sym typeface="+mn-ea"/>
              </a:rPr>
              <a:t>phạm</a:t>
            </a:r>
            <a:r>
              <a:rPr lang="en-US" dirty="0">
                <a:sym typeface="+mn-ea"/>
              </a:rPr>
              <a:t> </a:t>
            </a:r>
            <a:r>
              <a:rPr lang="en-US" dirty="0" err="1">
                <a:sym typeface="+mn-ea"/>
              </a:rPr>
              <a:t>mạng</a:t>
            </a:r>
            <a:r>
              <a:rPr lang="en-US" dirty="0">
                <a:sym typeface="+mn-ea"/>
              </a:rPr>
              <a:t>; </a:t>
            </a:r>
            <a:r>
              <a:rPr lang="en-US" dirty="0" err="1">
                <a:sym typeface="+mn-ea"/>
              </a:rPr>
              <a:t>gây</a:t>
            </a:r>
            <a:r>
              <a:rPr lang="en-US" dirty="0">
                <a:sym typeface="+mn-ea"/>
              </a:rPr>
              <a:t> </a:t>
            </a:r>
            <a:r>
              <a:rPr lang="en-US" dirty="0" err="1">
                <a:sym typeface="+mn-ea"/>
              </a:rPr>
              <a:t>sự</a:t>
            </a:r>
            <a:r>
              <a:rPr lang="en-US" dirty="0">
                <a:sym typeface="+mn-ea"/>
              </a:rPr>
              <a:t> </a:t>
            </a:r>
            <a:r>
              <a:rPr lang="en-US" dirty="0" err="1">
                <a:sym typeface="+mn-ea"/>
              </a:rPr>
              <a:t>cố</a:t>
            </a:r>
            <a:r>
              <a:rPr lang="en-US" dirty="0">
                <a:sym typeface="+mn-ea"/>
              </a:rPr>
              <a:t>, </a:t>
            </a:r>
            <a:r>
              <a:rPr lang="en-US" dirty="0" err="1">
                <a:sym typeface="+mn-ea"/>
              </a:rPr>
              <a:t>tấn</a:t>
            </a:r>
            <a:r>
              <a:rPr lang="en-US" dirty="0">
                <a:sym typeface="+mn-ea"/>
              </a:rPr>
              <a:t> </a:t>
            </a:r>
            <a:r>
              <a:rPr lang="en-US" dirty="0" err="1">
                <a:sym typeface="+mn-ea"/>
              </a:rPr>
              <a:t>công</a:t>
            </a:r>
            <a:r>
              <a:rPr lang="en-US" dirty="0">
                <a:sym typeface="+mn-ea"/>
              </a:rPr>
              <a:t>, </a:t>
            </a:r>
            <a:r>
              <a:rPr lang="en-US" dirty="0" err="1">
                <a:sym typeface="+mn-ea"/>
              </a:rPr>
              <a:t>xâm</a:t>
            </a:r>
            <a:r>
              <a:rPr lang="en-US" dirty="0">
                <a:sym typeface="+mn-ea"/>
              </a:rPr>
              <a:t> </a:t>
            </a:r>
            <a:r>
              <a:rPr lang="en-US" dirty="0" err="1">
                <a:sym typeface="+mn-ea"/>
              </a:rPr>
              <a:t>nhập</a:t>
            </a:r>
            <a:r>
              <a:rPr lang="en-US" dirty="0">
                <a:sym typeface="+mn-ea"/>
              </a:rPr>
              <a:t>, </a:t>
            </a:r>
            <a:r>
              <a:rPr lang="en-US" dirty="0" err="1">
                <a:sym typeface="+mn-ea"/>
              </a:rPr>
              <a:t>chiếm</a:t>
            </a:r>
            <a:r>
              <a:rPr lang="en-US" dirty="0">
                <a:sym typeface="+mn-ea"/>
              </a:rPr>
              <a:t> </a:t>
            </a:r>
            <a:r>
              <a:rPr lang="en-US" dirty="0" err="1">
                <a:sym typeface="+mn-ea"/>
              </a:rPr>
              <a:t>quyền</a:t>
            </a:r>
            <a:r>
              <a:rPr lang="en-US" dirty="0">
                <a:sym typeface="+mn-ea"/>
              </a:rPr>
              <a:t> </a:t>
            </a:r>
            <a:r>
              <a:rPr lang="en-US" dirty="0" err="1">
                <a:sym typeface="+mn-ea"/>
              </a:rPr>
              <a:t>điều</a:t>
            </a:r>
            <a:r>
              <a:rPr lang="en-US" dirty="0">
                <a:sym typeface="+mn-ea"/>
              </a:rPr>
              <a:t> </a:t>
            </a:r>
            <a:r>
              <a:rPr lang="en-US" dirty="0" err="1">
                <a:sym typeface="+mn-ea"/>
              </a:rPr>
              <a:t>khiển</a:t>
            </a:r>
            <a:r>
              <a:rPr lang="en-US" dirty="0">
                <a:sym typeface="+mn-ea"/>
              </a:rPr>
              <a:t>, </a:t>
            </a:r>
            <a:r>
              <a:rPr lang="en-US" dirty="0" err="1">
                <a:sym typeface="+mn-ea"/>
              </a:rPr>
              <a:t>làm</a:t>
            </a:r>
            <a:r>
              <a:rPr lang="en-US" dirty="0">
                <a:sym typeface="+mn-ea"/>
              </a:rPr>
              <a:t> </a:t>
            </a:r>
            <a:r>
              <a:rPr lang="en-US" dirty="0" err="1">
                <a:sym typeface="+mn-ea"/>
              </a:rPr>
              <a:t>sai</a:t>
            </a:r>
            <a:r>
              <a:rPr lang="en-US" dirty="0">
                <a:sym typeface="+mn-ea"/>
              </a:rPr>
              <a:t> </a:t>
            </a:r>
            <a:r>
              <a:rPr lang="en-US" dirty="0" err="1">
                <a:sym typeface="+mn-ea"/>
              </a:rPr>
              <a:t>lệch</a:t>
            </a:r>
            <a:r>
              <a:rPr lang="en-US" dirty="0">
                <a:sym typeface="+mn-ea"/>
              </a:rPr>
              <a:t>, </a:t>
            </a:r>
            <a:r>
              <a:rPr lang="en-US" dirty="0" err="1">
                <a:sym typeface="+mn-ea"/>
              </a:rPr>
              <a:t>gián</a:t>
            </a:r>
            <a:r>
              <a:rPr lang="en-US" dirty="0">
                <a:sym typeface="+mn-ea"/>
              </a:rPr>
              <a:t> </a:t>
            </a:r>
            <a:r>
              <a:rPr lang="en-US" dirty="0" err="1">
                <a:sym typeface="+mn-ea"/>
              </a:rPr>
              <a:t>đoạn</a:t>
            </a:r>
            <a:r>
              <a:rPr lang="en-US" dirty="0">
                <a:sym typeface="+mn-ea"/>
              </a:rPr>
              <a:t>, </a:t>
            </a:r>
            <a:r>
              <a:rPr lang="en-US" dirty="0" err="1">
                <a:sym typeface="+mn-ea"/>
              </a:rPr>
              <a:t>ngưng</a:t>
            </a:r>
            <a:r>
              <a:rPr lang="en-US" dirty="0">
                <a:sym typeface="+mn-ea"/>
              </a:rPr>
              <a:t> </a:t>
            </a:r>
            <a:r>
              <a:rPr lang="en-US" dirty="0" err="1">
                <a:sym typeface="+mn-ea"/>
              </a:rPr>
              <a:t>trệ</a:t>
            </a:r>
            <a:r>
              <a:rPr lang="en-US" dirty="0">
                <a:sym typeface="+mn-ea"/>
              </a:rPr>
              <a:t>, </a:t>
            </a:r>
            <a:r>
              <a:rPr lang="en-US" dirty="0" err="1">
                <a:sym typeface="+mn-ea"/>
              </a:rPr>
              <a:t>tê</a:t>
            </a:r>
            <a:r>
              <a:rPr lang="en-US" dirty="0">
                <a:sym typeface="+mn-ea"/>
              </a:rPr>
              <a:t> </a:t>
            </a:r>
            <a:r>
              <a:rPr lang="en-US" dirty="0" err="1">
                <a:sym typeface="+mn-ea"/>
              </a:rPr>
              <a:t>liệt</a:t>
            </a:r>
            <a:r>
              <a:rPr lang="en-US" dirty="0">
                <a:sym typeface="+mn-ea"/>
              </a:rPr>
              <a:t> </a:t>
            </a:r>
            <a:r>
              <a:rPr lang="en-US" dirty="0" err="1">
                <a:sym typeface="+mn-ea"/>
              </a:rPr>
              <a:t>hoặc</a:t>
            </a:r>
            <a:r>
              <a:rPr lang="en-US" dirty="0">
                <a:sym typeface="+mn-ea"/>
              </a:rPr>
              <a:t> </a:t>
            </a:r>
            <a:r>
              <a:rPr lang="en-US" dirty="0" err="1">
                <a:sym typeface="+mn-ea"/>
              </a:rPr>
              <a:t>phá</a:t>
            </a:r>
            <a:r>
              <a:rPr lang="en-US" dirty="0">
                <a:sym typeface="+mn-ea"/>
              </a:rPr>
              <a:t> </a:t>
            </a:r>
            <a:r>
              <a:rPr lang="en-US" dirty="0" err="1">
                <a:sym typeface="+mn-ea"/>
              </a:rPr>
              <a:t>hoại</a:t>
            </a:r>
            <a:r>
              <a:rPr lang="en-US" dirty="0">
                <a:sym typeface="+mn-ea"/>
              </a:rPr>
              <a:t>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thông</a:t>
            </a:r>
            <a:r>
              <a:rPr lang="en-US" dirty="0">
                <a:sym typeface="+mn-ea"/>
              </a:rPr>
              <a:t> tin </a:t>
            </a:r>
            <a:r>
              <a:rPr lang="en-US" dirty="0" err="1">
                <a:sym typeface="+mn-ea"/>
              </a:rPr>
              <a:t>quan</a:t>
            </a:r>
            <a:r>
              <a:rPr lang="en-US" dirty="0">
                <a:sym typeface="+mn-ea"/>
              </a:rPr>
              <a:t> </a:t>
            </a:r>
            <a:r>
              <a:rPr lang="en-US" dirty="0" err="1">
                <a:sym typeface="+mn-ea"/>
              </a:rPr>
              <a:t>trọng</a:t>
            </a:r>
            <a:r>
              <a:rPr lang="en-US" dirty="0">
                <a:sym typeface="+mn-ea"/>
              </a:rPr>
              <a:t> </a:t>
            </a:r>
            <a:r>
              <a:rPr lang="en-US" dirty="0" err="1">
                <a:sym typeface="+mn-ea"/>
              </a:rPr>
              <a:t>về</a:t>
            </a:r>
            <a:r>
              <a:rPr lang="en-US" dirty="0">
                <a:sym typeface="+mn-ea"/>
              </a:rPr>
              <a:t> an </a:t>
            </a:r>
            <a:r>
              <a:rPr lang="en-US" dirty="0" err="1">
                <a:sym typeface="+mn-ea"/>
              </a:rPr>
              <a:t>ninh</a:t>
            </a:r>
            <a:r>
              <a:rPr lang="en-US" dirty="0">
                <a:sym typeface="+mn-ea"/>
              </a:rPr>
              <a:t> </a:t>
            </a:r>
            <a:r>
              <a:rPr lang="en-US" dirty="0" err="1">
                <a:sym typeface="+mn-ea"/>
              </a:rPr>
              <a:t>quốc</a:t>
            </a:r>
            <a:r>
              <a:rPr lang="en-US" dirty="0">
                <a:sym typeface="+mn-ea"/>
              </a:rPr>
              <a:t> </a:t>
            </a:r>
            <a:r>
              <a:rPr lang="en-US" dirty="0" err="1">
                <a:sym typeface="+mn-ea"/>
              </a:rPr>
              <a:t>gia</a:t>
            </a:r>
            <a:r>
              <a:rPr lang="en-US" dirty="0">
                <a:sym typeface="+mn-ea"/>
              </a:rPr>
              <a:t>; </a:t>
            </a:r>
            <a:endParaRPr lang="en-US" dirty="0"/>
          </a:p>
          <a:p>
            <a:pPr marL="0" indent="0">
              <a:buNone/>
            </a:pPr>
            <a:r>
              <a:rPr lang="en-US" dirty="0">
                <a:sym typeface="+mn-ea"/>
              </a:rPr>
              <a:t>(3) </a:t>
            </a:r>
            <a:r>
              <a:rPr lang="en-US" dirty="0" err="1">
                <a:sym typeface="+mn-ea"/>
              </a:rPr>
              <a:t>Sản</a:t>
            </a:r>
            <a:r>
              <a:rPr lang="en-US" dirty="0">
                <a:sym typeface="+mn-ea"/>
              </a:rPr>
              <a:t> </a:t>
            </a:r>
            <a:r>
              <a:rPr lang="en-US" dirty="0" err="1">
                <a:sym typeface="+mn-ea"/>
              </a:rPr>
              <a:t>xuất</a:t>
            </a:r>
            <a:r>
              <a:rPr lang="en-US" dirty="0">
                <a:sym typeface="+mn-ea"/>
              </a:rPr>
              <a:t>, </a:t>
            </a:r>
            <a:r>
              <a:rPr lang="en-US" dirty="0" err="1">
                <a:sym typeface="+mn-ea"/>
              </a:rPr>
              <a:t>đưa</a:t>
            </a:r>
            <a:r>
              <a:rPr lang="en-US" dirty="0">
                <a:sym typeface="+mn-ea"/>
              </a:rPr>
              <a:t> </a:t>
            </a:r>
            <a:r>
              <a:rPr lang="en-US" dirty="0" err="1">
                <a:sym typeface="+mn-ea"/>
              </a:rPr>
              <a:t>vào</a:t>
            </a:r>
            <a:r>
              <a:rPr lang="en-US" dirty="0">
                <a:sym typeface="+mn-ea"/>
              </a:rPr>
              <a:t> </a:t>
            </a:r>
            <a:r>
              <a:rPr lang="en-US" dirty="0" err="1">
                <a:sym typeface="+mn-ea"/>
              </a:rPr>
              <a:t>sử</a:t>
            </a:r>
            <a:r>
              <a:rPr lang="en-US" dirty="0">
                <a:sym typeface="+mn-ea"/>
              </a:rPr>
              <a:t> </a:t>
            </a:r>
            <a:r>
              <a:rPr lang="en-US" dirty="0" err="1">
                <a:sym typeface="+mn-ea"/>
              </a:rPr>
              <a:t>dụng</a:t>
            </a:r>
            <a:r>
              <a:rPr lang="en-US" dirty="0">
                <a:sym typeface="+mn-ea"/>
              </a:rPr>
              <a:t> </a:t>
            </a:r>
            <a:r>
              <a:rPr lang="en-US" dirty="0" err="1">
                <a:sym typeface="+mn-ea"/>
              </a:rPr>
              <a:t>công</a:t>
            </a:r>
            <a:r>
              <a:rPr lang="en-US" dirty="0">
                <a:sym typeface="+mn-ea"/>
              </a:rPr>
              <a:t> </a:t>
            </a:r>
            <a:r>
              <a:rPr lang="en-US" dirty="0" err="1">
                <a:sym typeface="+mn-ea"/>
              </a:rPr>
              <a:t>cụ</a:t>
            </a:r>
            <a:r>
              <a:rPr lang="en-US" dirty="0">
                <a:sym typeface="+mn-ea"/>
              </a:rPr>
              <a:t>, </a:t>
            </a:r>
            <a:r>
              <a:rPr lang="en-US" dirty="0" err="1">
                <a:sym typeface="+mn-ea"/>
              </a:rPr>
              <a:t>phương</a:t>
            </a:r>
            <a:r>
              <a:rPr lang="en-US" dirty="0">
                <a:sym typeface="+mn-ea"/>
              </a:rPr>
              <a:t> </a:t>
            </a:r>
            <a:r>
              <a:rPr lang="en-US" dirty="0" err="1">
                <a:sym typeface="+mn-ea"/>
              </a:rPr>
              <a:t>tiện</a:t>
            </a:r>
            <a:r>
              <a:rPr lang="en-US" dirty="0">
                <a:sym typeface="+mn-ea"/>
              </a:rPr>
              <a:t>, </a:t>
            </a:r>
            <a:r>
              <a:rPr lang="en-US" dirty="0" err="1">
                <a:sym typeface="+mn-ea"/>
              </a:rPr>
              <a:t>phần</a:t>
            </a:r>
            <a:r>
              <a:rPr lang="en-US" dirty="0">
                <a:sym typeface="+mn-ea"/>
              </a:rPr>
              <a:t> </a:t>
            </a:r>
            <a:r>
              <a:rPr lang="en-US" dirty="0" err="1">
                <a:sym typeface="+mn-ea"/>
              </a:rPr>
              <a:t>mềm</a:t>
            </a:r>
            <a:r>
              <a:rPr lang="en-US" dirty="0">
                <a:sym typeface="+mn-ea"/>
              </a:rPr>
              <a:t> </a:t>
            </a:r>
            <a:r>
              <a:rPr lang="en-US" dirty="0" err="1">
                <a:sym typeface="+mn-ea"/>
              </a:rPr>
              <a:t>hoặc</a:t>
            </a:r>
            <a:r>
              <a:rPr lang="en-US" dirty="0">
                <a:sym typeface="+mn-ea"/>
              </a:rPr>
              <a:t> </a:t>
            </a:r>
            <a:r>
              <a:rPr lang="en-US" dirty="0" err="1">
                <a:sym typeface="+mn-ea"/>
              </a:rPr>
              <a:t>có</a:t>
            </a:r>
            <a:r>
              <a:rPr lang="en-US" dirty="0">
                <a:sym typeface="+mn-ea"/>
              </a:rPr>
              <a:t> </a:t>
            </a:r>
            <a:r>
              <a:rPr lang="en-US" dirty="0" err="1">
                <a:sym typeface="+mn-ea"/>
              </a:rPr>
              <a:t>hành</a:t>
            </a:r>
            <a:r>
              <a:rPr lang="en-US" dirty="0">
                <a:sym typeface="+mn-ea"/>
              </a:rPr>
              <a:t> vi </a:t>
            </a:r>
            <a:r>
              <a:rPr lang="en-US" dirty="0" err="1">
                <a:sym typeface="+mn-ea"/>
              </a:rPr>
              <a:t>cản</a:t>
            </a:r>
            <a:r>
              <a:rPr lang="en-US" dirty="0">
                <a:sym typeface="+mn-ea"/>
              </a:rPr>
              <a:t> </a:t>
            </a:r>
            <a:r>
              <a:rPr lang="en-US" dirty="0" err="1">
                <a:sym typeface="+mn-ea"/>
              </a:rPr>
              <a:t>trở</a:t>
            </a:r>
            <a:r>
              <a:rPr lang="en-US" dirty="0">
                <a:sym typeface="+mn-ea"/>
              </a:rPr>
              <a:t>, </a:t>
            </a:r>
            <a:r>
              <a:rPr lang="en-US" dirty="0" err="1">
                <a:sym typeface="+mn-ea"/>
              </a:rPr>
              <a:t>gây</a:t>
            </a:r>
            <a:r>
              <a:rPr lang="en-US" dirty="0">
                <a:sym typeface="+mn-ea"/>
              </a:rPr>
              <a:t> </a:t>
            </a:r>
            <a:r>
              <a:rPr lang="en-US" dirty="0" err="1">
                <a:sym typeface="+mn-ea"/>
              </a:rPr>
              <a:t>rối</a:t>
            </a:r>
            <a:r>
              <a:rPr lang="en-US" dirty="0">
                <a:sym typeface="+mn-ea"/>
              </a:rPr>
              <a:t> </a:t>
            </a:r>
            <a:r>
              <a:rPr lang="en-US" dirty="0" err="1">
                <a:sym typeface="+mn-ea"/>
              </a:rPr>
              <a:t>loạn</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của</a:t>
            </a:r>
            <a:r>
              <a:rPr lang="en-US" dirty="0">
                <a:sym typeface="+mn-ea"/>
              </a:rPr>
              <a:t> </a:t>
            </a:r>
            <a:r>
              <a:rPr lang="en-US" dirty="0" err="1">
                <a:sym typeface="+mn-ea"/>
              </a:rPr>
              <a:t>mạng</a:t>
            </a:r>
            <a:r>
              <a:rPr lang="en-US" dirty="0">
                <a:sym typeface="+mn-ea"/>
              </a:rPr>
              <a:t> </a:t>
            </a:r>
            <a:r>
              <a:rPr lang="en-US" dirty="0" err="1">
                <a:sym typeface="+mn-ea"/>
              </a:rPr>
              <a:t>viễn</a:t>
            </a:r>
            <a:r>
              <a:rPr lang="en-US" dirty="0">
                <a:sym typeface="+mn-ea"/>
              </a:rPr>
              <a:t> </a:t>
            </a:r>
            <a:r>
              <a:rPr lang="en-US" dirty="0" err="1">
                <a:sym typeface="+mn-ea"/>
              </a:rPr>
              <a:t>thông</a:t>
            </a:r>
            <a:r>
              <a:rPr lang="en-US" dirty="0">
                <a:sym typeface="+mn-ea"/>
              </a:rPr>
              <a:t>, </a:t>
            </a:r>
            <a:r>
              <a:rPr lang="en-US" dirty="0" err="1">
                <a:sym typeface="+mn-ea"/>
              </a:rPr>
              <a:t>mạng</a:t>
            </a:r>
            <a:r>
              <a:rPr lang="en-US" dirty="0">
                <a:sym typeface="+mn-ea"/>
              </a:rPr>
              <a:t> Internet, </a:t>
            </a:r>
            <a:r>
              <a:rPr lang="en-US" dirty="0" err="1">
                <a:sym typeface="+mn-ea"/>
              </a:rPr>
              <a:t>mạng</a:t>
            </a:r>
            <a:r>
              <a:rPr lang="en-US" dirty="0">
                <a:sym typeface="+mn-ea"/>
              </a:rPr>
              <a:t> </a:t>
            </a:r>
            <a:r>
              <a:rPr lang="en-US" dirty="0" err="1">
                <a:sym typeface="+mn-ea"/>
              </a:rPr>
              <a:t>máy</a:t>
            </a:r>
            <a:r>
              <a:rPr lang="en-US" dirty="0">
                <a:sym typeface="+mn-ea"/>
              </a:rPr>
              <a:t> </a:t>
            </a:r>
            <a:r>
              <a:rPr lang="en-US" dirty="0" err="1">
                <a:sym typeface="+mn-ea"/>
              </a:rPr>
              <a:t>tính</a:t>
            </a:r>
            <a:r>
              <a:rPr lang="en-US" dirty="0">
                <a:sym typeface="+mn-ea"/>
              </a:rPr>
              <a:t>,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thông</a:t>
            </a:r>
            <a:r>
              <a:rPr lang="en-US" dirty="0">
                <a:sym typeface="+mn-ea"/>
              </a:rPr>
              <a:t> tin,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xử</a:t>
            </a:r>
            <a:r>
              <a:rPr lang="en-US" dirty="0">
                <a:sym typeface="+mn-ea"/>
              </a:rPr>
              <a:t> </a:t>
            </a:r>
            <a:r>
              <a:rPr lang="en-US" dirty="0" err="1">
                <a:sym typeface="+mn-ea"/>
              </a:rPr>
              <a:t>lý</a:t>
            </a:r>
            <a:r>
              <a:rPr lang="en-US" dirty="0">
                <a:sym typeface="+mn-ea"/>
              </a:rPr>
              <a:t> </a:t>
            </a:r>
            <a:r>
              <a:rPr lang="en-US" dirty="0" err="1">
                <a:sym typeface="+mn-ea"/>
              </a:rPr>
              <a:t>và</a:t>
            </a:r>
            <a:r>
              <a:rPr lang="en-US" dirty="0">
                <a:sym typeface="+mn-ea"/>
              </a:rPr>
              <a:t> </a:t>
            </a:r>
            <a:r>
              <a:rPr lang="en-US" dirty="0" err="1">
                <a:sym typeface="+mn-ea"/>
              </a:rPr>
              <a:t>điều</a:t>
            </a:r>
            <a:r>
              <a:rPr lang="en-US" dirty="0">
                <a:sym typeface="+mn-ea"/>
              </a:rPr>
              <a:t> </a:t>
            </a:r>
            <a:r>
              <a:rPr lang="en-US" dirty="0" err="1">
                <a:sym typeface="+mn-ea"/>
              </a:rPr>
              <a:t>khiển</a:t>
            </a:r>
            <a:r>
              <a:rPr lang="en-US" dirty="0">
                <a:sym typeface="+mn-ea"/>
              </a:rPr>
              <a:t> </a:t>
            </a:r>
            <a:r>
              <a:rPr lang="en-US" dirty="0" err="1">
                <a:sym typeface="+mn-ea"/>
              </a:rPr>
              <a:t>thông</a:t>
            </a:r>
            <a:r>
              <a:rPr lang="en-US" dirty="0">
                <a:sym typeface="+mn-ea"/>
              </a:rPr>
              <a:t> tin, </a:t>
            </a:r>
            <a:r>
              <a:rPr lang="en-US" dirty="0" err="1">
                <a:sym typeface="+mn-ea"/>
              </a:rPr>
              <a:t>phương</a:t>
            </a:r>
            <a:r>
              <a:rPr lang="en-US" dirty="0">
                <a:sym typeface="+mn-ea"/>
              </a:rPr>
              <a:t> </a:t>
            </a:r>
            <a:r>
              <a:rPr lang="en-US" dirty="0" err="1">
                <a:sym typeface="+mn-ea"/>
              </a:rPr>
              <a:t>tiện</a:t>
            </a:r>
            <a:r>
              <a:rPr lang="en-US" dirty="0">
                <a:sym typeface="+mn-ea"/>
              </a:rPr>
              <a:t> </a:t>
            </a:r>
            <a:r>
              <a:rPr lang="en-US" dirty="0" err="1">
                <a:sym typeface="+mn-ea"/>
              </a:rPr>
              <a:t>điện</a:t>
            </a:r>
            <a:r>
              <a:rPr lang="en-US" dirty="0">
                <a:sym typeface="+mn-ea"/>
              </a:rPr>
              <a:t> </a:t>
            </a:r>
            <a:r>
              <a:rPr lang="en-US" dirty="0" err="1">
                <a:sym typeface="+mn-ea"/>
              </a:rPr>
              <a:t>tử</a:t>
            </a:r>
            <a:r>
              <a:rPr lang="en-US" dirty="0">
                <a:sym typeface="+mn-ea"/>
              </a:rPr>
              <a:t>; </a:t>
            </a:r>
            <a:r>
              <a:rPr lang="en-US" dirty="0" err="1">
                <a:sym typeface="+mn-ea"/>
              </a:rPr>
              <a:t>phát</a:t>
            </a:r>
            <a:r>
              <a:rPr lang="en-US" dirty="0">
                <a:sym typeface="+mn-ea"/>
              </a:rPr>
              <a:t> </a:t>
            </a:r>
            <a:r>
              <a:rPr lang="en-US" dirty="0" err="1">
                <a:sym typeface="+mn-ea"/>
              </a:rPr>
              <a:t>tán</a:t>
            </a:r>
            <a:r>
              <a:rPr lang="en-US" dirty="0">
                <a:sym typeface="+mn-ea"/>
              </a:rPr>
              <a:t> </a:t>
            </a:r>
            <a:r>
              <a:rPr lang="en-US" dirty="0" err="1">
                <a:sym typeface="+mn-ea"/>
              </a:rPr>
              <a:t>chương</a:t>
            </a:r>
            <a:r>
              <a:rPr lang="en-US" dirty="0">
                <a:sym typeface="+mn-ea"/>
              </a:rPr>
              <a:t> </a:t>
            </a:r>
            <a:r>
              <a:rPr lang="en-US" dirty="0" err="1">
                <a:sym typeface="+mn-ea"/>
              </a:rPr>
              <a:t>trình</a:t>
            </a:r>
            <a:r>
              <a:rPr lang="en-US" dirty="0">
                <a:sym typeface="+mn-ea"/>
              </a:rPr>
              <a:t> tin </a:t>
            </a:r>
            <a:r>
              <a:rPr lang="en-US" dirty="0" err="1">
                <a:sym typeface="+mn-ea"/>
              </a:rPr>
              <a:t>học</a:t>
            </a:r>
            <a:r>
              <a:rPr lang="en-US" dirty="0">
                <a:sym typeface="+mn-ea"/>
              </a:rPr>
              <a:t> </a:t>
            </a:r>
            <a:r>
              <a:rPr lang="en-US" dirty="0" err="1">
                <a:sym typeface="+mn-ea"/>
              </a:rPr>
              <a:t>gây</a:t>
            </a:r>
            <a:r>
              <a:rPr lang="en-US" dirty="0">
                <a:sym typeface="+mn-ea"/>
              </a:rPr>
              <a:t> </a:t>
            </a:r>
            <a:r>
              <a:rPr lang="en-US" dirty="0" err="1">
                <a:sym typeface="+mn-ea"/>
              </a:rPr>
              <a:t>hại</a:t>
            </a:r>
            <a:r>
              <a:rPr lang="en-US" dirty="0">
                <a:sym typeface="+mn-ea"/>
              </a:rPr>
              <a:t> </a:t>
            </a:r>
            <a:r>
              <a:rPr lang="en-US" dirty="0" err="1">
                <a:sym typeface="+mn-ea"/>
              </a:rPr>
              <a:t>cho</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của</a:t>
            </a:r>
            <a:r>
              <a:rPr lang="en-US" dirty="0">
                <a:sym typeface="+mn-ea"/>
              </a:rPr>
              <a:t> </a:t>
            </a:r>
            <a:r>
              <a:rPr lang="en-US" dirty="0" err="1">
                <a:sym typeface="+mn-ea"/>
              </a:rPr>
              <a:t>mạng</a:t>
            </a:r>
            <a:r>
              <a:rPr lang="en-US" dirty="0">
                <a:sym typeface="+mn-ea"/>
              </a:rPr>
              <a:t> </a:t>
            </a:r>
            <a:r>
              <a:rPr lang="en-US" dirty="0" err="1">
                <a:sym typeface="+mn-ea"/>
              </a:rPr>
              <a:t>viễn</a:t>
            </a:r>
            <a:r>
              <a:rPr lang="en-US" dirty="0">
                <a:sym typeface="+mn-ea"/>
              </a:rPr>
              <a:t> </a:t>
            </a:r>
            <a:r>
              <a:rPr lang="en-US" dirty="0" err="1">
                <a:sym typeface="+mn-ea"/>
              </a:rPr>
              <a:t>thông</a:t>
            </a:r>
            <a:r>
              <a:rPr lang="en-US" dirty="0">
                <a:sym typeface="+mn-ea"/>
              </a:rPr>
              <a:t>, </a:t>
            </a:r>
            <a:r>
              <a:rPr lang="en-US" dirty="0" err="1">
                <a:sym typeface="+mn-ea"/>
              </a:rPr>
              <a:t>mạng</a:t>
            </a:r>
            <a:r>
              <a:rPr lang="en-US" dirty="0">
                <a:sym typeface="+mn-ea"/>
              </a:rPr>
              <a:t> Internet, </a:t>
            </a:r>
            <a:r>
              <a:rPr lang="en-US" dirty="0" err="1">
                <a:sym typeface="+mn-ea"/>
              </a:rPr>
              <a:t>mạng</a:t>
            </a:r>
            <a:r>
              <a:rPr lang="en-US" dirty="0">
                <a:sym typeface="+mn-ea"/>
              </a:rPr>
              <a:t> </a:t>
            </a:r>
            <a:r>
              <a:rPr lang="en-US" dirty="0" err="1">
                <a:sym typeface="+mn-ea"/>
              </a:rPr>
              <a:t>máy</a:t>
            </a:r>
            <a:r>
              <a:rPr lang="en-US" dirty="0">
                <a:sym typeface="+mn-ea"/>
              </a:rPr>
              <a:t> </a:t>
            </a:r>
            <a:r>
              <a:rPr lang="en-US" dirty="0" err="1">
                <a:sym typeface="+mn-ea"/>
              </a:rPr>
              <a:t>tính</a:t>
            </a:r>
            <a:r>
              <a:rPr lang="en-US" dirty="0">
                <a:sym typeface="+mn-ea"/>
              </a:rPr>
              <a:t>,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thông</a:t>
            </a:r>
            <a:r>
              <a:rPr lang="en-US" dirty="0">
                <a:sym typeface="+mn-ea"/>
              </a:rPr>
              <a:t> tin,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xử</a:t>
            </a:r>
            <a:r>
              <a:rPr lang="en-US" dirty="0">
                <a:sym typeface="+mn-ea"/>
              </a:rPr>
              <a:t> </a:t>
            </a:r>
            <a:r>
              <a:rPr lang="en-US" dirty="0" err="1">
                <a:sym typeface="+mn-ea"/>
              </a:rPr>
              <a:t>lý</a:t>
            </a:r>
            <a:r>
              <a:rPr lang="en-US" dirty="0">
                <a:sym typeface="+mn-ea"/>
              </a:rPr>
              <a:t> </a:t>
            </a:r>
            <a:r>
              <a:rPr lang="en-US" dirty="0" err="1">
                <a:sym typeface="+mn-ea"/>
              </a:rPr>
              <a:t>và</a:t>
            </a:r>
            <a:r>
              <a:rPr lang="en-US" dirty="0">
                <a:sym typeface="+mn-ea"/>
              </a:rPr>
              <a:t> </a:t>
            </a:r>
            <a:r>
              <a:rPr lang="en-US" dirty="0" err="1">
                <a:sym typeface="+mn-ea"/>
              </a:rPr>
              <a:t>điều</a:t>
            </a:r>
            <a:r>
              <a:rPr lang="en-US" dirty="0">
                <a:sym typeface="+mn-ea"/>
              </a:rPr>
              <a:t> </a:t>
            </a:r>
            <a:r>
              <a:rPr lang="en-US" dirty="0" err="1">
                <a:sym typeface="+mn-ea"/>
              </a:rPr>
              <a:t>khiển</a:t>
            </a:r>
            <a:r>
              <a:rPr lang="en-US" dirty="0">
                <a:sym typeface="+mn-ea"/>
              </a:rPr>
              <a:t> </a:t>
            </a:r>
            <a:r>
              <a:rPr lang="en-US" dirty="0" err="1">
                <a:sym typeface="+mn-ea"/>
              </a:rPr>
              <a:t>thông</a:t>
            </a:r>
            <a:r>
              <a:rPr lang="en-US" dirty="0">
                <a:sym typeface="+mn-ea"/>
              </a:rPr>
              <a:t> tin, </a:t>
            </a:r>
            <a:r>
              <a:rPr lang="en-US" dirty="0" err="1">
                <a:sym typeface="+mn-ea"/>
              </a:rPr>
              <a:t>phương</a:t>
            </a:r>
            <a:r>
              <a:rPr lang="en-US" dirty="0">
                <a:sym typeface="+mn-ea"/>
              </a:rPr>
              <a:t> </a:t>
            </a:r>
            <a:r>
              <a:rPr lang="en-US" dirty="0" err="1">
                <a:sym typeface="+mn-ea"/>
              </a:rPr>
              <a:t>tiện</a:t>
            </a:r>
            <a:r>
              <a:rPr lang="en-US" dirty="0">
                <a:sym typeface="+mn-ea"/>
              </a:rPr>
              <a:t> </a:t>
            </a:r>
            <a:r>
              <a:rPr lang="en-US" dirty="0" err="1">
                <a:sym typeface="+mn-ea"/>
              </a:rPr>
              <a:t>điện</a:t>
            </a:r>
            <a:r>
              <a:rPr lang="en-US" dirty="0">
                <a:sym typeface="+mn-ea"/>
              </a:rPr>
              <a:t> </a:t>
            </a:r>
            <a:r>
              <a:rPr lang="en-US" dirty="0" err="1">
                <a:sym typeface="+mn-ea"/>
              </a:rPr>
              <a:t>tử</a:t>
            </a:r>
            <a:r>
              <a:rPr lang="en-US" dirty="0">
                <a:sym typeface="+mn-ea"/>
              </a:rPr>
              <a:t>; </a:t>
            </a:r>
            <a:r>
              <a:rPr lang="en-US" dirty="0" err="1">
                <a:sym typeface="+mn-ea"/>
              </a:rPr>
              <a:t>xâm</a:t>
            </a:r>
            <a:r>
              <a:rPr lang="en-US" dirty="0">
                <a:sym typeface="+mn-ea"/>
              </a:rPr>
              <a:t> </a:t>
            </a:r>
            <a:r>
              <a:rPr lang="en-US" dirty="0" err="1">
                <a:sym typeface="+mn-ea"/>
              </a:rPr>
              <a:t>nhập</a:t>
            </a:r>
            <a:r>
              <a:rPr lang="en-US" dirty="0">
                <a:sym typeface="+mn-ea"/>
              </a:rPr>
              <a:t> </a:t>
            </a:r>
            <a:r>
              <a:rPr lang="en-US" dirty="0" err="1">
                <a:sym typeface="+mn-ea"/>
              </a:rPr>
              <a:t>trái</a:t>
            </a:r>
            <a:r>
              <a:rPr lang="en-US" dirty="0">
                <a:sym typeface="+mn-ea"/>
              </a:rPr>
              <a:t> </a:t>
            </a:r>
            <a:r>
              <a:rPr lang="en-US" dirty="0" err="1">
                <a:sym typeface="+mn-ea"/>
              </a:rPr>
              <a:t>phép</a:t>
            </a:r>
            <a:r>
              <a:rPr lang="en-US" dirty="0">
                <a:sym typeface="+mn-ea"/>
              </a:rPr>
              <a:t> </a:t>
            </a:r>
            <a:r>
              <a:rPr lang="en-US" dirty="0" err="1">
                <a:sym typeface="+mn-ea"/>
              </a:rPr>
              <a:t>vào</a:t>
            </a:r>
            <a:r>
              <a:rPr lang="en-US" dirty="0">
                <a:sym typeface="+mn-ea"/>
              </a:rPr>
              <a:t> </a:t>
            </a:r>
            <a:r>
              <a:rPr lang="en-US" dirty="0" err="1">
                <a:sym typeface="+mn-ea"/>
              </a:rPr>
              <a:t>mạng</a:t>
            </a:r>
            <a:r>
              <a:rPr lang="en-US" dirty="0">
                <a:sym typeface="+mn-ea"/>
              </a:rPr>
              <a:t> </a:t>
            </a:r>
            <a:r>
              <a:rPr lang="en-US" dirty="0" err="1">
                <a:sym typeface="+mn-ea"/>
              </a:rPr>
              <a:t>viễn</a:t>
            </a:r>
            <a:r>
              <a:rPr lang="en-US" dirty="0">
                <a:sym typeface="+mn-ea"/>
              </a:rPr>
              <a:t> </a:t>
            </a:r>
            <a:r>
              <a:rPr lang="en-US" dirty="0" err="1">
                <a:sym typeface="+mn-ea"/>
              </a:rPr>
              <a:t>thông</a:t>
            </a:r>
            <a:r>
              <a:rPr lang="en-US" dirty="0">
                <a:sym typeface="+mn-ea"/>
              </a:rPr>
              <a:t>, </a:t>
            </a:r>
            <a:r>
              <a:rPr lang="en-US" dirty="0" err="1">
                <a:sym typeface="+mn-ea"/>
              </a:rPr>
              <a:t>mạng</a:t>
            </a:r>
            <a:r>
              <a:rPr lang="en-US" dirty="0">
                <a:sym typeface="+mn-ea"/>
              </a:rPr>
              <a:t> </a:t>
            </a:r>
            <a:r>
              <a:rPr lang="en-US" dirty="0" err="1">
                <a:sym typeface="+mn-ea"/>
              </a:rPr>
              <a:t>máy</a:t>
            </a:r>
            <a:r>
              <a:rPr lang="en-US" dirty="0">
                <a:sym typeface="+mn-ea"/>
              </a:rPr>
              <a:t> </a:t>
            </a:r>
            <a:r>
              <a:rPr lang="en-US" dirty="0" err="1">
                <a:sym typeface="+mn-ea"/>
              </a:rPr>
              <a:t>tính</a:t>
            </a:r>
            <a:r>
              <a:rPr lang="en-US" dirty="0">
                <a:sym typeface="+mn-ea"/>
              </a:rPr>
              <a:t>,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thông</a:t>
            </a:r>
            <a:r>
              <a:rPr lang="en-US" dirty="0">
                <a:sym typeface="+mn-ea"/>
              </a:rPr>
              <a:t> tin, </a:t>
            </a:r>
            <a:r>
              <a:rPr lang="en-US" dirty="0" err="1">
                <a:sym typeface="+mn-ea"/>
              </a:rPr>
              <a:t>hệ</a:t>
            </a:r>
            <a:r>
              <a:rPr lang="en-US" dirty="0">
                <a:sym typeface="+mn-ea"/>
              </a:rPr>
              <a:t> </a:t>
            </a:r>
            <a:r>
              <a:rPr lang="en-US" dirty="0" err="1">
                <a:sym typeface="+mn-ea"/>
              </a:rPr>
              <a:t>thống</a:t>
            </a:r>
            <a:r>
              <a:rPr lang="en-US" dirty="0">
                <a:sym typeface="+mn-ea"/>
              </a:rPr>
              <a:t> </a:t>
            </a:r>
            <a:r>
              <a:rPr lang="en-US" dirty="0" err="1">
                <a:sym typeface="+mn-ea"/>
              </a:rPr>
              <a:t>xử</a:t>
            </a:r>
            <a:r>
              <a:rPr lang="en-US" dirty="0">
                <a:sym typeface="+mn-ea"/>
              </a:rPr>
              <a:t> </a:t>
            </a:r>
            <a:r>
              <a:rPr lang="en-US" dirty="0" err="1">
                <a:sym typeface="+mn-ea"/>
              </a:rPr>
              <a:t>lý</a:t>
            </a:r>
            <a:r>
              <a:rPr lang="en-US" dirty="0">
                <a:sym typeface="+mn-ea"/>
              </a:rPr>
              <a:t> </a:t>
            </a:r>
            <a:r>
              <a:rPr lang="en-US" dirty="0" err="1">
                <a:sym typeface="+mn-ea"/>
              </a:rPr>
              <a:t>và</a:t>
            </a:r>
            <a:r>
              <a:rPr lang="en-US" dirty="0">
                <a:sym typeface="+mn-ea"/>
              </a:rPr>
              <a:t> </a:t>
            </a:r>
            <a:r>
              <a:rPr lang="en-US" dirty="0" err="1">
                <a:sym typeface="+mn-ea"/>
              </a:rPr>
              <a:t>điều</a:t>
            </a:r>
            <a:r>
              <a:rPr lang="en-US" dirty="0">
                <a:sym typeface="+mn-ea"/>
              </a:rPr>
              <a:t> </a:t>
            </a:r>
            <a:r>
              <a:rPr lang="en-US" dirty="0" err="1">
                <a:sym typeface="+mn-ea"/>
              </a:rPr>
              <a:t>khiển</a:t>
            </a:r>
            <a:r>
              <a:rPr lang="en-US" dirty="0">
                <a:sym typeface="+mn-ea"/>
              </a:rPr>
              <a:t> </a:t>
            </a:r>
            <a:r>
              <a:rPr lang="en-US" dirty="0" err="1">
                <a:sym typeface="+mn-ea"/>
              </a:rPr>
              <a:t>thông</a:t>
            </a:r>
            <a:r>
              <a:rPr lang="en-US" dirty="0">
                <a:sym typeface="+mn-ea"/>
              </a:rPr>
              <a:t> tin, </a:t>
            </a:r>
            <a:r>
              <a:rPr lang="en-US" dirty="0" err="1">
                <a:sym typeface="+mn-ea"/>
              </a:rPr>
              <a:t>cơ</a:t>
            </a:r>
            <a:r>
              <a:rPr lang="en-US" dirty="0">
                <a:sym typeface="+mn-ea"/>
              </a:rPr>
              <a:t> </a:t>
            </a:r>
            <a:r>
              <a:rPr lang="en-US" dirty="0" err="1">
                <a:sym typeface="+mn-ea"/>
              </a:rPr>
              <a:t>sở</a:t>
            </a:r>
            <a:r>
              <a:rPr lang="en-US" dirty="0">
                <a:sym typeface="+mn-ea"/>
              </a:rPr>
              <a:t> </a:t>
            </a:r>
            <a:r>
              <a:rPr lang="en-US" dirty="0" err="1">
                <a:sym typeface="+mn-ea"/>
              </a:rPr>
              <a:t>dữ</a:t>
            </a:r>
            <a:r>
              <a:rPr lang="en-US" dirty="0">
                <a:sym typeface="+mn-ea"/>
              </a:rPr>
              <a:t> </a:t>
            </a:r>
            <a:r>
              <a:rPr lang="en-US" dirty="0" err="1">
                <a:sym typeface="+mn-ea"/>
              </a:rPr>
              <a:t>liệu</a:t>
            </a:r>
            <a:r>
              <a:rPr lang="en-US" dirty="0">
                <a:sym typeface="+mn-ea"/>
              </a:rPr>
              <a:t>, </a:t>
            </a:r>
            <a:r>
              <a:rPr lang="en-US" dirty="0" err="1">
                <a:sym typeface="+mn-ea"/>
              </a:rPr>
              <a:t>phương</a:t>
            </a:r>
            <a:r>
              <a:rPr lang="en-US" dirty="0">
                <a:sym typeface="+mn-ea"/>
              </a:rPr>
              <a:t> </a:t>
            </a:r>
            <a:r>
              <a:rPr lang="en-US" dirty="0" err="1">
                <a:sym typeface="+mn-ea"/>
              </a:rPr>
              <a:t>tiện</a:t>
            </a:r>
            <a:r>
              <a:rPr lang="en-US" dirty="0">
                <a:sym typeface="+mn-ea"/>
              </a:rPr>
              <a:t> </a:t>
            </a:r>
            <a:r>
              <a:rPr lang="en-US" dirty="0" err="1">
                <a:sym typeface="+mn-ea"/>
              </a:rPr>
              <a:t>điện</a:t>
            </a:r>
            <a:r>
              <a:rPr lang="en-US" dirty="0">
                <a:sym typeface="+mn-ea"/>
              </a:rPr>
              <a:t> </a:t>
            </a:r>
            <a:r>
              <a:rPr lang="en-US" dirty="0" err="1">
                <a:sym typeface="+mn-ea"/>
              </a:rPr>
              <a:t>tử</a:t>
            </a:r>
            <a:r>
              <a:rPr lang="en-US" dirty="0">
                <a:sym typeface="+mn-ea"/>
              </a:rPr>
              <a:t> </a:t>
            </a:r>
            <a:r>
              <a:rPr lang="en-US" dirty="0" err="1">
                <a:sym typeface="+mn-ea"/>
              </a:rPr>
              <a:t>của</a:t>
            </a:r>
            <a:r>
              <a:rPr lang="en-US" dirty="0">
                <a:sym typeface="+mn-ea"/>
              </a:rPr>
              <a:t> </a:t>
            </a:r>
            <a:r>
              <a:rPr lang="en-US" dirty="0" err="1">
                <a:sym typeface="+mn-ea"/>
              </a:rPr>
              <a:t>người</a:t>
            </a:r>
            <a:r>
              <a:rPr lang="en-US" dirty="0">
                <a:sym typeface="+mn-ea"/>
              </a:rPr>
              <a:t> </a:t>
            </a:r>
            <a:r>
              <a:rPr lang="en-US" dirty="0" err="1">
                <a:sym typeface="+mn-ea"/>
              </a:rPr>
              <a:t>khác</a:t>
            </a:r>
            <a:r>
              <a:rPr lang="en-US" dirty="0">
                <a:sym typeface="+mn-ea"/>
              </a:rPr>
              <a:t>;</a:t>
            </a:r>
            <a:endParaRPr lang="en-US" dirty="0"/>
          </a:p>
          <a:p>
            <a:pPr marL="0" indent="0">
              <a:buNone/>
            </a:pPr>
            <a:r>
              <a:rPr lang="en-US" dirty="0">
                <a:sym typeface="+mn-ea"/>
              </a:rPr>
              <a:t>(4) </a:t>
            </a:r>
            <a:r>
              <a:rPr lang="en-US" dirty="0" err="1">
                <a:sym typeface="+mn-ea"/>
              </a:rPr>
              <a:t>Chống</a:t>
            </a:r>
            <a:r>
              <a:rPr lang="en-US" dirty="0">
                <a:sym typeface="+mn-ea"/>
              </a:rPr>
              <a:t> </a:t>
            </a:r>
            <a:r>
              <a:rPr lang="en-US" dirty="0" err="1">
                <a:sym typeface="+mn-ea"/>
              </a:rPr>
              <a:t>lại</a:t>
            </a:r>
            <a:r>
              <a:rPr lang="en-US" dirty="0">
                <a:sym typeface="+mn-ea"/>
              </a:rPr>
              <a:t> </a:t>
            </a:r>
            <a:r>
              <a:rPr lang="en-US" dirty="0" err="1">
                <a:sym typeface="+mn-ea"/>
              </a:rPr>
              <a:t>hoặc</a:t>
            </a:r>
            <a:r>
              <a:rPr lang="en-US" dirty="0">
                <a:sym typeface="+mn-ea"/>
              </a:rPr>
              <a:t> </a:t>
            </a:r>
            <a:r>
              <a:rPr lang="en-US" dirty="0" err="1">
                <a:sym typeface="+mn-ea"/>
              </a:rPr>
              <a:t>cản</a:t>
            </a:r>
            <a:r>
              <a:rPr lang="en-US" dirty="0">
                <a:sym typeface="+mn-ea"/>
              </a:rPr>
              <a:t> </a:t>
            </a:r>
            <a:r>
              <a:rPr lang="en-US" dirty="0" err="1">
                <a:sym typeface="+mn-ea"/>
              </a:rPr>
              <a:t>trở</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của</a:t>
            </a:r>
            <a:r>
              <a:rPr lang="en-US" dirty="0">
                <a:sym typeface="+mn-ea"/>
              </a:rPr>
              <a:t> </a:t>
            </a:r>
            <a:r>
              <a:rPr lang="en-US" dirty="0" err="1">
                <a:sym typeface="+mn-ea"/>
              </a:rPr>
              <a:t>lực</a:t>
            </a:r>
            <a:r>
              <a:rPr lang="en-US" dirty="0">
                <a:sym typeface="+mn-ea"/>
              </a:rPr>
              <a:t> </a:t>
            </a:r>
            <a:r>
              <a:rPr lang="en-US" dirty="0" err="1">
                <a:sym typeface="+mn-ea"/>
              </a:rPr>
              <a:t>lượng</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r>
              <a:rPr lang="en-US" dirty="0" err="1">
                <a:sym typeface="+mn-ea"/>
              </a:rPr>
              <a:t>tấn</a:t>
            </a:r>
            <a:r>
              <a:rPr lang="en-US" dirty="0">
                <a:sym typeface="+mn-ea"/>
              </a:rPr>
              <a:t> </a:t>
            </a:r>
            <a:r>
              <a:rPr lang="en-US" dirty="0" err="1">
                <a:sym typeface="+mn-ea"/>
              </a:rPr>
              <a:t>công</a:t>
            </a:r>
            <a:r>
              <a:rPr lang="en-US" dirty="0">
                <a:sym typeface="+mn-ea"/>
              </a:rPr>
              <a:t>, </a:t>
            </a:r>
            <a:r>
              <a:rPr lang="en-US" dirty="0" err="1">
                <a:sym typeface="+mn-ea"/>
              </a:rPr>
              <a:t>vô</a:t>
            </a:r>
            <a:r>
              <a:rPr lang="en-US" dirty="0">
                <a:sym typeface="+mn-ea"/>
              </a:rPr>
              <a:t> </a:t>
            </a:r>
            <a:r>
              <a:rPr lang="en-US" dirty="0" err="1">
                <a:sym typeface="+mn-ea"/>
              </a:rPr>
              <a:t>hiệu</a:t>
            </a:r>
            <a:r>
              <a:rPr lang="en-US" dirty="0">
                <a:sym typeface="+mn-ea"/>
              </a:rPr>
              <a:t> </a:t>
            </a:r>
            <a:r>
              <a:rPr lang="en-US" dirty="0" err="1">
                <a:sym typeface="+mn-ea"/>
              </a:rPr>
              <a:t>hóa</a:t>
            </a:r>
            <a:r>
              <a:rPr lang="en-US" dirty="0">
                <a:sym typeface="+mn-ea"/>
              </a:rPr>
              <a:t> </a:t>
            </a:r>
            <a:r>
              <a:rPr lang="en-US" dirty="0" err="1">
                <a:sym typeface="+mn-ea"/>
              </a:rPr>
              <a:t>trái</a:t>
            </a:r>
            <a:r>
              <a:rPr lang="en-US" dirty="0">
                <a:sym typeface="+mn-ea"/>
              </a:rPr>
              <a:t> </a:t>
            </a:r>
            <a:r>
              <a:rPr lang="en-US" dirty="0" err="1">
                <a:sym typeface="+mn-ea"/>
              </a:rPr>
              <a:t>pháp</a:t>
            </a:r>
            <a:r>
              <a:rPr lang="en-US" dirty="0">
                <a:sym typeface="+mn-ea"/>
              </a:rPr>
              <a:t> </a:t>
            </a:r>
            <a:r>
              <a:rPr lang="en-US" dirty="0" err="1">
                <a:sym typeface="+mn-ea"/>
              </a:rPr>
              <a:t>luật</a:t>
            </a:r>
            <a:r>
              <a:rPr lang="en-US" dirty="0">
                <a:sym typeface="+mn-ea"/>
              </a:rPr>
              <a:t> </a:t>
            </a:r>
            <a:r>
              <a:rPr lang="en-US" dirty="0" err="1">
                <a:sym typeface="+mn-ea"/>
              </a:rPr>
              <a:t>làm</a:t>
            </a:r>
            <a:r>
              <a:rPr lang="en-US" dirty="0">
                <a:sym typeface="+mn-ea"/>
              </a:rPr>
              <a:t> </a:t>
            </a:r>
            <a:r>
              <a:rPr lang="en-US" dirty="0" err="1">
                <a:sym typeface="+mn-ea"/>
              </a:rPr>
              <a:t>mất</a:t>
            </a:r>
            <a:r>
              <a:rPr lang="en-US" dirty="0">
                <a:sym typeface="+mn-ea"/>
              </a:rPr>
              <a:t> </a:t>
            </a:r>
            <a:r>
              <a:rPr lang="en-US" dirty="0" err="1">
                <a:sym typeface="+mn-ea"/>
              </a:rPr>
              <a:t>tác</a:t>
            </a:r>
            <a:r>
              <a:rPr lang="en-US" dirty="0">
                <a:sym typeface="+mn-ea"/>
              </a:rPr>
              <a:t> </a:t>
            </a:r>
            <a:r>
              <a:rPr lang="en-US" dirty="0" err="1">
                <a:sym typeface="+mn-ea"/>
              </a:rPr>
              <a:t>dụng</a:t>
            </a:r>
            <a:r>
              <a:rPr lang="en-US" dirty="0">
                <a:sym typeface="+mn-ea"/>
              </a:rPr>
              <a:t> </a:t>
            </a:r>
            <a:r>
              <a:rPr lang="en-US" dirty="0" err="1">
                <a:sym typeface="+mn-ea"/>
              </a:rPr>
              <a:t>biện</a:t>
            </a:r>
            <a:r>
              <a:rPr lang="en-US" dirty="0">
                <a:sym typeface="+mn-ea"/>
              </a:rPr>
              <a:t> </a:t>
            </a:r>
            <a:r>
              <a:rPr lang="en-US" dirty="0" err="1">
                <a:sym typeface="+mn-ea"/>
              </a:rPr>
              <a:t>pháp</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endParaRPr lang="en-US" dirty="0"/>
          </a:p>
          <a:p>
            <a:pPr marL="0" indent="0">
              <a:buNone/>
            </a:pPr>
            <a:r>
              <a:rPr lang="en-US" dirty="0">
                <a:sym typeface="+mn-ea"/>
              </a:rPr>
              <a:t>(5) Lợi </a:t>
            </a:r>
            <a:r>
              <a:rPr lang="en-US" dirty="0" err="1">
                <a:sym typeface="+mn-ea"/>
              </a:rPr>
              <a:t>dụng</a:t>
            </a:r>
            <a:r>
              <a:rPr lang="en-US" dirty="0">
                <a:sym typeface="+mn-ea"/>
              </a:rPr>
              <a:t> </a:t>
            </a:r>
            <a:r>
              <a:rPr lang="en-US" dirty="0" err="1">
                <a:sym typeface="+mn-ea"/>
              </a:rPr>
              <a:t>hoặc</a:t>
            </a:r>
            <a:r>
              <a:rPr lang="en-US" dirty="0">
                <a:sym typeface="+mn-ea"/>
              </a:rPr>
              <a:t> </a:t>
            </a:r>
            <a:r>
              <a:rPr lang="en-US" dirty="0" err="1">
                <a:sym typeface="+mn-ea"/>
              </a:rPr>
              <a:t>lạm</a:t>
            </a:r>
            <a:r>
              <a:rPr lang="en-US" dirty="0">
                <a:sym typeface="+mn-ea"/>
              </a:rPr>
              <a:t> </a:t>
            </a:r>
            <a:r>
              <a:rPr lang="en-US" dirty="0" err="1">
                <a:sym typeface="+mn-ea"/>
              </a:rPr>
              <a:t>dụng</a:t>
            </a:r>
            <a:r>
              <a:rPr lang="en-US" dirty="0">
                <a:sym typeface="+mn-ea"/>
              </a:rPr>
              <a:t> </a:t>
            </a:r>
            <a:r>
              <a:rPr lang="en-US" dirty="0" err="1">
                <a:sym typeface="+mn-ea"/>
              </a:rPr>
              <a:t>hoạt</a:t>
            </a:r>
            <a:r>
              <a:rPr lang="en-US" dirty="0">
                <a:sym typeface="+mn-ea"/>
              </a:rPr>
              <a:t> </a:t>
            </a:r>
            <a:r>
              <a:rPr lang="en-US" dirty="0" err="1">
                <a:sym typeface="+mn-ea"/>
              </a:rPr>
              <a:t>động</a:t>
            </a:r>
            <a:r>
              <a:rPr lang="en-US" dirty="0">
                <a:sym typeface="+mn-ea"/>
              </a:rPr>
              <a:t> </a:t>
            </a:r>
            <a:r>
              <a:rPr lang="en-US" dirty="0" err="1">
                <a:sym typeface="+mn-ea"/>
              </a:rPr>
              <a:t>bảo</a:t>
            </a:r>
            <a:r>
              <a:rPr lang="en-US" dirty="0">
                <a:sym typeface="+mn-ea"/>
              </a:rPr>
              <a:t> </a:t>
            </a:r>
            <a:r>
              <a:rPr lang="en-US" dirty="0" err="1">
                <a:sym typeface="+mn-ea"/>
              </a:rPr>
              <a:t>vệ</a:t>
            </a:r>
            <a:r>
              <a:rPr lang="en-US" dirty="0">
                <a:sym typeface="+mn-ea"/>
              </a:rPr>
              <a:t> an </a:t>
            </a:r>
            <a:r>
              <a:rPr lang="en-US" dirty="0" err="1">
                <a:sym typeface="+mn-ea"/>
              </a:rPr>
              <a:t>ninh</a:t>
            </a:r>
            <a:r>
              <a:rPr lang="en-US" dirty="0">
                <a:sym typeface="+mn-ea"/>
              </a:rPr>
              <a:t> </a:t>
            </a:r>
            <a:r>
              <a:rPr lang="en-US" dirty="0" err="1">
                <a:sym typeface="+mn-ea"/>
              </a:rPr>
              <a:t>mạng</a:t>
            </a:r>
            <a:r>
              <a:rPr lang="en-US" dirty="0">
                <a:sym typeface="+mn-ea"/>
              </a:rPr>
              <a:t> </a:t>
            </a:r>
            <a:r>
              <a:rPr lang="en-US" dirty="0" err="1">
                <a:sym typeface="+mn-ea"/>
              </a:rPr>
              <a:t>để</a:t>
            </a:r>
            <a:r>
              <a:rPr lang="en-US" dirty="0">
                <a:sym typeface="+mn-ea"/>
              </a:rPr>
              <a:t> </a:t>
            </a:r>
            <a:r>
              <a:rPr lang="en-US" dirty="0" err="1">
                <a:sym typeface="+mn-ea"/>
              </a:rPr>
              <a:t>xâm</a:t>
            </a:r>
            <a:r>
              <a:rPr lang="en-US" dirty="0">
                <a:sym typeface="+mn-ea"/>
              </a:rPr>
              <a:t> </a:t>
            </a:r>
            <a:r>
              <a:rPr lang="en-US" dirty="0" err="1">
                <a:sym typeface="+mn-ea"/>
              </a:rPr>
              <a:t>phạm</a:t>
            </a:r>
            <a:r>
              <a:rPr lang="en-US" dirty="0">
                <a:sym typeface="+mn-ea"/>
              </a:rPr>
              <a:t> </a:t>
            </a:r>
            <a:r>
              <a:rPr lang="en-US" dirty="0" err="1">
                <a:sym typeface="+mn-ea"/>
              </a:rPr>
              <a:t>chủ</a:t>
            </a:r>
            <a:r>
              <a:rPr lang="en-US" dirty="0">
                <a:sym typeface="+mn-ea"/>
              </a:rPr>
              <a:t> </a:t>
            </a:r>
            <a:r>
              <a:rPr lang="en-US" dirty="0" err="1">
                <a:sym typeface="+mn-ea"/>
              </a:rPr>
              <a:t>quyền</a:t>
            </a:r>
            <a:r>
              <a:rPr lang="en-US" dirty="0">
                <a:sym typeface="+mn-ea"/>
              </a:rPr>
              <a:t>, </a:t>
            </a:r>
            <a:r>
              <a:rPr lang="en-US" dirty="0" err="1">
                <a:sym typeface="+mn-ea"/>
              </a:rPr>
              <a:t>lợi</a:t>
            </a:r>
            <a:r>
              <a:rPr lang="en-US" dirty="0">
                <a:sym typeface="+mn-ea"/>
              </a:rPr>
              <a:t> </a:t>
            </a:r>
            <a:r>
              <a:rPr lang="en-US" dirty="0" err="1">
                <a:sym typeface="+mn-ea"/>
              </a:rPr>
              <a:t>ích</a:t>
            </a:r>
            <a:r>
              <a:rPr lang="en-US" dirty="0">
                <a:sym typeface="+mn-ea"/>
              </a:rPr>
              <a:t>, an </a:t>
            </a:r>
            <a:r>
              <a:rPr lang="en-US" dirty="0" err="1">
                <a:sym typeface="+mn-ea"/>
              </a:rPr>
              <a:t>ninh</a:t>
            </a:r>
            <a:r>
              <a:rPr lang="en-US" dirty="0">
                <a:sym typeface="+mn-ea"/>
              </a:rPr>
              <a:t> </a:t>
            </a:r>
            <a:r>
              <a:rPr lang="en-US" dirty="0" err="1">
                <a:sym typeface="+mn-ea"/>
              </a:rPr>
              <a:t>quốc</a:t>
            </a:r>
            <a:r>
              <a:rPr lang="en-US" dirty="0">
                <a:sym typeface="+mn-ea"/>
              </a:rPr>
              <a:t> </a:t>
            </a:r>
            <a:r>
              <a:rPr lang="en-US" dirty="0" err="1">
                <a:sym typeface="+mn-ea"/>
              </a:rPr>
              <a:t>gia</a:t>
            </a:r>
            <a:r>
              <a:rPr lang="en-US" dirty="0">
                <a:sym typeface="+mn-ea"/>
              </a:rPr>
              <a:t>, </a:t>
            </a:r>
            <a:r>
              <a:rPr lang="en-US" dirty="0" err="1">
                <a:sym typeface="+mn-ea"/>
              </a:rPr>
              <a:t>trật</a:t>
            </a:r>
            <a:r>
              <a:rPr lang="en-US" dirty="0">
                <a:sym typeface="+mn-ea"/>
              </a:rPr>
              <a:t> </a:t>
            </a:r>
            <a:r>
              <a:rPr lang="en-US" dirty="0" err="1">
                <a:sym typeface="+mn-ea"/>
              </a:rPr>
              <a:t>tự</a:t>
            </a:r>
            <a:r>
              <a:rPr lang="en-US" dirty="0">
                <a:sym typeface="+mn-ea"/>
              </a:rPr>
              <a:t>, an </a:t>
            </a:r>
            <a:r>
              <a:rPr lang="en-US" dirty="0" err="1">
                <a:sym typeface="+mn-ea"/>
              </a:rPr>
              <a:t>toàn</a:t>
            </a:r>
            <a:r>
              <a:rPr lang="en-US" dirty="0">
                <a:sym typeface="+mn-ea"/>
              </a:rPr>
              <a:t> </a:t>
            </a:r>
            <a:r>
              <a:rPr lang="en-US" dirty="0" err="1">
                <a:sym typeface="+mn-ea"/>
              </a:rPr>
              <a:t>xã</a:t>
            </a:r>
            <a:r>
              <a:rPr lang="en-US" dirty="0">
                <a:sym typeface="+mn-ea"/>
              </a:rPr>
              <a:t> </a:t>
            </a:r>
            <a:r>
              <a:rPr lang="en-US" dirty="0" err="1">
                <a:sym typeface="+mn-ea"/>
              </a:rPr>
              <a:t>hội</a:t>
            </a:r>
            <a:r>
              <a:rPr lang="en-US" dirty="0">
                <a:sym typeface="+mn-ea"/>
              </a:rPr>
              <a:t>, </a:t>
            </a:r>
            <a:r>
              <a:rPr lang="en-US" dirty="0" err="1">
                <a:sym typeface="+mn-ea"/>
              </a:rPr>
              <a:t>quyền</a:t>
            </a:r>
            <a:r>
              <a:rPr lang="en-US" dirty="0">
                <a:sym typeface="+mn-ea"/>
              </a:rPr>
              <a:t> </a:t>
            </a:r>
            <a:r>
              <a:rPr lang="en-US" dirty="0" err="1">
                <a:sym typeface="+mn-ea"/>
              </a:rPr>
              <a:t>và</a:t>
            </a:r>
            <a:r>
              <a:rPr lang="en-US" dirty="0">
                <a:sym typeface="+mn-ea"/>
              </a:rPr>
              <a:t> </a:t>
            </a:r>
            <a:r>
              <a:rPr lang="en-US" dirty="0" err="1">
                <a:sym typeface="+mn-ea"/>
              </a:rPr>
              <a:t>lợi</a:t>
            </a:r>
            <a:r>
              <a:rPr lang="en-US" dirty="0">
                <a:sym typeface="+mn-ea"/>
              </a:rPr>
              <a:t> </a:t>
            </a:r>
            <a:r>
              <a:rPr lang="en-US" dirty="0" err="1">
                <a:sym typeface="+mn-ea"/>
              </a:rPr>
              <a:t>ích</a:t>
            </a:r>
            <a:r>
              <a:rPr lang="en-US" dirty="0">
                <a:sym typeface="+mn-ea"/>
              </a:rPr>
              <a:t> </a:t>
            </a:r>
            <a:r>
              <a:rPr lang="en-US" dirty="0" err="1">
                <a:sym typeface="+mn-ea"/>
              </a:rPr>
              <a:t>hợp</a:t>
            </a:r>
            <a:r>
              <a:rPr lang="en-US" dirty="0">
                <a:sym typeface="+mn-ea"/>
              </a:rPr>
              <a:t> </a:t>
            </a:r>
            <a:r>
              <a:rPr lang="en-US" dirty="0" err="1">
                <a:sym typeface="+mn-ea"/>
              </a:rPr>
              <a:t>pháp</a:t>
            </a:r>
            <a:r>
              <a:rPr lang="en-US" dirty="0">
                <a:sym typeface="+mn-ea"/>
              </a:rPr>
              <a:t> </a:t>
            </a:r>
            <a:r>
              <a:rPr lang="en-US" dirty="0" err="1">
                <a:sym typeface="+mn-ea"/>
              </a:rPr>
              <a:t>của</a:t>
            </a:r>
            <a:r>
              <a:rPr lang="en-US" dirty="0">
                <a:sym typeface="+mn-ea"/>
              </a:rPr>
              <a:t> </a:t>
            </a:r>
            <a:r>
              <a:rPr lang="en-US" dirty="0" err="1">
                <a:sym typeface="+mn-ea"/>
              </a:rPr>
              <a:t>cơ</a:t>
            </a:r>
            <a:r>
              <a:rPr lang="en-US" dirty="0">
                <a:sym typeface="+mn-ea"/>
              </a:rPr>
              <a:t> </a:t>
            </a:r>
            <a:r>
              <a:rPr lang="en-US" dirty="0" err="1">
                <a:sym typeface="+mn-ea"/>
              </a:rPr>
              <a:t>quan</a:t>
            </a:r>
            <a:r>
              <a:rPr lang="en-US" dirty="0">
                <a:sym typeface="+mn-ea"/>
              </a:rPr>
              <a:t>, </a:t>
            </a:r>
            <a:r>
              <a:rPr lang="en-US" dirty="0" err="1">
                <a:sym typeface="+mn-ea"/>
              </a:rPr>
              <a:t>tổ</a:t>
            </a:r>
            <a:r>
              <a:rPr lang="en-US" dirty="0">
                <a:sym typeface="+mn-ea"/>
              </a:rPr>
              <a:t> </a:t>
            </a:r>
            <a:r>
              <a:rPr lang="en-US" dirty="0" err="1">
                <a:sym typeface="+mn-ea"/>
              </a:rPr>
              <a:t>chức</a:t>
            </a:r>
            <a:r>
              <a:rPr lang="en-US" dirty="0">
                <a:sym typeface="+mn-ea"/>
              </a:rPr>
              <a:t>, </a:t>
            </a:r>
            <a:r>
              <a:rPr lang="en-US" dirty="0" err="1">
                <a:sym typeface="+mn-ea"/>
              </a:rPr>
              <a:t>cá</a:t>
            </a:r>
            <a:r>
              <a:rPr lang="en-US" dirty="0">
                <a:sym typeface="+mn-ea"/>
              </a:rPr>
              <a:t> </a:t>
            </a:r>
            <a:r>
              <a:rPr lang="en-US" dirty="0" err="1">
                <a:sym typeface="+mn-ea"/>
              </a:rPr>
              <a:t>nhân</a:t>
            </a:r>
            <a:r>
              <a:rPr lang="en-US" dirty="0">
                <a:sym typeface="+mn-ea"/>
              </a:rPr>
              <a:t> </a:t>
            </a:r>
            <a:r>
              <a:rPr lang="en-US" dirty="0" err="1">
                <a:sym typeface="+mn-ea"/>
              </a:rPr>
              <a:t>hoặc</a:t>
            </a:r>
            <a:r>
              <a:rPr lang="en-US" dirty="0">
                <a:sym typeface="+mn-ea"/>
              </a:rPr>
              <a:t> </a:t>
            </a:r>
            <a:r>
              <a:rPr lang="en-US" dirty="0" err="1">
                <a:sym typeface="+mn-ea"/>
              </a:rPr>
              <a:t>để</a:t>
            </a:r>
            <a:r>
              <a:rPr lang="en-US" dirty="0">
                <a:sym typeface="+mn-ea"/>
              </a:rPr>
              <a:t> </a:t>
            </a:r>
            <a:r>
              <a:rPr lang="en-US" dirty="0" err="1">
                <a:sym typeface="+mn-ea"/>
              </a:rPr>
              <a:t>trục</a:t>
            </a:r>
            <a:r>
              <a:rPr lang="en-US" dirty="0">
                <a:sym typeface="+mn-ea"/>
              </a:rPr>
              <a:t> </a:t>
            </a:r>
            <a:r>
              <a:rPr lang="en-US" dirty="0" err="1">
                <a:sym typeface="+mn-ea"/>
              </a:rPr>
              <a:t>lợi</a:t>
            </a:r>
            <a:r>
              <a:rPr lang="en-US" dirty="0">
                <a:sym typeface="+mn-ea"/>
              </a:rPr>
              <a:t>; </a:t>
            </a:r>
            <a:endParaRPr lang="en-US" dirty="0"/>
          </a:p>
          <a:p>
            <a:pPr marL="0" indent="0">
              <a:buNone/>
            </a:pPr>
            <a:r>
              <a:rPr lang="en-US" dirty="0">
                <a:sym typeface="+mn-ea"/>
              </a:rPr>
              <a:t>(6) </a:t>
            </a:r>
            <a:r>
              <a:rPr lang="en-US" dirty="0" err="1">
                <a:sym typeface="+mn-ea"/>
              </a:rPr>
              <a:t>Hành</a:t>
            </a:r>
            <a:r>
              <a:rPr lang="en-US" dirty="0">
                <a:sym typeface="+mn-ea"/>
              </a:rPr>
              <a:t> vi </a:t>
            </a:r>
            <a:r>
              <a:rPr lang="en-US" dirty="0" err="1">
                <a:sym typeface="+mn-ea"/>
              </a:rPr>
              <a:t>khác</a:t>
            </a:r>
            <a:r>
              <a:rPr lang="en-US" dirty="0">
                <a:sym typeface="+mn-ea"/>
              </a:rPr>
              <a:t> vi </a:t>
            </a:r>
            <a:r>
              <a:rPr lang="en-US" dirty="0" err="1">
                <a:sym typeface="+mn-ea"/>
              </a:rPr>
              <a:t>phạm</a:t>
            </a:r>
            <a:r>
              <a:rPr lang="en-US" dirty="0">
                <a:sym typeface="+mn-ea"/>
              </a:rPr>
              <a:t> </a:t>
            </a:r>
            <a:r>
              <a:rPr lang="en-US" dirty="0" err="1">
                <a:sym typeface="+mn-ea"/>
              </a:rPr>
              <a:t>quy</a:t>
            </a:r>
            <a:r>
              <a:rPr lang="en-US" dirty="0">
                <a:sym typeface="+mn-ea"/>
              </a:rPr>
              <a:t> </a:t>
            </a:r>
            <a:r>
              <a:rPr lang="en-US" dirty="0" err="1">
                <a:sym typeface="+mn-ea"/>
              </a:rPr>
              <a:t>định</a:t>
            </a:r>
            <a:r>
              <a:rPr lang="en-US" dirty="0">
                <a:sym typeface="+mn-ea"/>
              </a:rPr>
              <a:t> </a:t>
            </a:r>
            <a:r>
              <a:rPr lang="en-US" dirty="0" err="1">
                <a:sym typeface="+mn-ea"/>
              </a:rPr>
              <a:t>của</a:t>
            </a:r>
            <a:r>
              <a:rPr lang="en-US" dirty="0">
                <a:sym typeface="+mn-ea"/>
              </a:rPr>
              <a:t> </a:t>
            </a:r>
            <a:r>
              <a:rPr lang="en-US" dirty="0" err="1">
                <a:sym typeface="+mn-ea"/>
              </a:rPr>
              <a:t>Luật</a:t>
            </a:r>
            <a:r>
              <a:rPr lang="en-US" dirty="0">
                <a:sym typeface="+mn-ea"/>
              </a:rPr>
              <a:t> </a:t>
            </a:r>
            <a:r>
              <a:rPr lang="en-US" dirty="0" err="1">
                <a:sym typeface="+mn-ea"/>
              </a:rPr>
              <a:t>này</a:t>
            </a:r>
            <a:r>
              <a:rPr lang="en-US" dirty="0">
                <a:sym typeface="+mn-ea"/>
              </a:rPr>
              <a:t>.</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lvl="0"/>
            <a:fld id="{9A0DB2DC-4C9A-4742-B13C-FB6460FD3503}" type="slidenum">
              <a:rPr lang="en-US"/>
              <a:t>30</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400">
                <a:sym typeface="+mn-ea"/>
              </a:rPr>
              <a:t>Như vậy, Luật an ninh mạng không có quy định cấm Facebook, Google hoặc các nhà cung cấp dịch vụ nước ngoài hoạt động tại Việt Nam; không ngăn cản quyền tự do ngôn luận, quyền bày tỏ quan điểm của công dân; không cấm công dân sử dụng các dịch vụ mạng xã hội như Facebook, Google; không cấm công dân tham gia hoạt động trên không gian mạng hoặc truy cập, sử dụng </a:t>
            </a:r>
            <a:endParaRPr lang="en-US" sz="2400"/>
          </a:p>
          <a:p>
            <a:pPr marL="0" indent="0">
              <a:buNone/>
            </a:pPr>
            <a:r>
              <a:rPr lang="en-US" sz="2400">
                <a:sym typeface="+mn-ea"/>
              </a:rPr>
              <a:t>thông tin trên không gian mạng; cấm công dân khởi nghiệp, sáng tạo hay trao đổi, triển khai ý tưởng sáng tạo của mình trên không gian mạng.</a:t>
            </a:r>
            <a:endParaRPr lang="en-US" sz="2400"/>
          </a:p>
          <a:p>
            <a:pPr marL="0" indent="0">
              <a:buNone/>
            </a:pPr>
            <a:r>
              <a:rPr lang="en-US" sz="2400">
                <a:sym typeface="+mn-ea"/>
              </a:rPr>
              <a:t>Bên cạnh đó, Luật quy định người nào có hành vi vi phạm quy định của Luật này thì tùy theo tính chất, mức độ vi phạm mà bị xử lý kỷ luật, xử lý vi phạm hành chính hoặc bị truy cứu trách nhiệm hình sự, nếu gây thiệt hại thì phải </a:t>
            </a:r>
            <a:endParaRPr lang="en-US" sz="2400"/>
          </a:p>
          <a:p>
            <a:pPr marL="0" indent="0">
              <a:buNone/>
            </a:pPr>
            <a:r>
              <a:rPr lang="en-US" sz="2400">
                <a:sym typeface="+mn-ea"/>
              </a:rPr>
              <a:t>bồi thường theo quy định của pháp luật (Điều 9)</a:t>
            </a:r>
            <a:endParaRPr lang="en-US" sz="2400"/>
          </a:p>
          <a:p>
            <a:endParaRPr lang="en-US" sz="2400"/>
          </a:p>
          <a:p>
            <a:endParaRPr lang="en-US" sz="2400"/>
          </a:p>
        </p:txBody>
      </p:sp>
      <p:sp>
        <p:nvSpPr>
          <p:cNvPr id="4" name="Slide Number Placeholder 3"/>
          <p:cNvSpPr>
            <a:spLocks noGrp="1"/>
          </p:cNvSpPr>
          <p:nvPr>
            <p:ph type="sldNum" sz="quarter" idx="12"/>
          </p:nvPr>
        </p:nvSpPr>
        <p:spPr/>
        <p:txBody>
          <a:bodyPr/>
          <a:lstStyle/>
          <a:p>
            <a:pPr lvl="0"/>
            <a:fld id="{9A0DB2DC-4C9A-4742-B13C-FB6460FD3503}" type="slidenum">
              <a:rPr lang="en-US"/>
              <a:t>31</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a:t>Chương II. Bảo vệ an ninh mạng đối với hệ thống thông tin quan trọng về an ninh quốc gia, gồm 6 điều (từ Điều 10 đến Điều 15)</a:t>
            </a:r>
          </a:p>
        </p:txBody>
      </p:sp>
      <p:sp>
        <p:nvSpPr>
          <p:cNvPr id="4" name="Slide Number Placeholder 3"/>
          <p:cNvSpPr>
            <a:spLocks noGrp="1"/>
          </p:cNvSpPr>
          <p:nvPr>
            <p:ph type="sldNum" sz="quarter" idx="12"/>
          </p:nvPr>
        </p:nvSpPr>
        <p:spPr/>
        <p:txBody>
          <a:bodyPr/>
          <a:lstStyle/>
          <a:p>
            <a:pPr lvl="0"/>
            <a:fld id="{9A0DB2DC-4C9A-4742-B13C-FB6460FD3503}" type="slidenum">
              <a:rPr lang="en-US"/>
              <a:t>32</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 altLang="en-US"/>
              <a:t>Đ</a:t>
            </a:r>
            <a:r>
              <a:rPr lang="en-US" altLang="en-US"/>
              <a:t>iều 10. Hệ thống thông tin quan trọng về an ninh quốc gia</a:t>
            </a:r>
          </a:p>
          <a:p>
            <a:r>
              <a:rPr lang="en-US" altLang="en-US"/>
              <a:t>1. Hệ thống thông tin quan trọng về an ninh quốc gia là hệ thống thông tin khi bị sự cố, xâm nhập, chiếm quyền </a:t>
            </a:r>
            <a:r>
              <a:rPr lang="" altLang="en-US"/>
              <a:t>đ</a:t>
            </a:r>
            <a:r>
              <a:rPr lang="en-US" altLang="en-US"/>
              <a:t>iều khiển, làm sai lệch, gián </a:t>
            </a:r>
            <a:r>
              <a:rPr lang="" altLang="en-US"/>
              <a:t>đ</a:t>
            </a:r>
            <a:r>
              <a:rPr lang="en-US" altLang="en-US"/>
              <a:t>oạn, ng</a:t>
            </a:r>
            <a:r>
              <a:rPr lang="" altLang="en-US"/>
              <a:t>ư</a:t>
            </a:r>
            <a:r>
              <a:rPr lang="en-US" altLang="en-US"/>
              <a:t>ng trệ, tê liệt, tấn công hoặc phá hoại sẽ xâm phạm nghiêm trọng an ninh mạng. </a:t>
            </a:r>
          </a:p>
          <a:p>
            <a:endParaRPr lang="en-US" altLang="en-US"/>
          </a:p>
        </p:txBody>
      </p:sp>
      <p:sp>
        <p:nvSpPr>
          <p:cNvPr id="4" name="Slide Number Placeholder 3"/>
          <p:cNvSpPr>
            <a:spLocks noGrp="1"/>
          </p:cNvSpPr>
          <p:nvPr>
            <p:ph type="sldNum" sz="quarter" idx="12"/>
          </p:nvPr>
        </p:nvSpPr>
        <p:spPr/>
        <p:txBody>
          <a:bodyPr/>
          <a:lstStyle/>
          <a:p>
            <a:pPr lvl="0"/>
            <a:fld id="{9A0DB2DC-4C9A-4742-B13C-FB6460FD3503}" type="slidenum">
              <a:rPr lang="en-US"/>
              <a:t>33</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sym typeface="+mn-ea"/>
              </a:rPr>
              <a:t>2. Hệ thống thông tin quan trọng về an ninh quốc gia bao gồm: </a:t>
            </a:r>
            <a:endParaRPr lang="en-US" altLang="en-US"/>
          </a:p>
          <a:p>
            <a:r>
              <a:rPr lang="en-US" altLang="en-US">
                <a:sym typeface="+mn-ea"/>
              </a:rPr>
              <a:t>a) Hệ thống thông tin quân sự, an ninh, ngoại giao, cơ yếu; </a:t>
            </a:r>
            <a:endParaRPr lang="en-US" altLang="en-US"/>
          </a:p>
          <a:p>
            <a:r>
              <a:rPr lang="en-US" altLang="en-US">
                <a:sym typeface="+mn-ea"/>
              </a:rPr>
              <a:t>b) Hệ thống thông tin lưu trữ, xử lý thông tin thuộc bí mật nhà nước;</a:t>
            </a:r>
            <a:endParaRPr lang="en-US" altLang="en-US"/>
          </a:p>
          <a:p>
            <a:r>
              <a:rPr lang="en-US" altLang="en-US">
                <a:sym typeface="+mn-ea"/>
              </a:rPr>
              <a:t>c) Hệ thống thông tin phục vụ lưu giữ, bảo quản hiện vật, tài liệu có giá trị đặc biệt quan trọng; </a:t>
            </a:r>
            <a:endParaRPr lang="en-US" altLang="en-US"/>
          </a:p>
          <a:p>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34</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sym typeface="+mn-ea"/>
              </a:rPr>
              <a:t>d) Hệ thống thông tin phục vụ bảo quản vật liệu, chất đặc biệt nguy hiểm đối với con người, môi trường sinh thái;</a:t>
            </a:r>
            <a:endParaRPr lang="en-US" altLang="en-US"/>
          </a:p>
          <a:p>
            <a:r>
              <a:rPr lang="en-US" altLang="en-US">
                <a:sym typeface="+mn-ea"/>
              </a:rPr>
              <a:t>đ) Hệ thống thông tin phục vụ bảo quản, chế tạo, quản lý cơ sở vật chất đặc biệt quan trọng khác liên quan đến an ninh quốc gia;</a:t>
            </a:r>
            <a:endParaRPr lang="en-US" altLang="en-US"/>
          </a:p>
          <a:p>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35</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sym typeface="+mn-ea"/>
              </a:rPr>
              <a:t>e) Hệ thống thông tin quan trọng phục vụ hoạt động của cơ quan, tổ chức ở trung ương; </a:t>
            </a:r>
            <a:endParaRPr lang="en-US" altLang="en-US"/>
          </a:p>
          <a:p>
            <a:r>
              <a:rPr lang="en-US" altLang="en-US">
                <a:sym typeface="+mn-ea"/>
              </a:rPr>
              <a:t>g) Hệ thống thông tin quốc gia thuộc lĩnh vực năng lượng, tài chính,   ngân hàng, viễn thông, giao thông vận tải, tài nguyên và môi trường, hóa chất, y tế, văn hóa, báo chí;</a:t>
            </a:r>
            <a:endParaRPr lang="en-US" altLang="en-US"/>
          </a:p>
          <a:p>
            <a:r>
              <a:rPr lang="en-US" altLang="en-US">
                <a:sym typeface="+mn-ea"/>
              </a:rPr>
              <a:t>h) Hệ thống điều khiển và giám sát tự động tại công trình quan trọng    liên quan đến an ninh quốc gia, mục tiêu quan trọng về an ninh quốc gia.</a:t>
            </a:r>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36</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37</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a:t>Chương III. Phòng ngừa, xử lý hành vi xâm phạm an ninh mạng, gồm 7 điều (từ Điều 16 đến Điều 22)</a:t>
            </a:r>
          </a:p>
        </p:txBody>
      </p:sp>
      <p:sp>
        <p:nvSpPr>
          <p:cNvPr id="4" name="Slide Number Placeholder 3"/>
          <p:cNvSpPr>
            <a:spLocks noGrp="1"/>
          </p:cNvSpPr>
          <p:nvPr>
            <p:ph type="sldNum" sz="quarter" idx="12"/>
          </p:nvPr>
        </p:nvSpPr>
        <p:spPr/>
        <p:txBody>
          <a:bodyPr/>
          <a:lstStyle/>
          <a:p>
            <a:pPr lvl="0"/>
            <a:fld id="{9A0DB2DC-4C9A-4742-B13C-FB6460FD3503}" type="slidenum">
              <a:rPr lang="en-US"/>
              <a:t>38</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Phòng ngừa, xử l</a:t>
            </a:r>
            <a:r>
              <a:rPr lang="" altLang="en-US"/>
              <a:t>ý</a:t>
            </a:r>
            <a:r>
              <a:rPr lang="en-US" altLang="en-US"/>
              <a:t> thông tin trên không gian mạng có nội dung tuyên truyền chống Nhà n</a:t>
            </a:r>
            <a:r>
              <a:rPr lang="" altLang="en-US"/>
              <a:t>ư</a:t>
            </a:r>
            <a:r>
              <a:rPr lang="en-US" altLang="en-US"/>
              <a:t>ớc Cộng hòa xã hội chủ ngh</a:t>
            </a:r>
            <a:r>
              <a:rPr lang="" altLang="en-US"/>
              <a:t>ĩ</a:t>
            </a:r>
            <a:r>
              <a:rPr lang="en-US" altLang="en-US"/>
              <a:t>a Việt Nam; kích </a:t>
            </a:r>
            <a:r>
              <a:rPr lang="" altLang="en-US"/>
              <a:t>đ</a:t>
            </a:r>
            <a:r>
              <a:rPr lang="en-US" altLang="en-US"/>
              <a:t>ộng gây bạo loạn, phá rối an ninh, gây rối trật tự công cộng; làm nhục, vu khống; xâm phạm trật tự quản l</a:t>
            </a:r>
            <a:r>
              <a:rPr lang="" altLang="en-US"/>
              <a:t>ý</a:t>
            </a:r>
            <a:r>
              <a:rPr lang="en-US" altLang="en-US"/>
              <a:t> kinh tế</a:t>
            </a:r>
          </a:p>
        </p:txBody>
      </p:sp>
      <p:sp>
        <p:nvSpPr>
          <p:cNvPr id="4" name="Slide Number Placeholder 3"/>
          <p:cNvSpPr>
            <a:spLocks noGrp="1"/>
          </p:cNvSpPr>
          <p:nvPr>
            <p:ph type="sldNum" sz="quarter" idx="12"/>
          </p:nvPr>
        </p:nvSpPr>
        <p:spPr/>
        <p:txBody>
          <a:bodyPr/>
          <a:lstStyle/>
          <a:p>
            <a:pPr lvl="0"/>
            <a:fld id="{9A0DB2DC-4C9A-4742-B13C-FB6460FD3503}" type="slidenum">
              <a:rPr lang="en-US"/>
              <a:t>39</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Phòng, chống gián </a:t>
            </a:r>
            <a:r>
              <a:rPr lang="" altLang="en-US"/>
              <a:t>đ</a:t>
            </a:r>
            <a:r>
              <a:rPr lang="en-US" altLang="en-US"/>
              <a:t>iệp mạng; bảo vệ thông tin thuộc bí mật nhà n</a:t>
            </a:r>
            <a:r>
              <a:rPr lang="" altLang="en-US"/>
              <a:t>ư</a:t>
            </a:r>
            <a:r>
              <a:rPr lang="en-US" altLang="en-US"/>
              <a:t>ớc, bí mật công tác, bí mật kinh doanh, bí mật cá nhân, bí mật     gia </a:t>
            </a:r>
            <a:r>
              <a:rPr lang="" altLang="en-US"/>
              <a:t>đ</a:t>
            </a:r>
            <a:r>
              <a:rPr lang="en-US" altLang="en-US"/>
              <a:t>ình và </a:t>
            </a:r>
            <a:r>
              <a:rPr lang="" altLang="en-US"/>
              <a:t>đ</a:t>
            </a:r>
            <a:r>
              <a:rPr lang="en-US" altLang="en-US"/>
              <a:t>ời sống riêng t</a:t>
            </a:r>
            <a:r>
              <a:rPr lang="" altLang="en-US"/>
              <a:t>ư</a:t>
            </a:r>
            <a:r>
              <a:rPr lang="en-US" altLang="en-US"/>
              <a:t> trên không gian mạng</a:t>
            </a:r>
          </a:p>
        </p:txBody>
      </p:sp>
      <p:sp>
        <p:nvSpPr>
          <p:cNvPr id="4" name="Slide Number Placeholder 3"/>
          <p:cNvSpPr>
            <a:spLocks noGrp="1"/>
          </p:cNvSpPr>
          <p:nvPr>
            <p:ph type="sldNum" sz="quarter" idx="12"/>
          </p:nvPr>
        </p:nvSpPr>
        <p:spPr/>
        <p:txBody>
          <a:bodyPr/>
          <a:lstStyle/>
          <a:p>
            <a:pPr lvl="0"/>
            <a:fld id="{9A0DB2DC-4C9A-4742-B13C-FB6460FD3503}" type="slidenum">
              <a:rPr lang="en-US"/>
              <a:t>40</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Phòng, chống hành vi sử dụng không gian mạng, công nghệ thông tin, ph</a:t>
            </a:r>
            <a:r>
              <a:rPr lang="" altLang="en-US"/>
              <a:t>ư</a:t>
            </a:r>
            <a:r>
              <a:rPr lang="en-US" altLang="en-US"/>
              <a:t>ơng tiện </a:t>
            </a:r>
            <a:r>
              <a:rPr lang="" altLang="en-US"/>
              <a:t>đ</a:t>
            </a:r>
            <a:r>
              <a:rPr lang="en-US" altLang="en-US"/>
              <a:t>iện tử </a:t>
            </a:r>
            <a:r>
              <a:rPr lang="" altLang="en-US"/>
              <a:t>đ</a:t>
            </a:r>
            <a:r>
              <a:rPr lang="en-US" altLang="en-US"/>
              <a:t>ể vi phạm pháp luật về an ninh quốc gia, trật tự, an toàn xã hội</a:t>
            </a:r>
          </a:p>
        </p:txBody>
      </p:sp>
      <p:sp>
        <p:nvSpPr>
          <p:cNvPr id="4" name="Slide Number Placeholder 3"/>
          <p:cNvSpPr>
            <a:spLocks noGrp="1"/>
          </p:cNvSpPr>
          <p:nvPr>
            <p:ph type="sldNum" sz="quarter" idx="12"/>
          </p:nvPr>
        </p:nvSpPr>
        <p:spPr/>
        <p:txBody>
          <a:bodyPr/>
          <a:lstStyle/>
          <a:p>
            <a:pPr lvl="0"/>
            <a:fld id="{9A0DB2DC-4C9A-4742-B13C-FB6460FD3503}" type="slidenum">
              <a:rPr lang="en-US"/>
              <a:t>41</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Phòng, chống tấn công mạng</a:t>
            </a:r>
          </a:p>
          <a:p>
            <a:r>
              <a:rPr lang="en-US" altLang="en-US"/>
              <a:t>Phòng, chống khủng bố mạng</a:t>
            </a:r>
          </a:p>
          <a:p>
            <a:r>
              <a:rPr lang="en-US" altLang="en-US"/>
              <a:t>Phòng ngừa, xử l</a:t>
            </a:r>
            <a:r>
              <a:rPr lang="" altLang="en-US"/>
              <a:t>ý</a:t>
            </a:r>
            <a:r>
              <a:rPr lang="en-US" altLang="en-US"/>
              <a:t> tình huống nguy hiểm về an ninh mạng</a:t>
            </a:r>
          </a:p>
        </p:txBody>
      </p:sp>
      <p:sp>
        <p:nvSpPr>
          <p:cNvPr id="4" name="Slide Number Placeholder 3"/>
          <p:cNvSpPr>
            <a:spLocks noGrp="1"/>
          </p:cNvSpPr>
          <p:nvPr>
            <p:ph type="sldNum" sz="quarter" idx="12"/>
          </p:nvPr>
        </p:nvSpPr>
        <p:spPr/>
        <p:txBody>
          <a:bodyPr/>
          <a:lstStyle/>
          <a:p>
            <a:pPr lvl="0"/>
            <a:fld id="{9A0DB2DC-4C9A-4742-B13C-FB6460FD3503}" type="slidenum">
              <a:rPr lang="en-US"/>
              <a:t>42</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a:t>Chương IV. Hoạt động bảo vệ an ninh mạng, gồm 7 điều (từ Điều 23 đến Điều 29)</a:t>
            </a:r>
          </a:p>
        </p:txBody>
      </p:sp>
      <p:sp>
        <p:nvSpPr>
          <p:cNvPr id="4" name="Slide Number Placeholder 3"/>
          <p:cNvSpPr>
            <a:spLocks noGrp="1"/>
          </p:cNvSpPr>
          <p:nvPr>
            <p:ph type="sldNum" sz="quarter" idx="12"/>
          </p:nvPr>
        </p:nvSpPr>
        <p:spPr/>
        <p:txBody>
          <a:bodyPr/>
          <a:lstStyle/>
          <a:p>
            <a:pPr lvl="0"/>
            <a:fld id="{9A0DB2DC-4C9A-4742-B13C-FB6460FD3503}" type="slidenum">
              <a:rPr lang="en-US"/>
              <a:t>43</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a:t>Chương V. Bảo đảm hoạt động bảo vệ an ninh mạng, gồm 6 điều (từ Điều 30 đến Điều 35)</a:t>
            </a:r>
          </a:p>
        </p:txBody>
      </p:sp>
      <p:sp>
        <p:nvSpPr>
          <p:cNvPr id="4" name="Slide Number Placeholder 3"/>
          <p:cNvSpPr>
            <a:spLocks noGrp="1"/>
          </p:cNvSpPr>
          <p:nvPr>
            <p:ph type="sldNum" sz="quarter" idx="12"/>
          </p:nvPr>
        </p:nvSpPr>
        <p:spPr/>
        <p:txBody>
          <a:bodyPr/>
          <a:lstStyle/>
          <a:p>
            <a:pPr lvl="0"/>
            <a:fld id="{9A0DB2DC-4C9A-4742-B13C-FB6460FD3503}" type="slidenum">
              <a:rPr lang="en-US"/>
              <a:t>44</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a:t>Chương VI. Trách nhiệm của cơ quan, tổ chức, cá nhân, gồm 7 điều (từ Điều 36 đến Điều 42)</a:t>
            </a:r>
          </a:p>
        </p:txBody>
      </p:sp>
      <p:sp>
        <p:nvSpPr>
          <p:cNvPr id="4" name="Slide Number Placeholder 3"/>
          <p:cNvSpPr>
            <a:spLocks noGrp="1"/>
          </p:cNvSpPr>
          <p:nvPr>
            <p:ph type="sldNum" sz="quarter" idx="12"/>
          </p:nvPr>
        </p:nvSpPr>
        <p:spPr/>
        <p:txBody>
          <a:bodyPr/>
          <a:lstStyle/>
          <a:p>
            <a:pPr lvl="0"/>
            <a:fld id="{9A0DB2DC-4C9A-4742-B13C-FB6460FD3503}" type="slidenum">
              <a:rPr lang="en-US"/>
              <a:t>45</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00FFFF"/>
                </a:highlight>
              </a:rPr>
              <a:t>Luật an ninh mạng gồm 7 chương, 43 điều</a:t>
            </a:r>
          </a:p>
        </p:txBody>
      </p:sp>
      <p:sp>
        <p:nvSpPr>
          <p:cNvPr id="3" name="Content Placeholder 2"/>
          <p:cNvSpPr>
            <a:spLocks noGrp="1"/>
          </p:cNvSpPr>
          <p:nvPr>
            <p:ph idx="1"/>
          </p:nvPr>
        </p:nvSpPr>
        <p:spPr/>
        <p:txBody>
          <a:bodyPr/>
          <a:lstStyle/>
          <a:p>
            <a:r>
              <a:rPr lang="en-US" dirty="0" err="1"/>
              <a:t>Chương</a:t>
            </a:r>
            <a:r>
              <a:rPr lang="en-US" dirty="0"/>
              <a:t> VII. </a:t>
            </a:r>
            <a:r>
              <a:rPr lang="en-US" dirty="0" err="1"/>
              <a:t>Điều</a:t>
            </a:r>
            <a:r>
              <a:rPr lang="en-US" dirty="0"/>
              <a:t> </a:t>
            </a:r>
            <a:r>
              <a:rPr lang="en-US" dirty="0" err="1"/>
              <a:t>khoản</a:t>
            </a:r>
            <a:r>
              <a:rPr lang="en-US" dirty="0"/>
              <a:t> </a:t>
            </a:r>
            <a:r>
              <a:rPr lang="en-US" dirty="0" err="1"/>
              <a:t>thi</a:t>
            </a:r>
            <a:r>
              <a:rPr lang="en-US" dirty="0"/>
              <a:t> </a:t>
            </a:r>
            <a:r>
              <a:rPr lang="en-US" dirty="0" err="1"/>
              <a:t>hành</a:t>
            </a:r>
            <a:r>
              <a:rPr lang="en-US" dirty="0"/>
              <a:t>, </a:t>
            </a:r>
            <a:r>
              <a:rPr lang="en-US" dirty="0" err="1"/>
              <a:t>gồm</a:t>
            </a:r>
            <a:r>
              <a:rPr lang="en-US" dirty="0"/>
              <a:t> 01 </a:t>
            </a:r>
            <a:r>
              <a:rPr lang="en-US" dirty="0" err="1"/>
              <a:t>điều</a:t>
            </a:r>
            <a:r>
              <a:rPr lang="en-US" dirty="0"/>
              <a:t> (</a:t>
            </a:r>
            <a:r>
              <a:rPr lang="en-US" dirty="0" err="1"/>
              <a:t>Điều</a:t>
            </a:r>
            <a:r>
              <a:rPr lang="en-US" dirty="0"/>
              <a:t> 43), </a:t>
            </a:r>
            <a:r>
              <a:rPr lang="en-US" dirty="0" err="1"/>
              <a:t>quy</a:t>
            </a:r>
            <a:r>
              <a:rPr lang="en-US" dirty="0"/>
              <a:t> </a:t>
            </a:r>
            <a:r>
              <a:rPr lang="en-US" dirty="0" err="1"/>
              <a:t>định</a:t>
            </a:r>
            <a:r>
              <a:rPr lang="en-US" dirty="0"/>
              <a:t> </a:t>
            </a:r>
            <a:r>
              <a:rPr lang="en-US" dirty="0" err="1"/>
              <a:t>về</a:t>
            </a:r>
            <a:r>
              <a:rPr lang="en-US" dirty="0"/>
              <a:t> </a:t>
            </a:r>
            <a:r>
              <a:rPr lang="en-US" dirty="0" err="1"/>
              <a:t>hiệu</a:t>
            </a:r>
            <a:r>
              <a:rPr lang="en-US" dirty="0"/>
              <a:t> </a:t>
            </a:r>
            <a:r>
              <a:rPr lang="en-US" dirty="0" err="1"/>
              <a:t>lực</a:t>
            </a:r>
            <a:r>
              <a:rPr lang="en-US" dirty="0"/>
              <a:t> </a:t>
            </a:r>
            <a:r>
              <a:rPr lang="en-US" dirty="0" err="1"/>
              <a:t>thi</a:t>
            </a:r>
            <a:r>
              <a:rPr lang="en-US" dirty="0"/>
              <a:t> </a:t>
            </a:r>
            <a:r>
              <a:rPr lang="en-US" dirty="0" err="1"/>
              <a:t>hành</a:t>
            </a:r>
            <a:endParaRPr lang="en-US" dirty="0"/>
          </a:p>
        </p:txBody>
      </p:sp>
      <p:sp>
        <p:nvSpPr>
          <p:cNvPr id="4" name="Slide Number Placeholder 3"/>
          <p:cNvSpPr>
            <a:spLocks noGrp="1"/>
          </p:cNvSpPr>
          <p:nvPr>
            <p:ph type="sldNum" sz="quarter" idx="12"/>
          </p:nvPr>
        </p:nvSpPr>
        <p:spPr/>
        <p:txBody>
          <a:bodyPr/>
          <a:lstStyle/>
          <a:p>
            <a:pPr lvl="0"/>
            <a:fld id="{9A0DB2DC-4C9A-4742-B13C-FB6460FD3503}" type="slidenum">
              <a:rPr lang="en-US"/>
              <a:t>46</a:t>
            </a:fld>
            <a:endParaRPr 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3734</Words>
  <Application>Microsoft Office PowerPoint</Application>
  <PresentationFormat>On-screen Show (4:3)</PresentationFormat>
  <Paragraphs>167</Paragraphs>
  <Slides>46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Tahoma</vt:lpstr>
      <vt:lpstr>Data Pie Charts</vt:lpstr>
      <vt:lpstr> </vt:lpstr>
      <vt:lpstr>https://vbpl.vn/TW/Pages/vbpq-toanvan.aspx?ItemID=132957&amp;Keyword=Lu%E1%BA%ADt%20an%20ninh%20m%E1%BA%A1ng</vt:lpstr>
      <vt:lpstr>PowerPoint Presentation</vt:lpstr>
      <vt:lpstr>I. SỰ CẦN THIẾT BAN HÀNH LUẬT AN NINH MẠNG</vt:lpstr>
      <vt:lpstr>I. SỰ CẦN THIẾT BAN HÀNH LUẬT AN NINH MẠNG</vt:lpstr>
      <vt:lpstr>Luật an ninh mạng gồm 7 chương, 43 điều</vt:lpstr>
      <vt:lpstr>1. Những quy định chung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Những quy định chung</vt:lpstr>
      <vt:lpstr>PowerPoint Presentation</vt:lpstr>
      <vt:lpstr>PowerPoint Presentation</vt:lpstr>
      <vt:lpstr>1. Những quy định chung</vt:lpstr>
      <vt:lpstr>PowerPoint Presentation</vt:lpstr>
      <vt:lpstr>PowerPoint Presentation</vt:lpstr>
      <vt:lpstr>1. Những quy định chung</vt:lpstr>
      <vt:lpstr>PowerPoint Presentation</vt:lpstr>
      <vt:lpstr>PowerPoint Presentation</vt:lpstr>
      <vt:lpstr>PowerPoint Presentation</vt:lpstr>
      <vt:lpstr>1. Những quy định chung</vt:lpstr>
      <vt:lpstr>1. Những quy định chung</vt:lpstr>
      <vt:lpstr>PowerPoint Presentation</vt:lpstr>
      <vt:lpstr>PowerPoint Presentation</vt:lpstr>
      <vt:lpstr>PowerPoint Presentation</vt:lpstr>
      <vt:lpstr>Luật an ninh mạng gồm 7 chương, 43 điều</vt:lpstr>
      <vt:lpstr>PowerPoint Presentation</vt:lpstr>
      <vt:lpstr>PowerPoint Presentation</vt:lpstr>
      <vt:lpstr>PowerPoint Presentation</vt:lpstr>
      <vt:lpstr>PowerPoint Presentation</vt:lpstr>
      <vt:lpstr>PowerPoint Presentation</vt:lpstr>
      <vt:lpstr>Luật an ninh mạng gồm 7 chương, 43 điều</vt:lpstr>
      <vt:lpstr>PowerPoint Presentation</vt:lpstr>
      <vt:lpstr>PowerPoint Presentation</vt:lpstr>
      <vt:lpstr>PowerPoint Presentation</vt:lpstr>
      <vt:lpstr>PowerPoint Presentation</vt:lpstr>
      <vt:lpstr>Luật an ninh mạng gồm 7 chương, 43 điều</vt:lpstr>
      <vt:lpstr>Luật an ninh mạng gồm 7 chương, 43 điều</vt:lpstr>
      <vt:lpstr>Luật an ninh mạng gồm 7 chương, 43 điều</vt:lpstr>
      <vt:lpstr>Luật an ninh mạng gồm 7 chương, 43 điều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Bảo Trần</cp:lastModifiedBy>
  <cp:revision>62</cp:revision>
  <dcterms:created xsi:type="dcterms:W3CDTF">2010-01-08T01:22:00Z</dcterms:created>
  <dcterms:modified xsi:type="dcterms:W3CDTF">2026-01-17T12:29:39Z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0C39A8C8CE47482B9BA0BB2CB632BC9B_13</vt:lpwstr>
  </property>
  <property fmtid="{D5CDD505-2E9C-101B-9397-08002B2CF9AE}" pid="3" name="KSOProductBuildVer">
    <vt:lpwstr>1033-12.2.0.21931</vt:lpwstr>
  </property>
</Properties>
</file>