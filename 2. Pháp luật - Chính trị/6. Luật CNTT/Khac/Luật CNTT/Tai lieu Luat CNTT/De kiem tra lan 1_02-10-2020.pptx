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2890" autoAdjust="0"/>
  </p:normalViewPr>
  <p:slideViewPr>
    <p:cSldViewPr snapToGrid="0">
      <p:cViewPr varScale="1">
        <p:scale>
          <a:sx n="54" d="100"/>
          <a:sy n="54" d="100"/>
        </p:scale>
        <p:origin x="13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4CBC1-9002-4044-8A85-C3CE228F4137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3061-3C51-4F78-A8E5-9E6437235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2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b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 77. Vi phạm quy định về bảo vệ quyền, lợi ích hợp pháp và hỗ trợ người sử dụng sản phẩm, dịch vụ công nghệ thông tin</a:t>
            </a:r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Phạt tiền từ 30.000.000 đồng đến 50.000.000 đồng đối với một trong các hành vi sau:</a:t>
            </a:r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a) Tạo ra hoặc cài đặt hoặc phát tán chương trình vi rút máy tính hoặc phần mềm gây hại vào thiết bị số của người khác;</a:t>
            </a:r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 100. Vi phạm các quy định về trách nhiệm của tổ chức, doanh nghiệp thiết lập mạng xã hội</a:t>
            </a:r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Phạt tiền từ 50.000.000 đồng đến 70.000.000 đồng đối với một trong các hành vi sau:</a:t>
            </a:r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 Chủ động cung cấp thông tin cổ súy các hủ tục, mê tín, dị đoan, dâm ô, đồi trụy, không phù hợp với thuần phong, mỹ tục của dân tộc;</a:t>
            </a:r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33061-3C51-4F78-A8E5-9E64372354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2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56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6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9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3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7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6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3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5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4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258ED-25DD-4B08-8561-875BB4276E09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443AC-9301-45BE-9176-56DC12CED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6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09093"/>
            <a:ext cx="120288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Trình bày các hành vi bị nghiêm cấm được quy định trong Luật Công nghệ Thông tin, Luật số 67/2006/QH11.</a:t>
            </a:r>
          </a:p>
          <a:p>
            <a:pPr algn="just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Trình bày về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hống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 rút máy tính và phần mềm gây hại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được quy định trong Luật Công nghệ Thông tin, Luật số 67/2006/QH11.</a:t>
            </a:r>
          </a:p>
          <a:p>
            <a:pPr algn="just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Cá nhân có hành vi t</a:t>
            </a: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ạo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ra hoặc cài đặt hoặc phát tán chương trình vi rút máy tính hoặc phần mềm gây hại vào thiết bị số của người </a:t>
            </a: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thì bị xử phạt bao nhiêu tiền</a:t>
            </a:r>
            <a:r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(chọn đáp án và nêu căn cứ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 10 000 000 đồng		b. 20 000 000 đồng		c. 30 000 000 đồng</a:t>
            </a:r>
          </a:p>
          <a:p>
            <a:pPr algn="just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Doanh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nghiệp thiết lập mạng xã hội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 hành vi c</a:t>
            </a: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hủ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động cung cấp thông tin cổ súy các hủ tục, mê tín, dị đoan, dâm ô, đồi trụy, không phù hợp với thuần phong, mỹ tục của dân </a:t>
            </a:r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tộc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thì bị xử phạt tối đa bao nhiêu tiền: (</a:t>
            </a:r>
            <a:r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 đáp án và nêu căn cứ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 50 000 000 đồng		b. 60 000 000 đồng		c. 70 000 000 đồng</a:t>
            </a:r>
          </a:p>
          <a:p>
            <a:pPr algn="just"/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Ông A. đã tạo ra và cài đặt vào máy tính của ông B. một đoạn mã  làm xóa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bỏ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 số thông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tin lưu trữ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 máy tính của ông B.. Bạn hãy phân tích và đưa ra kết luận về hành vi của ông A. . Nếu ông A. có lỗi thì bị xử phạt hành chính như thế nào?</a:t>
            </a:r>
          </a:p>
        </p:txBody>
      </p:sp>
    </p:spTree>
    <p:extLst>
      <p:ext uri="{BB962C8B-B14F-4D97-AF65-F5344CB8AC3E}">
        <p14:creationId xmlns:p14="http://schemas.microsoft.com/office/powerpoint/2010/main" val="115639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269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Thach</dc:creator>
  <cp:lastModifiedBy>Thach</cp:lastModifiedBy>
  <cp:revision>22</cp:revision>
  <dcterms:created xsi:type="dcterms:W3CDTF">2019-03-15T02:10:08Z</dcterms:created>
  <dcterms:modified xsi:type="dcterms:W3CDTF">2020-10-01T07:37:45Z</dcterms:modified>
</cp:coreProperties>
</file>