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61" r:id="rId2"/>
    <p:sldId id="1864" r:id="rId3"/>
    <p:sldId id="1865" r:id="rId4"/>
    <p:sldId id="1847" r:id="rId5"/>
    <p:sldId id="1858" r:id="rId6"/>
    <p:sldId id="1860" r:id="rId7"/>
    <p:sldId id="1863" r:id="rId8"/>
    <p:sldId id="1862" r:id="rId9"/>
    <p:sldId id="1861" r:id="rId10"/>
    <p:sldId id="1866" r:id="rId11"/>
    <p:sldId id="1867" r:id="rId12"/>
    <p:sldId id="1868" r:id="rId13"/>
    <p:sldId id="1869" r:id="rId14"/>
    <p:sldId id="1870" r:id="rId15"/>
    <p:sldId id="1871" r:id="rId16"/>
    <p:sldId id="1804" r:id="rId17"/>
    <p:sldId id="267" r:id="rId1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0" autoAdjust="0"/>
    <p:restoredTop sz="93988" autoAdjust="0"/>
  </p:normalViewPr>
  <p:slideViewPr>
    <p:cSldViewPr snapToGrid="0">
      <p:cViewPr varScale="1">
        <p:scale>
          <a:sx n="111" d="100"/>
          <a:sy n="111" d="100"/>
        </p:scale>
        <p:origin x="126" y="1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l-explained.com/blog/mean-shift-explained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tutorial/mean-shift-cluste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medium.com/@kendigo.0416/understanding-patterns-with-mean-shift-clustering-in-medical-image-analysis-b3c91d1a9da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l-explained.com/blog/mean-shift-explaine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es.hal.science/tel-0099606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intro-to-artificial-intelligence/k-means-clustering-f9910da87c43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creating-animation-to-show-4-centroid-based-clustering-algorithms-using-python-and-sklearn-d397ade89cb3/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Yuvrajchopra25/Project-8-Image-Segmentation-using-Sklearn-and-K-Mean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040" y="2762804"/>
            <a:ext cx="8579899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/>
              <a:t>Mode Finding &amp; </a:t>
            </a:r>
            <a:r>
              <a:rPr lang="en-US" sz="3200" b="1" dirty="0"/>
              <a:t>Mean-Shift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841DC-C270-1014-A528-2868BCFE061E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Mean-Shift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378743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C8266-EEFB-CE51-DACE-C16C612B8FF0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Mean-Shift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81817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8852-3CC6-1C3C-8A6F-55A92BF5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4691F-470B-1194-598C-4D97475395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Mode Finding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77E23-6924-089B-5AC5-F76D9E8BDF5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BAF3C-714B-C558-873B-C881AB91328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Mode finding, in statistics, is the process of identifying the most frequently occurring value (or values) within a dataset.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9D996-F049-370C-2CDE-99012144157E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 computer vision, mode finding refers to the process of identifying the most frequent or highest density areas within a dataset, often used for image segmentation and clustering.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07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ean Shift">
            <a:extLst>
              <a:ext uri="{FF2B5EF4-FFF2-40B4-BE49-F238E27FC236}">
                <a16:creationId xmlns:a16="http://schemas.microsoft.com/office/drawing/2014/main" id="{A0B5A306-88D8-08E6-E151-3E3AB307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134" y="2519094"/>
            <a:ext cx="5431731" cy="407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Mean-Shift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B620D-37E8-2A7E-0827-ED7D3A34DAD5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Mean-shift is a non-parametric mode-seeking algorithm used in computer vision and image processing for clustering, object tracking, and image segmentation.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112E7-B73B-0405-9EE7-1C06F4D7AA0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https://ml-explained.com/blog/mean-shift-explained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C8942-8D5F-89C6-233D-D5CD1D691F19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Mean-shift works by iteratively shifting data points towards the modes (or peaks) of a data distribution, effectively finding the regions of highest density.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1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07D4-F192-2837-9EC3-76BD699F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C34B48-3C38-E45F-2047-CD91876F257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Process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83657-781C-6186-9C33-6505543F319D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2EF82-9E7A-AF1B-9F96-E3BADA6F6906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Initialization</a:t>
            </a:r>
            <a:r>
              <a:rPr lang="en-US" altLang="ko-KR" sz="2000" dirty="0"/>
              <a:t>: Start by considering each data point as a potential candidate for the cluster center.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872CE-6BD1-1448-8779-62140283C022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https://www.datacamp.com/tutorial/mean-shift-clustering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A4EDB-5CFC-6D4B-3A2C-56CAD9325C20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Density Estimation</a:t>
            </a:r>
            <a:r>
              <a:rPr lang="en-US" altLang="ko-KR" sz="2000" dirty="0"/>
              <a:t>: For each data point, define a window around it, called the radius, and then compute the mean of those data points within this radius.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F9193-8BC4-9291-031F-C399FF89B80E}"/>
              </a:ext>
            </a:extLst>
          </p:cNvPr>
          <p:cNvSpPr txBox="1"/>
          <p:nvPr/>
        </p:nvSpPr>
        <p:spPr>
          <a:xfrm>
            <a:off x="191115" y="2500669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Shifting</a:t>
            </a:r>
            <a:r>
              <a:rPr lang="en-US" altLang="ko-KR" sz="2000" dirty="0"/>
              <a:t>: Shift each point to this mean position. This step moves the point towards the region of higher density.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22504-4C5E-C569-25A2-61A27BA0EDFD}"/>
              </a:ext>
            </a:extLst>
          </p:cNvPr>
          <p:cNvSpPr txBox="1"/>
          <p:nvPr/>
        </p:nvSpPr>
        <p:spPr>
          <a:xfrm>
            <a:off x="191115" y="2900779"/>
            <a:ext cx="118097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Convergence</a:t>
            </a:r>
            <a:r>
              <a:rPr lang="en-US" altLang="ko-KR" sz="2000" dirty="0"/>
              <a:t>: Repeat steps 2 and 3 iteratively until convergence, i.e., when the shift is smaller than a predefined threshold. The insignificant change in shift implies that the points have stabilized around the local maxima of the density function.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36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43ED-8C18-C7BB-0F9B-238A05AD9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7A846A-33E1-FF4A-46F2-D933387ADC2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Process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5AAF2-5A2A-E49F-58A3-741630CB24A6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A9B14-1674-7BE2-1148-8AE11A9128C7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Mean-Shift Clustering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466D9F-9C7A-BC22-C06A-BC19496A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24" y="3807682"/>
            <a:ext cx="3469318" cy="23938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nderstanding Mean Shift Clustering and Implementation with Python | by  Yufeng | TDS Archive | Medium">
            <a:extLst>
              <a:ext uri="{FF2B5EF4-FFF2-40B4-BE49-F238E27FC236}">
                <a16:creationId xmlns:a16="http://schemas.microsoft.com/office/drawing/2014/main" id="{59BABB0A-6226-19B5-182F-1852EACFC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802" y="835699"/>
            <a:ext cx="6848229" cy="32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9EACF1-39F4-B453-58AE-F2B2138C3257}"/>
              </a:ext>
            </a:extLst>
          </p:cNvPr>
          <p:cNvCxnSpPr/>
          <p:nvPr/>
        </p:nvCxnSpPr>
        <p:spPr>
          <a:xfrm flipH="1">
            <a:off x="4304581" y="2829465"/>
            <a:ext cx="672861" cy="9695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58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34E3-AD05-13E5-76EB-32C4EB3C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8F45D0-2201-1C81-7170-F854DEF52CC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Bandwidth/Radius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A85B3-5E1E-18EC-9DF0-4433E218520D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61C149-1F41-4C32-B79A-2ECC3A578D17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https://ml-explained.com/blog/mean-shift-explained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2050" name="Picture 2" descr="choose_bandwidth">
            <a:extLst>
              <a:ext uri="{FF2B5EF4-FFF2-40B4-BE49-F238E27FC236}">
                <a16:creationId xmlns:a16="http://schemas.microsoft.com/office/drawing/2014/main" id="{71E278B8-632F-C575-98E4-5A33194D9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07408"/>
            <a:ext cx="1143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417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F672-A6D7-B595-2AA4-D0254A88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CA3E35-9152-F086-D01C-600A1A38FBE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Segmentation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75EB1-BFC0-2244-9F61-18E09825E214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Mean-Shift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8FEED-439C-A262-6479-65592689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1668723"/>
            <a:ext cx="9278645" cy="4258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F6B49F-8D2B-CF69-D571-136E201553BF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https://theses.hal.science/tel-00996067/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230585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C274A-1150-4408-2080-82D0284ABF9A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Mean-Shift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288193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6A4C-8FD0-DEFE-C82B-2D551155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6D7C7D-7641-37E7-1284-F056C743283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7B55F-A7E5-FE92-735A-FE57B27E35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K-Means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26CF8-D05D-7409-0F24-2E0BDC75717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K-means clustering is an unsupervised machine learning algorithm used to group data points into clusters.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6146" name="Picture 2" descr="K-means clustering. Clustering is an unsupervised technique… | by Dhanoop  Karunakaran | Intro to Artificial Intelligence | Medium">
            <a:extLst>
              <a:ext uri="{FF2B5EF4-FFF2-40B4-BE49-F238E27FC236}">
                <a16:creationId xmlns:a16="http://schemas.microsoft.com/office/drawing/2014/main" id="{DEFCA2EE-DA16-F950-396E-E6C006928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29" y="2420693"/>
            <a:ext cx="6829541" cy="344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0F3EE-7124-BD9F-58D8-AE303EA55103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K-means clustering</a:t>
            </a:r>
            <a:endParaRPr lang="en-US" sz="1600" b="1" i="0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174614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6662-EC48-C06C-423D-F48C1D3E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578AFA-1A41-B262-C2A3-742D3B2B5951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Process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20443-A96E-9F19-E3D8-6E3C239C0AED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K-Means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099CC-B8DB-A8B0-6B21-46ED1F86E591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Initialization</a:t>
            </a:r>
            <a:r>
              <a:rPr lang="en-US" altLang="ko-KR" sz="2000" dirty="0"/>
              <a:t>: Choosing the Number of Clusters (K).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70705-49EE-080A-393A-C689E359EEE3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Initializing Centroids</a:t>
            </a:r>
            <a:r>
              <a:rPr lang="en-US" altLang="ko-KR" sz="2000" dirty="0"/>
              <a:t>: K random data points are selected as initial centroids (cluster centers).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419E3-2268-32B1-F534-076EA6041722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Assignment</a:t>
            </a:r>
            <a:r>
              <a:rPr lang="en-US" altLang="ko-KR" sz="2000" dirty="0"/>
              <a:t>: Each data point is assigned to the cluster with the nearest centroid.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CC4FB-0311-3983-218B-9A15E97085A3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Update</a:t>
            </a:r>
            <a:r>
              <a:rPr lang="en-US" altLang="ko-KR" sz="2000" dirty="0"/>
              <a:t>: The centroid of each cluster is recalculated as the mean of all points assigned to that cluster.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3693D-EFBA-5FC7-FB27-99EF9F135973}"/>
              </a:ext>
            </a:extLst>
          </p:cNvPr>
          <p:cNvSpPr txBox="1"/>
          <p:nvPr/>
        </p:nvSpPr>
        <p:spPr>
          <a:xfrm>
            <a:off x="191115" y="299311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Convergence</a:t>
            </a:r>
            <a:r>
              <a:rPr lang="en-US" altLang="ko-KR" sz="2000" dirty="0"/>
              <a:t>: The assignment and update process is repeated until the cluster assignments no longer change.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96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B023-0980-C953-6E14-03277642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2646D6-5A53-3D02-15A2-CEA03C66C1A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Process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B2F1F-1FBF-E5E0-A698-4162F42CBC48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K-Means</a:t>
            </a:r>
          </a:p>
        </p:txBody>
      </p:sp>
      <p:pic>
        <p:nvPicPr>
          <p:cNvPr id="7170" name="Picture 2" descr="Creating Animation to Show 4 Centroid-Based Clustering Algorithms using  Python and Sklearn | Towards Data Science">
            <a:extLst>
              <a:ext uri="{FF2B5EF4-FFF2-40B4-BE49-F238E27FC236}">
                <a16:creationId xmlns:a16="http://schemas.microsoft.com/office/drawing/2014/main" id="{04D92D5C-194A-1659-76FE-92A66B58C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703" y="1600875"/>
            <a:ext cx="6294252" cy="472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4AAE48-182D-317E-8048-111748904CE8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Creating Animation to Show 4 Centroid-Based Clustering Algorithms using Python and </a:t>
            </a:r>
            <a:r>
              <a:rPr lang="en-US" altLang="ko-KR" sz="1600" dirty="0" err="1">
                <a:hlinkClick r:id="rId3"/>
              </a:rPr>
              <a:t>Sklearn</a:t>
            </a:r>
            <a:endParaRPr lang="en-US" sz="1600" b="1" i="0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93874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1F4F-A646-3C35-D8FB-90348628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7F2E6B-3625-F093-F84A-77C78556446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Segmentation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F528F-DDD0-F8DD-9D60-2AB370308D0A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K-Means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43BF9-86DC-D7AC-049C-81216E762B41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https://github.com/Yuvrajchopra25/Project-8-Image-Segmentation-using-Sklearn-and-K-Means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2BF4306-090A-6966-C5B7-EF7B0E098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28" y="2030830"/>
            <a:ext cx="10627743" cy="302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276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7833-59F2-8401-43F2-F8B2A95C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D46B7F-F01E-4060-0BF9-BBC7C8DBC12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K-means vs Mean Shift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452AD-48BA-CE87-5BE5-E772082BC77E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K-Means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9DBC7-21EB-67FF-7218-4B501A309D5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Number of Clusters</a:t>
            </a:r>
            <a:r>
              <a:rPr lang="en-US" altLang="ko-KR" sz="2000" dirty="0"/>
              <a:t>: K-means requires the user to specify the number of clusters (K), while Mean Shift automatically determines the number of clusters based on data density.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B4B8B-AA82-ED49-80B4-EABA64E8B0AC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Cluster Shape</a:t>
            </a:r>
            <a:r>
              <a:rPr lang="en-US" altLang="ko-KR" sz="2000" dirty="0"/>
              <a:t>: K-means assumes clusters are roughly spherical or ellipsoidal, while Mean Shift can identify more complex, non-convex shapes.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D3047-5243-5A45-9E69-B5676E1DB224}"/>
              </a:ext>
            </a:extLst>
          </p:cNvPr>
          <p:cNvSpPr txBox="1"/>
          <p:nvPr/>
        </p:nvSpPr>
        <p:spPr>
          <a:xfrm>
            <a:off x="191115" y="2808445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Runtime Complexity</a:t>
            </a:r>
            <a:r>
              <a:rPr lang="en-US" altLang="ko-KR" sz="2000" dirty="0"/>
              <a:t>: K-means generally has a faster runtime complexity compared to Mean Shift, which can be computationally more intensive.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217B2-2240-C6AE-3AFF-2FB33DF3EFB3}"/>
              </a:ext>
            </a:extLst>
          </p:cNvPr>
          <p:cNvSpPr txBox="1"/>
          <p:nvPr/>
        </p:nvSpPr>
        <p:spPr>
          <a:xfrm>
            <a:off x="191115" y="3516331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Noise and Outliers</a:t>
            </a:r>
            <a:r>
              <a:rPr lang="en-US" altLang="ko-KR" sz="2000" dirty="0"/>
              <a:t>: Mean Shift is generally more robust to noise and outliers because it relies on density rather than distance to centroids.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9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7" y="407788"/>
            <a:ext cx="750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Mode Finding &amp; Mean-Shift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Mean-Shift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7CA77-DE38-7B9E-8B5C-9A16B9763A5C}"/>
              </a:ext>
            </a:extLst>
          </p:cNvPr>
          <p:cNvSpPr txBox="1"/>
          <p:nvPr/>
        </p:nvSpPr>
        <p:spPr>
          <a:xfrm>
            <a:off x="337872" y="179278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K-Means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114133</TotalTime>
  <Words>595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Linux Libertine</vt:lpstr>
      <vt:lpstr>sohne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6542</cp:revision>
  <cp:lastPrinted>2021-09-06T03:39:39Z</cp:lastPrinted>
  <dcterms:created xsi:type="dcterms:W3CDTF">2020-10-10T03:17:57Z</dcterms:created>
  <dcterms:modified xsi:type="dcterms:W3CDTF">2025-04-28T09:04:25Z</dcterms:modified>
</cp:coreProperties>
</file>